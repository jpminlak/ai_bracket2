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autoCompressPictures="0">
  <p:sldMasterIdLst>
    <p:sldMasterId id="2147484168" r:id="rId1"/>
  </p:sldMasterIdLst>
  <p:notesMasterIdLst>
    <p:notesMasterId r:id="rId3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90" r:id="rId17"/>
    <p:sldId id="272" r:id="rId18"/>
    <p:sldId id="275" r:id="rId19"/>
    <p:sldId id="276" r:id="rId20"/>
    <p:sldId id="277" r:id="rId21"/>
    <p:sldId id="278" r:id="rId22"/>
    <p:sldId id="279" r:id="rId23"/>
    <p:sldId id="280" r:id="rId24"/>
    <p:sldId id="281" r:id="rId25"/>
    <p:sldId id="282" r:id="rId26"/>
    <p:sldId id="283" r:id="rId27"/>
    <p:sldId id="284" r:id="rId28"/>
    <p:sldId id="285" r:id="rId29"/>
    <p:sldId id="286" r:id="rId30"/>
    <p:sldId id="287" r:id="rId31"/>
    <p:sldId id="288" r:id="rId32"/>
    <p:sldId id="289" r:id="rId33"/>
  </p:sldIdLst>
  <p:sldSz cx="9144000" cy="5143500" type="screen16x9"/>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19">
          <p15:clr>
            <a:srgbClr val="A4A3A4"/>
          </p15:clr>
        </p15:guide>
        <p15:guide id="2" pos="2879">
          <p15:clr>
            <a:srgbClr val="A4A3A4"/>
          </p15:clr>
        </p15:guide>
      </p15:sldGuideLst>
    </p:ext>
    <p:ext uri="{2D200454-40CA-4A62-9FC3-DE9A4176ACB9}">
      <p15:notesGuideLst xmlns:p15="http://schemas.microsoft.com/office/powerpoint/2012/main">
        <p15:guide id="1" orient="horz" pos="2874">
          <p15:clr>
            <a:srgbClr val="A4A3A4"/>
          </p15:clr>
        </p15:guide>
        <p15:guide id="2" pos="2149">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prnPr scaleToFitPaper="1"/>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 uri="ACF4677E-8BD2-47ae-8A1F-98590045965D">
      <hp:hncThemeShow xmlns="" xmlns:c="http://schemas.openxmlformats.org/drawingml/2006/chart" xmlns:dgm="http://schemas.openxmlformats.org/drawingml/2006/diagram" xmlns:dsp="http://schemas.microsoft.com/office/drawing/2008/diagram" xmlns:hp="http://schemas.haansoft.com/office/presentation/8.0" themeShowType="1" themeSkinType="1" themeTransitionType="1" useThemeTransition="1" byMouseClick="1" attrType="1" dur="2000"/>
    </p:ext>
  </p:extLst>
</p:presentationPr>
</file>

<file path=ppt/tableStyles.xml><?xml version="1.0" encoding="utf-8"?>
<a:tblStyleLst xmlns:a="http://schemas.openxmlformats.org/drawingml/2006/main" def="{5C22544A-7EE6-4342-B048-85BDC9FD1C3A}">
  <a:tblStyle styleId="{9C8A980B-4F89-4940-BF84-561D21B453E3}" styleName="Table_0">
    <a:wholeTbl>
      <a:tcTxStyle>
        <a:font>
          <a:latin typeface="Arial"/>
          <a:ea typeface="Arial"/>
          <a:cs typeface="Arial"/>
        </a:font>
        <a:srgbClr val="000000"/>
      </a:tcTxStyle>
      <a:tcStyle>
        <a:tcBdr>
          <a:left>
            <a:ln w="9525" cap="flat" cmpd="sng">
              <a:solidFill>
                <a:srgbClr val="9E9E9E"/>
              </a:solidFill>
              <a:prstDash val="solid"/>
              <a:round/>
            </a:ln>
          </a:left>
          <a:right>
            <a:ln w="9525" cap="flat" cmpd="sng">
              <a:solidFill>
                <a:srgbClr val="9E9E9E"/>
              </a:solidFill>
              <a:prstDash val="solid"/>
              <a:round/>
            </a:ln>
          </a:right>
          <a:top>
            <a:ln w="9525" cap="flat" cmpd="sng">
              <a:solidFill>
                <a:srgbClr val="9E9E9E"/>
              </a:solidFill>
              <a:prstDash val="solid"/>
              <a:round/>
            </a:ln>
          </a:top>
          <a:bottom>
            <a:ln w="9525" cap="flat" cmpd="sng">
              <a:solidFill>
                <a:srgbClr val="9E9E9E"/>
              </a:solidFill>
              <a:prstDash val="solid"/>
              <a:round/>
            </a:ln>
          </a:bottom>
          <a:insideH>
            <a:ln w="9525" cap="flat" cmpd="sng">
              <a:solidFill>
                <a:srgbClr val="9E9E9E"/>
              </a:solidFill>
              <a:prstDash val="solid"/>
              <a:round/>
            </a:ln>
          </a:insideH>
          <a:insideV>
            <a:ln w="9525" cap="flat" cmpd="sng">
              <a:solidFill>
                <a:srgbClr val="9E9E9E"/>
              </a:solidFill>
              <a:prstDash val="solid"/>
              <a:round/>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5C22544A-7EE6-4342-B048-85BDC9FD1C3A}" styleName="보통 스타일 2 - 강조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TxStyle/>
      <a:tcStyle>
        <a:tcBdr/>
        <a:fill>
          <a:solidFill>
            <a:schemeClr val="accent1">
              <a:tint val="40000"/>
            </a:schemeClr>
          </a:solidFill>
        </a:fill>
      </a:tcStyle>
    </a:band1H>
    <a:band2H>
      <a:tcTxStyle/>
      <a:tcStyle>
        <a:tcBdr/>
      </a:tcStyle>
    </a:band2H>
    <a:band1V>
      <a:tcTxStyle/>
      <a:tcStyle>
        <a:tcBdr/>
        <a:fill>
          <a:solidFill>
            <a:schemeClr val="accent1">
              <a:tint val="40000"/>
            </a:schemeClr>
          </a:solidFill>
        </a:fill>
      </a:tcStyle>
    </a:band1V>
    <a:band2V>
      <a:tcTxStyle/>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EDDDF5D8-3F60-4FD4-B0C5-A46830E9603D}" styleName="Table_1">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01A66EDD-3DAB-4C5B-A090-DC80EC1FD486}" styleName="Normal Style 1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lum val="90000"/>
            </a:schemeClr>
          </a:solidFill>
        </a:fill>
      </a:tcStyle>
    </a:wholeTbl>
    <a:band1H>
      <a:tcTxStyle/>
      <a:tcStyle>
        <a:tcBdr/>
        <a:fill>
          <a:solidFill>
            <a:schemeClr val="accent1">
              <a:lum val="80000"/>
            </a:schemeClr>
          </a:solidFill>
        </a:fill>
      </a:tcStyle>
    </a:band1H>
    <a:band2H>
      <a:tcTxStyle/>
      <a:tcStyle>
        <a:tcBdr/>
      </a:tcStyle>
    </a:band2H>
    <a:band1V>
      <a:tcTxStyle/>
      <a:tcStyle>
        <a:tcBdr/>
        <a:fill>
          <a:solidFill>
            <a:schemeClr val="accent1">
              <a:lum val="80000"/>
            </a:schemeClr>
          </a:solidFill>
        </a:fill>
      </a:tcStyle>
    </a:band1V>
    <a:band2V>
      <a:tcTxStyle/>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2" autoAdjust="0"/>
    <p:restoredTop sz="87627" autoAdjust="0"/>
  </p:normalViewPr>
  <p:slideViewPr>
    <p:cSldViewPr snapToGrid="0">
      <p:cViewPr varScale="1">
        <p:scale>
          <a:sx n="138" d="100"/>
          <a:sy n="138" d="100"/>
        </p:scale>
        <p:origin x="834" y="102"/>
      </p:cViewPr>
      <p:guideLst>
        <p:guide orient="horz" pos="1619"/>
        <p:guide pos="2879"/>
      </p:guideLst>
    </p:cSldViewPr>
  </p:slideViewPr>
  <p:outlineViewPr>
    <p:cViewPr>
      <p:scale>
        <a:sx n="33" d="100"/>
        <a:sy n="33" d="100"/>
      </p:scale>
      <p:origin x="0" y="0"/>
    </p:cViewPr>
  </p:outlineViewPr>
  <p:notesTextViewPr>
    <p:cViewPr>
      <p:scale>
        <a:sx n="100" d="100"/>
        <a:sy n="100" d="100"/>
      </p:scale>
      <p:origin x="0" y="0"/>
    </p:cViewPr>
  </p:notesTextViewPr>
  <p:notesViewPr>
    <p:cSldViewPr snapToGrid="0" snapToObjects="1">
      <p:cViewPr varScale="1">
        <p:scale>
          <a:sx n="100" d="100"/>
          <a:sy n="100" d="100"/>
        </p:scale>
        <p:origin x="0" y="0"/>
      </p:cViewPr>
      <p:guideLst>
        <p:guide orient="horz" pos="2874"/>
        <p:guide pos="2149"/>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Google Shape;3;n"/>
          <p:cNvSpPr>
            <a:spLocks noGrp="1" noRot="1" noChangeAspect="1" noTextEdi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wrap="square" lIns="91424" tIns="91424" rIns="91424" bIns="91424"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pPr lvl="0">
              <a:defRPr/>
            </a:pPr>
            <a:endParaRPr lang="ko-KR" altLang="en-US"/>
          </a:p>
        </p:txBody>
      </p:sp>
    </p:spTree>
  </p:cSld>
  <p:clrMap bg1="lt1" tx1="dk1" bg2="dk2" tx2="lt2" accent1="accent1" accent2="accent2" accent3="accent3" accent4="accent4" accent5="accent5" accent6="accent6" hlink="hlink" folHlink="folHlink"/>
  <p:hf hdr="0" ftr="0" dt="0"/>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51" name="Google Shape;51;p:notes"/>
          <p:cNvSpPr>
            <a:spLocks noGrp="1" noRot="1" noChangeAspect="1" noTextEdi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 name="Google Shape;52;p:notes"/>
          <p:cNvSpPr txBox="1">
            <a:spLocks noGrp="1"/>
          </p:cNvSpPr>
          <p:nvPr>
            <p:ph type="body" idx="1"/>
          </p:nvPr>
        </p:nvSpPr>
        <p:spPr>
          <a:xfrm>
            <a:off x="685800" y="4343400"/>
            <a:ext cx="5486400" cy="4114800"/>
          </a:xfrm>
          <a:prstGeom prst="rect">
            <a:avLst/>
          </a:prstGeom>
        </p:spPr>
        <p:txBody>
          <a:bodyPr wrap="square" lIns="91424" tIns="91424" rIns="91424" bIns="91424" anchor="t" anchorCtr="0">
            <a:noAutofit/>
          </a:bodyPr>
          <a:lstStyle/>
          <a:p>
            <a:pPr marL="0" lvl="0" indent="0" algn="l" rtl="0">
              <a:spcBef>
                <a:spcPts val="0"/>
              </a:spcBef>
              <a:spcAft>
                <a:spcPts val="0"/>
              </a:spcAft>
              <a:buNone/>
              <a:defRPr/>
            </a:pPr>
            <a:r>
              <a:rPr lang="ko-KR" altLang="en-US"/>
              <a:t>개인용</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58" name="Google Shape;58;g37b23323dfc_0_5:notes"/>
          <p:cNvSpPr>
            <a:spLocks noGrp="1" noRot="1" noChangeAspect="1" noTextEdi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9" name="Google Shape;59;g37b23323dfc_0_5:notes"/>
          <p:cNvSpPr txBox="1">
            <a:spLocks noGrp="1"/>
          </p:cNvSpPr>
          <p:nvPr>
            <p:ph type="body" idx="1"/>
          </p:nvPr>
        </p:nvSpPr>
        <p:spPr>
          <a:xfrm>
            <a:off x="685800" y="4343400"/>
            <a:ext cx="5486400" cy="4114800"/>
          </a:xfrm>
          <a:prstGeom prst="rect">
            <a:avLst/>
          </a:prstGeom>
        </p:spPr>
        <p:txBody>
          <a:bodyPr wrap="square" lIns="91424" tIns="91424" rIns="91424" bIns="91424" anchor="t" anchorCtr="0">
            <a:noAutofit/>
          </a:bodyPr>
          <a:lstStyle/>
          <a:p>
            <a:pPr marL="0" lvl="0" indent="0" algn="l" rtl="0">
              <a:spcBef>
                <a:spcPts val="0"/>
              </a:spcBef>
              <a:spcAft>
                <a:spcPts val="0"/>
              </a:spcAft>
              <a:buNone/>
              <a:defRPr/>
            </a:pPr>
            <a:endParaRPr lang="ko-KR"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65" name="Google Shape;65;g37b23323dfc_0_10:notes"/>
          <p:cNvSpPr>
            <a:spLocks noGrp="1" noRot="1" noChangeAspect="1" noTextEdi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6" name="Google Shape;66;g37b23323dfc_0_10:notes"/>
          <p:cNvSpPr txBox="1">
            <a:spLocks noGrp="1"/>
          </p:cNvSpPr>
          <p:nvPr>
            <p:ph type="body" idx="1"/>
          </p:nvPr>
        </p:nvSpPr>
        <p:spPr>
          <a:xfrm>
            <a:off x="685800" y="4343400"/>
            <a:ext cx="5486400" cy="4114800"/>
          </a:xfrm>
          <a:prstGeom prst="rect">
            <a:avLst/>
          </a:prstGeom>
        </p:spPr>
        <p:txBody>
          <a:bodyPr wrap="square" lIns="91424" tIns="91424" rIns="91424" bIns="91424" anchor="t" anchorCtr="0">
            <a:noAutofit/>
          </a:bodyPr>
          <a:lstStyle/>
          <a:p>
            <a:pPr marL="0" lvl="0" indent="0" algn="l" rtl="0">
              <a:spcBef>
                <a:spcPts val="0"/>
              </a:spcBef>
              <a:spcAft>
                <a:spcPts val="0"/>
              </a:spcAft>
              <a:buNone/>
              <a:defRPr/>
            </a:pPr>
            <a:endParaRPr lang="ko-KR"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73" name="Google Shape;73;g37b23323dfc_0_18:notes"/>
          <p:cNvSpPr>
            <a:spLocks noGrp="1" noRot="1" noChangeAspect="1" noTextEdi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4" name="Google Shape;74;g37b23323dfc_0_18:notes"/>
          <p:cNvSpPr txBox="1">
            <a:spLocks noGrp="1"/>
          </p:cNvSpPr>
          <p:nvPr>
            <p:ph type="body" idx="1"/>
          </p:nvPr>
        </p:nvSpPr>
        <p:spPr>
          <a:xfrm>
            <a:off x="685800" y="4343400"/>
            <a:ext cx="5486400" cy="4114800"/>
          </a:xfrm>
          <a:prstGeom prst="rect">
            <a:avLst/>
          </a:prstGeom>
        </p:spPr>
        <p:txBody>
          <a:bodyPr wrap="square" lIns="91424" tIns="91424" rIns="91424" bIns="91424" anchor="t" anchorCtr="0">
            <a:noAutofit/>
          </a:bodyPr>
          <a:lstStyle/>
          <a:p>
            <a:pPr marL="0" lvl="0" indent="0" algn="l" rtl="0">
              <a:spcBef>
                <a:spcPts val="0"/>
              </a:spcBef>
              <a:spcAft>
                <a:spcPts val="0"/>
              </a:spcAft>
              <a:buNone/>
              <a:defRPr/>
            </a:pPr>
            <a:endParaRPr lang="ko-KR"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80" name="Google Shape;80;g37b23323dfc_0_31:notes"/>
          <p:cNvSpPr>
            <a:spLocks noGrp="1" noRot="1" noChangeAspect="1" noTextEdi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1" name="Google Shape;81;g37b23323dfc_0_31:notes"/>
          <p:cNvSpPr txBox="1">
            <a:spLocks noGrp="1"/>
          </p:cNvSpPr>
          <p:nvPr>
            <p:ph type="body" idx="1"/>
          </p:nvPr>
        </p:nvSpPr>
        <p:spPr>
          <a:xfrm>
            <a:off x="685800" y="4343400"/>
            <a:ext cx="5486400" cy="4114800"/>
          </a:xfrm>
          <a:prstGeom prst="rect">
            <a:avLst/>
          </a:prstGeom>
        </p:spPr>
        <p:txBody>
          <a:bodyPr wrap="square" lIns="91424" tIns="91424" rIns="91424" bIns="91424" anchor="t" anchorCtr="0">
            <a:noAutofit/>
          </a:bodyPr>
          <a:lstStyle/>
          <a:p>
            <a:pPr marL="0" lvl="0" indent="0" algn="l" rtl="0">
              <a:spcBef>
                <a:spcPts val="0"/>
              </a:spcBef>
              <a:spcAft>
                <a:spcPts val="0"/>
              </a:spcAft>
              <a:buNone/>
              <a:defRPr/>
            </a:pPr>
            <a:endParaRPr lang="ko-KR"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80" name="Google Shape;80;g37b23323dfc_0_31:notes"/>
          <p:cNvSpPr>
            <a:spLocks noGrp="1" noRot="1" noChangeAspect="1" noTextEdi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1" name="Google Shape;81;g37b23323dfc_0_31:notes"/>
          <p:cNvSpPr txBox="1">
            <a:spLocks noGrp="1"/>
          </p:cNvSpPr>
          <p:nvPr>
            <p:ph type="body" idx="1"/>
          </p:nvPr>
        </p:nvSpPr>
        <p:spPr>
          <a:xfrm>
            <a:off x="685800" y="4343400"/>
            <a:ext cx="5486400" cy="4114800"/>
          </a:xfrm>
          <a:prstGeom prst="rect">
            <a:avLst/>
          </a:prstGeom>
        </p:spPr>
        <p:txBody>
          <a:bodyPr wrap="square" lIns="91424" tIns="91424" rIns="91424" bIns="91424" anchor="t" anchorCtr="0">
            <a:noAutofit/>
          </a:bodyPr>
          <a:lstStyle/>
          <a:p>
            <a:pPr marL="0" lvl="0" indent="0" algn="l" rtl="0">
              <a:spcBef>
                <a:spcPts val="0"/>
              </a:spcBef>
              <a:spcAft>
                <a:spcPts val="0"/>
              </a:spcAft>
              <a:buNone/>
              <a:defRPr/>
            </a:pPr>
            <a:r>
              <a:rPr lang="ko-KR" altLang="en-US"/>
              <a:t>사용한 모델</a:t>
            </a:r>
            <a:r>
              <a:rPr lang="en-US" altLang="ko-KR"/>
              <a:t>,</a:t>
            </a:r>
            <a:r>
              <a:rPr lang="ko-KR" altLang="en-US"/>
              <a:t> 기능 등에 대한 추가 필요</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94" name="Google Shape;94;g37b23323dfc_0_46:notes"/>
          <p:cNvSpPr>
            <a:spLocks noGrp="1" noRot="1" noChangeAspect="1" noTextEdi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5" name="Google Shape;95;g37b23323dfc_0_46:notes"/>
          <p:cNvSpPr txBox="1">
            <a:spLocks noGrp="1"/>
          </p:cNvSpPr>
          <p:nvPr>
            <p:ph type="body" idx="1"/>
          </p:nvPr>
        </p:nvSpPr>
        <p:spPr>
          <a:xfrm>
            <a:off x="685800" y="4343400"/>
            <a:ext cx="5486400" cy="4114800"/>
          </a:xfrm>
          <a:prstGeom prst="rect">
            <a:avLst/>
          </a:prstGeom>
        </p:spPr>
        <p:txBody>
          <a:bodyPr wrap="square" lIns="91424" tIns="91424" rIns="91424" bIns="91424" anchor="t" anchorCtr="0">
            <a:noAutofit/>
          </a:bodyPr>
          <a:lstStyle/>
          <a:p>
            <a:pPr marL="0" lvl="0" indent="0" algn="l" rtl="0">
              <a:spcBef>
                <a:spcPts val="0"/>
              </a:spcBef>
              <a:spcAft>
                <a:spcPts val="0"/>
              </a:spcAft>
              <a:buNone/>
              <a:defRPr/>
            </a:pPr>
            <a:r>
              <a:rPr lang="en-US" altLang="ko-KR"/>
              <a:t>* </a:t>
            </a:r>
            <a:r>
              <a:rPr lang="ko-KR" altLang="en-US"/>
              <a:t>코드 완성 후 다시 만들어야 함</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94" name="Google Shape;94;g37b23323dfc_0_46:notes"/>
          <p:cNvSpPr>
            <a:spLocks noGrp="1" noRot="1" noChangeAspect="1" noTextEdi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5" name="Google Shape;95;g37b23323dfc_0_46:notes"/>
          <p:cNvSpPr txBox="1">
            <a:spLocks noGrp="1"/>
          </p:cNvSpPr>
          <p:nvPr>
            <p:ph type="body" idx="1"/>
          </p:nvPr>
        </p:nvSpPr>
        <p:spPr>
          <a:xfrm>
            <a:off x="685800" y="4343400"/>
            <a:ext cx="5486400" cy="4114800"/>
          </a:xfrm>
          <a:prstGeom prst="rect">
            <a:avLst/>
          </a:prstGeom>
        </p:spPr>
        <p:txBody>
          <a:bodyPr wrap="square" lIns="91424" tIns="91424" rIns="91424" bIns="91424" anchor="t" anchorCtr="0">
            <a:noAutofit/>
          </a:bodyPr>
          <a:lstStyle/>
          <a:p>
            <a:pPr marL="0" lvl="0" indent="0" algn="l" rtl="0">
              <a:spcBef>
                <a:spcPts val="0"/>
              </a:spcBef>
              <a:spcAft>
                <a:spcPts val="0"/>
              </a:spcAft>
              <a:buNone/>
              <a:defRPr/>
            </a:pPr>
            <a:endParaRPr lang="ko-KR"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115" name="Google Shape;115;g37b23323dfc_0_65:notes"/>
          <p:cNvSpPr>
            <a:spLocks noGrp="1" noRot="1" noChangeAspect="1" noTextEdi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6" name="Google Shape;116;g37b23323dfc_0_65:notes"/>
          <p:cNvSpPr txBox="1">
            <a:spLocks noGrp="1"/>
          </p:cNvSpPr>
          <p:nvPr>
            <p:ph type="body" idx="1"/>
          </p:nvPr>
        </p:nvSpPr>
        <p:spPr>
          <a:xfrm>
            <a:off x="685800" y="4343400"/>
            <a:ext cx="5486400" cy="4114800"/>
          </a:xfrm>
          <a:prstGeom prst="rect">
            <a:avLst/>
          </a:prstGeom>
        </p:spPr>
        <p:txBody>
          <a:bodyPr wrap="square" lIns="91424" tIns="91424" rIns="91424" bIns="91424" anchor="t" anchorCtr="0">
            <a:noAutofit/>
          </a:bodyPr>
          <a:lstStyle/>
          <a:p>
            <a:pPr marL="0" lvl="0" indent="0" algn="l" rtl="0">
              <a:spcBef>
                <a:spcPts val="0"/>
              </a:spcBef>
              <a:spcAft>
                <a:spcPts val="0"/>
              </a:spcAft>
              <a:buNone/>
              <a:defRPr/>
            </a:pPr>
            <a:endParaRPr lang="ko-KR"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137" name="Google Shape;137;g37b23323dfc_0_75:notes"/>
          <p:cNvSpPr>
            <a:spLocks noGrp="1" noRot="1" noChangeAspect="1" noTextEdi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8" name="Google Shape;138;g37b23323dfc_0_75:notes"/>
          <p:cNvSpPr txBox="1">
            <a:spLocks noGrp="1"/>
          </p:cNvSpPr>
          <p:nvPr>
            <p:ph type="body" idx="1"/>
          </p:nvPr>
        </p:nvSpPr>
        <p:spPr>
          <a:xfrm>
            <a:off x="685800" y="4343400"/>
            <a:ext cx="5486400" cy="4114800"/>
          </a:xfrm>
          <a:prstGeom prst="rect">
            <a:avLst/>
          </a:prstGeom>
        </p:spPr>
        <p:txBody>
          <a:bodyPr wrap="square" lIns="91424" tIns="91424" rIns="91424" bIns="91424" anchor="t" anchorCtr="0">
            <a:noAutofit/>
          </a:bodyPr>
          <a:lstStyle/>
          <a:p>
            <a:pPr marL="0" lvl="0" indent="0" algn="l" rtl="0">
              <a:spcBef>
                <a:spcPts val="0"/>
              </a:spcBef>
              <a:spcAft>
                <a:spcPts val="0"/>
              </a:spcAft>
              <a:buNone/>
              <a:defRPr/>
            </a:pPr>
            <a:endParaRPr lang="ko-KR"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137" name="Google Shape;137;g37b23323dfc_0_75:notes"/>
          <p:cNvSpPr>
            <a:spLocks noGrp="1" noRot="1" noChangeAspect="1" noTextEdi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8" name="Google Shape;138;g37b23323dfc_0_75:notes"/>
          <p:cNvSpPr txBox="1">
            <a:spLocks noGrp="1"/>
          </p:cNvSpPr>
          <p:nvPr>
            <p:ph type="body" idx="1"/>
          </p:nvPr>
        </p:nvSpPr>
        <p:spPr>
          <a:xfrm>
            <a:off x="685800" y="4343400"/>
            <a:ext cx="5486400" cy="4114800"/>
          </a:xfrm>
          <a:prstGeom prst="rect">
            <a:avLst/>
          </a:prstGeom>
        </p:spPr>
        <p:txBody>
          <a:bodyPr wrap="square" lIns="91424" tIns="91424" rIns="91424" bIns="91424" anchor="t" anchorCtr="0">
            <a:noAutofit/>
          </a:bodyPr>
          <a:lstStyle/>
          <a:p>
            <a:pPr marL="0" lvl="0" indent="0" algn="l" rtl="0">
              <a:spcBef>
                <a:spcPts val="0"/>
              </a:spcBef>
              <a:spcAft>
                <a:spcPts val="0"/>
              </a:spcAft>
              <a:buNone/>
              <a:defRPr/>
            </a:pPr>
            <a:r>
              <a:rPr lang="en-US" altLang="ko-KR"/>
              <a:t>*</a:t>
            </a:r>
            <a:r>
              <a:rPr lang="ko-KR" altLang="en-US"/>
              <a:t> 또는 테이블 정의서로 따로 설명할 수도 있다</a:t>
            </a:r>
            <a:r>
              <a:rPr lang="en-US" altLang="ko-KR"/>
              <a:t>.</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3;n"/>
          <p:cNvSpPr>
            <a:spLocks noGrp="1" noRot="1" noChangeAspect="1" noTextEdit="1"/>
          </p:cNvSpPr>
          <p:nvPr>
            <p:ph type="sldImg" idx="2"/>
          </p:nvPr>
        </p:nvSpPr>
        <p:spPr>
          <a:xfrm>
            <a:off x="381000" y="685800"/>
            <a:ext cx="6096000" cy="3429000"/>
          </a:xfrm>
        </p:spPr>
        <p:txBody>
          <a:bodyPr/>
          <a:lstStyle/>
          <a:p>
            <a:pPr>
              <a:defRPr/>
            </a:pPr>
            <a:endParaRPr lang="ko-KR" altLang="en-US"/>
          </a:p>
        </p:txBody>
      </p:sp>
      <p:sp>
        <p:nvSpPr>
          <p:cNvPr id="3" name="Google Shape;4;n"/>
          <p:cNvSpPr>
            <a:spLocks noGrp="1"/>
          </p:cNvSpPr>
          <p:nvPr>
            <p:ph type="body" idx="1"/>
          </p:nvPr>
        </p:nvSpPr>
        <p:spPr/>
        <p:txBody>
          <a:bodyPr/>
          <a:lstStyle/>
          <a:p>
            <a:pPr>
              <a:defRPr/>
            </a:pPr>
            <a:endParaRPr lang="ko-KR"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3;n"/>
          <p:cNvSpPr>
            <a:spLocks noGrp="1" noRot="1" noChangeAspect="1" noTextEdit="1"/>
          </p:cNvSpPr>
          <p:nvPr>
            <p:ph type="sldImg" idx="2"/>
          </p:nvPr>
        </p:nvSpPr>
        <p:spPr>
          <a:xfrm>
            <a:off x="381000" y="685800"/>
            <a:ext cx="6096000" cy="3429000"/>
          </a:xfrm>
        </p:spPr>
        <p:txBody>
          <a:bodyPr/>
          <a:lstStyle/>
          <a:p>
            <a:pPr>
              <a:defRPr/>
            </a:pPr>
            <a:endParaRPr lang="ko-KR" altLang="en-US"/>
          </a:p>
        </p:txBody>
      </p:sp>
      <p:sp>
        <p:nvSpPr>
          <p:cNvPr id="3" name="Google Shape;4;n"/>
          <p:cNvSpPr>
            <a:spLocks noGrp="1"/>
          </p:cNvSpPr>
          <p:nvPr>
            <p:ph type="body" idx="1"/>
          </p:nvPr>
        </p:nvSpPr>
        <p:spPr/>
        <p:txBody>
          <a:bodyPr/>
          <a:lstStyle/>
          <a:p>
            <a:pPr>
              <a:defRPr/>
            </a:pPr>
            <a:endParaRPr lang="ko-KR"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3;n"/>
          <p:cNvSpPr>
            <a:spLocks noGrp="1" noRot="1" noChangeAspect="1" noTextEdit="1"/>
          </p:cNvSpPr>
          <p:nvPr>
            <p:ph type="sldImg" idx="2"/>
          </p:nvPr>
        </p:nvSpPr>
        <p:spPr>
          <a:xfrm>
            <a:off x="381000" y="685800"/>
            <a:ext cx="6096000" cy="3429000"/>
          </a:xfrm>
        </p:spPr>
        <p:txBody>
          <a:bodyPr/>
          <a:lstStyle/>
          <a:p>
            <a:pPr>
              <a:defRPr/>
            </a:pPr>
            <a:endParaRPr lang="ko-KR" altLang="en-US"/>
          </a:p>
        </p:txBody>
      </p:sp>
      <p:sp>
        <p:nvSpPr>
          <p:cNvPr id="3" name="Google Shape;4;n"/>
          <p:cNvSpPr>
            <a:spLocks noGrp="1"/>
          </p:cNvSpPr>
          <p:nvPr>
            <p:ph type="body" idx="1"/>
          </p:nvPr>
        </p:nvSpPr>
        <p:spPr/>
        <p:txBody>
          <a:bodyPr/>
          <a:lstStyle/>
          <a:p>
            <a:pPr>
              <a:defRPr/>
            </a:pPr>
            <a:endParaRPr lang="ko-KR"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3;n"/>
          <p:cNvSpPr>
            <a:spLocks noGrp="1" noRot="1" noChangeAspect="1" noTextEdit="1"/>
          </p:cNvSpPr>
          <p:nvPr>
            <p:ph type="sldImg" idx="2"/>
          </p:nvPr>
        </p:nvSpPr>
        <p:spPr>
          <a:xfrm>
            <a:off x="381000" y="685800"/>
            <a:ext cx="6096000" cy="3429000"/>
          </a:xfrm>
        </p:spPr>
        <p:txBody>
          <a:bodyPr/>
          <a:lstStyle/>
          <a:p>
            <a:pPr>
              <a:defRPr/>
            </a:pPr>
            <a:endParaRPr lang="ko-KR" altLang="en-US"/>
          </a:p>
        </p:txBody>
      </p:sp>
      <p:sp>
        <p:nvSpPr>
          <p:cNvPr id="3" name="Google Shape;4;n"/>
          <p:cNvSpPr>
            <a:spLocks noGrp="1"/>
          </p:cNvSpPr>
          <p:nvPr>
            <p:ph type="body" idx="1"/>
          </p:nvPr>
        </p:nvSpPr>
        <p:spPr/>
        <p:txBody>
          <a:bodyPr/>
          <a:lstStyle/>
          <a:p>
            <a:pPr>
              <a:defRPr/>
            </a:pPr>
            <a:r>
              <a:rPr lang="ko-KR" altLang="en-US" dirty="0"/>
              <a:t>모델 학습 결과 자료 첨부 필요</a:t>
            </a:r>
            <a:endParaRPr lang="en-US" altLang="ko-KR" dirty="0"/>
          </a:p>
        </p:txBody>
      </p:sp>
    </p:spTree>
    <p:extLst>
      <p:ext uri="{BB962C8B-B14F-4D97-AF65-F5344CB8AC3E}">
        <p14:creationId xmlns:p14="http://schemas.microsoft.com/office/powerpoint/2010/main" val="20634192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3;n"/>
          <p:cNvSpPr>
            <a:spLocks noGrp="1" noRot="1" noChangeAspect="1" noTextEdit="1"/>
          </p:cNvSpPr>
          <p:nvPr>
            <p:ph type="sldImg" idx="2"/>
          </p:nvPr>
        </p:nvSpPr>
        <p:spPr>
          <a:xfrm>
            <a:off x="381000" y="685800"/>
            <a:ext cx="6096000" cy="3429000"/>
          </a:xfrm>
        </p:spPr>
        <p:txBody>
          <a:bodyPr/>
          <a:lstStyle/>
          <a:p>
            <a:pPr>
              <a:defRPr/>
            </a:pPr>
            <a:endParaRPr lang="ko-KR" altLang="en-US"/>
          </a:p>
        </p:txBody>
      </p:sp>
      <p:sp>
        <p:nvSpPr>
          <p:cNvPr id="3" name="Google Shape;4;n"/>
          <p:cNvSpPr>
            <a:spLocks noGrp="1"/>
          </p:cNvSpPr>
          <p:nvPr>
            <p:ph type="body" idx="1"/>
          </p:nvPr>
        </p:nvSpPr>
        <p:spPr/>
        <p:txBody>
          <a:bodyPr/>
          <a:lstStyle/>
          <a:p>
            <a:pPr>
              <a:defRPr/>
            </a:pPr>
            <a:endParaRPr lang="ko-KR"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3;n"/>
          <p:cNvSpPr>
            <a:spLocks noGrp="1" noRot="1" noChangeAspect="1" noTextEdit="1"/>
          </p:cNvSpPr>
          <p:nvPr>
            <p:ph type="sldImg" idx="2"/>
          </p:nvPr>
        </p:nvSpPr>
        <p:spPr>
          <a:xfrm>
            <a:off x="381000" y="685800"/>
            <a:ext cx="6096000" cy="3429000"/>
          </a:xfrm>
        </p:spPr>
        <p:txBody>
          <a:bodyPr/>
          <a:lstStyle/>
          <a:p>
            <a:pPr>
              <a:defRPr/>
            </a:pPr>
            <a:endParaRPr lang="ko-KR" altLang="en-US"/>
          </a:p>
        </p:txBody>
      </p:sp>
      <p:sp>
        <p:nvSpPr>
          <p:cNvPr id="3" name="Google Shape;4;n"/>
          <p:cNvSpPr>
            <a:spLocks noGrp="1"/>
          </p:cNvSpPr>
          <p:nvPr>
            <p:ph type="body" idx="1"/>
          </p:nvPr>
        </p:nvSpPr>
        <p:spPr/>
        <p:txBody>
          <a:bodyPr/>
          <a:lstStyle/>
          <a:p>
            <a:pPr>
              <a:defRPr/>
            </a:pPr>
            <a:endParaRPr lang="ko-KR"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3;n"/>
          <p:cNvSpPr>
            <a:spLocks noGrp="1" noRot="1" noChangeAspect="1" noTextEdit="1"/>
          </p:cNvSpPr>
          <p:nvPr>
            <p:ph type="sldImg" idx="2"/>
          </p:nvPr>
        </p:nvSpPr>
        <p:spPr>
          <a:xfrm>
            <a:off x="381000" y="685800"/>
            <a:ext cx="6096000" cy="3429000"/>
          </a:xfrm>
        </p:spPr>
        <p:txBody>
          <a:bodyPr/>
          <a:lstStyle/>
          <a:p>
            <a:pPr>
              <a:defRPr/>
            </a:pPr>
            <a:endParaRPr lang="ko-KR" altLang="en-US"/>
          </a:p>
        </p:txBody>
      </p:sp>
      <p:sp>
        <p:nvSpPr>
          <p:cNvPr id="3" name="Google Shape;4;n"/>
          <p:cNvSpPr>
            <a:spLocks noGrp="1"/>
          </p:cNvSpPr>
          <p:nvPr>
            <p:ph type="body" idx="1"/>
          </p:nvPr>
        </p:nvSpPr>
        <p:spPr/>
        <p:txBody>
          <a:bodyPr/>
          <a:lstStyle/>
          <a:p>
            <a:pPr>
              <a:defRPr/>
            </a:pPr>
            <a:endParaRPr lang="ko-KR" alt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3;n"/>
          <p:cNvSpPr>
            <a:spLocks noGrp="1" noRot="1" noChangeAspect="1" noTextEdit="1"/>
          </p:cNvSpPr>
          <p:nvPr>
            <p:ph type="sldImg" idx="2"/>
          </p:nvPr>
        </p:nvSpPr>
        <p:spPr>
          <a:xfrm>
            <a:off x="381000" y="685800"/>
            <a:ext cx="6096000" cy="3429000"/>
          </a:xfrm>
        </p:spPr>
        <p:txBody>
          <a:bodyPr/>
          <a:lstStyle/>
          <a:p>
            <a:pPr>
              <a:defRPr/>
            </a:pPr>
            <a:endParaRPr lang="ko-KR" altLang="en-US"/>
          </a:p>
        </p:txBody>
      </p:sp>
      <p:sp>
        <p:nvSpPr>
          <p:cNvPr id="3" name="Google Shape;4;n"/>
          <p:cNvSpPr>
            <a:spLocks noGrp="1"/>
          </p:cNvSpPr>
          <p:nvPr>
            <p:ph type="body" idx="1"/>
          </p:nvPr>
        </p:nvSpPr>
        <p:spPr/>
        <p:txBody>
          <a:bodyPr/>
          <a:lstStyle/>
          <a:p>
            <a:pPr>
              <a:defRPr/>
            </a:pPr>
            <a:endParaRPr lang="ko-KR" alt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3;n"/>
          <p:cNvSpPr>
            <a:spLocks noGrp="1" noRot="1" noChangeAspect="1" noTextEdit="1"/>
          </p:cNvSpPr>
          <p:nvPr>
            <p:ph type="sldImg" idx="2"/>
          </p:nvPr>
        </p:nvSpPr>
        <p:spPr>
          <a:xfrm>
            <a:off x="381000" y="685800"/>
            <a:ext cx="6096000" cy="3429000"/>
          </a:xfrm>
        </p:spPr>
        <p:txBody>
          <a:bodyPr/>
          <a:lstStyle/>
          <a:p>
            <a:pPr>
              <a:defRPr/>
            </a:pPr>
            <a:endParaRPr lang="ko-KR" altLang="en-US"/>
          </a:p>
        </p:txBody>
      </p:sp>
      <p:sp>
        <p:nvSpPr>
          <p:cNvPr id="3" name="Google Shape;4;n"/>
          <p:cNvSpPr>
            <a:spLocks noGrp="1"/>
          </p:cNvSpPr>
          <p:nvPr>
            <p:ph type="body" idx="1"/>
          </p:nvPr>
        </p:nvSpPr>
        <p:spPr/>
        <p:txBody>
          <a:bodyPr/>
          <a:lstStyle/>
          <a:p>
            <a:pPr>
              <a:defRPr/>
            </a:pPr>
            <a:endParaRPr lang="ko-KR" alt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3;n"/>
          <p:cNvSpPr>
            <a:spLocks noGrp="1" noRot="1" noChangeAspect="1" noTextEdit="1"/>
          </p:cNvSpPr>
          <p:nvPr>
            <p:ph type="sldImg" idx="2"/>
          </p:nvPr>
        </p:nvSpPr>
        <p:spPr>
          <a:xfrm>
            <a:off x="381000" y="685800"/>
            <a:ext cx="6096000" cy="3429000"/>
          </a:xfrm>
        </p:spPr>
        <p:txBody>
          <a:bodyPr/>
          <a:lstStyle/>
          <a:p>
            <a:pPr>
              <a:defRPr/>
            </a:pPr>
            <a:endParaRPr lang="ko-KR" altLang="en-US"/>
          </a:p>
        </p:txBody>
      </p:sp>
      <p:sp>
        <p:nvSpPr>
          <p:cNvPr id="3" name="Google Shape;4;n"/>
          <p:cNvSpPr>
            <a:spLocks noGrp="1"/>
          </p:cNvSpPr>
          <p:nvPr>
            <p:ph type="body" idx="1"/>
          </p:nvPr>
        </p:nvSpPr>
        <p:spPr/>
        <p:txBody>
          <a:bodyPr/>
          <a:lstStyle/>
          <a:p>
            <a:pPr>
              <a:defRPr/>
            </a:pPr>
            <a:endParaRPr lang="ko-KR" alt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130" name="Google Shape;130;g37b23323dfc_0_70:notes"/>
          <p:cNvSpPr>
            <a:spLocks noGrp="1" noRot="1" noChangeAspect="1" noTextEdi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1" name="Google Shape;131;g37b23323dfc_0_70:notes"/>
          <p:cNvSpPr txBox="1">
            <a:spLocks noGrp="1"/>
          </p:cNvSpPr>
          <p:nvPr>
            <p:ph type="body" idx="1"/>
          </p:nvPr>
        </p:nvSpPr>
        <p:spPr>
          <a:xfrm>
            <a:off x="685800" y="4343400"/>
            <a:ext cx="5486400" cy="4114800"/>
          </a:xfrm>
          <a:prstGeom prst="rect">
            <a:avLst/>
          </a:prstGeom>
        </p:spPr>
        <p:txBody>
          <a:bodyPr wrap="square" lIns="91424" tIns="91424" rIns="91424" bIns="91424" anchor="t" anchorCtr="0">
            <a:noAutofit/>
          </a:bodyPr>
          <a:lstStyle/>
          <a:p>
            <a:pPr marL="0" lvl="0" indent="0" algn="l" rtl="0">
              <a:spcBef>
                <a:spcPts val="0"/>
              </a:spcBef>
              <a:spcAft>
                <a:spcPts val="0"/>
              </a:spcAft>
              <a:buNone/>
              <a:defRPr/>
            </a:pPr>
            <a:r>
              <a:rPr lang="en-US" altLang="ko-KR"/>
              <a:t>* DP = Display</a:t>
            </a: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130" name="Google Shape;130;g37b23323dfc_0_70:notes"/>
          <p:cNvSpPr>
            <a:spLocks noGrp="1" noRot="1" noChangeAspect="1" noTextEdi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1" name="Google Shape;131;g37b23323dfc_0_70:notes"/>
          <p:cNvSpPr txBox="1">
            <a:spLocks noGrp="1"/>
          </p:cNvSpPr>
          <p:nvPr>
            <p:ph type="body" idx="1"/>
          </p:nvPr>
        </p:nvSpPr>
        <p:spPr>
          <a:xfrm>
            <a:off x="685800" y="4343400"/>
            <a:ext cx="5486400" cy="4114800"/>
          </a:xfrm>
          <a:prstGeom prst="rect">
            <a:avLst/>
          </a:prstGeom>
        </p:spPr>
        <p:txBody>
          <a:bodyPr wrap="square" lIns="91424" tIns="91424" rIns="91424" bIns="91424" anchor="t" anchorCtr="0">
            <a:noAutofit/>
          </a:bodyPr>
          <a:lstStyle/>
          <a:p>
            <a:pPr marL="0" lvl="0" indent="0" algn="l" rtl="0">
              <a:spcBef>
                <a:spcPts val="0"/>
              </a:spcBef>
              <a:spcAft>
                <a:spcPts val="0"/>
              </a:spcAft>
              <a:buNone/>
              <a:defRPr/>
            </a:pPr>
            <a:endParaRPr lang="ko-KR" alt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130" name="Google Shape;130;g37b23323dfc_0_70:notes"/>
          <p:cNvSpPr>
            <a:spLocks noGrp="1" noRot="1" noChangeAspect="1" noTextEdi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1" name="Google Shape;131;g37b23323dfc_0_70:notes"/>
          <p:cNvSpPr txBox="1">
            <a:spLocks noGrp="1"/>
          </p:cNvSpPr>
          <p:nvPr>
            <p:ph type="body" idx="1"/>
          </p:nvPr>
        </p:nvSpPr>
        <p:spPr>
          <a:xfrm>
            <a:off x="685800" y="4343400"/>
            <a:ext cx="5486400" cy="4114800"/>
          </a:xfrm>
          <a:prstGeom prst="rect">
            <a:avLst/>
          </a:prstGeom>
        </p:spPr>
        <p:txBody>
          <a:bodyPr wrap="square" lIns="91424" tIns="91424" rIns="91424" bIns="91424" anchor="t" anchorCtr="0">
            <a:noAutofit/>
          </a:bodyPr>
          <a:lstStyle/>
          <a:p>
            <a:pPr marL="0" lvl="0" indent="0" algn="l" rtl="0">
              <a:spcBef>
                <a:spcPts val="0"/>
              </a:spcBef>
              <a:spcAft>
                <a:spcPts val="0"/>
              </a:spcAft>
              <a:buNone/>
              <a:defRPr/>
            </a:pPr>
            <a:endParaRPr lang="ko-KR" alt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130" name="Google Shape;130;g37b23323dfc_0_70:notes"/>
          <p:cNvSpPr>
            <a:spLocks noGrp="1" noRot="1" noChangeAspect="1" noTextEdi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1" name="Google Shape;131;g37b23323dfc_0_70:notes"/>
          <p:cNvSpPr txBox="1">
            <a:spLocks noGrp="1"/>
          </p:cNvSpPr>
          <p:nvPr>
            <p:ph type="body" idx="1"/>
          </p:nvPr>
        </p:nvSpPr>
        <p:spPr>
          <a:xfrm>
            <a:off x="685800" y="4343400"/>
            <a:ext cx="5486400" cy="4114800"/>
          </a:xfrm>
          <a:prstGeom prst="rect">
            <a:avLst/>
          </a:prstGeom>
        </p:spPr>
        <p:txBody>
          <a:bodyPr wrap="square" lIns="91424" tIns="91424" rIns="91424" bIns="91424" anchor="t" anchorCtr="0">
            <a:noAutofit/>
          </a:bodyPr>
          <a:lstStyle/>
          <a:p>
            <a:pPr marL="0" lvl="0" indent="0" algn="l" rtl="0">
              <a:spcBef>
                <a:spcPts val="0"/>
              </a:spcBef>
              <a:spcAft>
                <a:spcPts val="0"/>
              </a:spcAft>
              <a:buNone/>
              <a:defRPr/>
            </a:pPr>
            <a:endParaRPr lang="ko-KR" alt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102" name="Google Shape;102;g37b23323dfc_0_53:notes"/>
          <p:cNvSpPr>
            <a:spLocks noGrp="1" noRot="1" noChangeAspect="1" noTextEdi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3" name="Google Shape;103;g37b23323dfc_0_53:notes"/>
          <p:cNvSpPr txBox="1">
            <a:spLocks noGrp="1"/>
          </p:cNvSpPr>
          <p:nvPr>
            <p:ph type="body" idx="1"/>
          </p:nvPr>
        </p:nvSpPr>
        <p:spPr>
          <a:xfrm>
            <a:off x="685800" y="4343400"/>
            <a:ext cx="5486400" cy="4114800"/>
          </a:xfrm>
          <a:prstGeom prst="rect">
            <a:avLst/>
          </a:prstGeom>
        </p:spPr>
        <p:txBody>
          <a:bodyPr wrap="square" lIns="91424" tIns="91424" rIns="91424" bIns="91424" anchor="t" anchorCtr="0">
            <a:noAutofit/>
          </a:bodyPr>
          <a:lstStyle/>
          <a:p>
            <a:pPr marL="0" lvl="0" indent="0" algn="l" rtl="0">
              <a:spcBef>
                <a:spcPts val="0"/>
              </a:spcBef>
              <a:spcAft>
                <a:spcPts val="0"/>
              </a:spcAft>
              <a:buNone/>
              <a:defRPr/>
            </a:pPr>
            <a:endParaRPr lang="ko-KR" alt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102" name="Google Shape;102;g37b23323dfc_0_53:notes"/>
          <p:cNvSpPr>
            <a:spLocks noGrp="1" noRot="1" noChangeAspect="1" noTextEdi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3" name="Google Shape;103;g37b23323dfc_0_53:notes"/>
          <p:cNvSpPr txBox="1">
            <a:spLocks noGrp="1"/>
          </p:cNvSpPr>
          <p:nvPr>
            <p:ph type="body" idx="1"/>
          </p:nvPr>
        </p:nvSpPr>
        <p:spPr>
          <a:xfrm>
            <a:off x="685800" y="4343400"/>
            <a:ext cx="5486400" cy="4114800"/>
          </a:xfrm>
          <a:prstGeom prst="rect">
            <a:avLst/>
          </a:prstGeom>
        </p:spPr>
        <p:txBody>
          <a:bodyPr wrap="square" lIns="91424" tIns="91424" rIns="91424" bIns="91424" anchor="t" anchorCtr="0">
            <a:noAutofit/>
          </a:bodyPr>
          <a:lstStyle/>
          <a:p>
            <a:pPr marL="0" lvl="0" indent="0" algn="l" rtl="0">
              <a:spcBef>
                <a:spcPts val="0"/>
              </a:spcBef>
              <a:spcAft>
                <a:spcPts val="0"/>
              </a:spcAft>
              <a:buNone/>
              <a:defRPr/>
            </a:pPr>
            <a:r>
              <a:rPr lang="ko-KR" altLang="en-US"/>
              <a:t>소감도 추가할 것 </a:t>
            </a:r>
            <a:r>
              <a:rPr lang="en-US" altLang="ko-KR"/>
              <a:t>(</a:t>
            </a:r>
            <a:r>
              <a:rPr lang="ko-KR" altLang="en-US"/>
              <a:t>특히 어떤 점에서 어려움이 있었으며</a:t>
            </a:r>
            <a:r>
              <a:rPr lang="en-US" altLang="ko-KR"/>
              <a:t>,</a:t>
            </a:r>
            <a:r>
              <a:rPr lang="ko-KR" altLang="en-US"/>
              <a:t> 그것을 어떻게 극복했는 지를 기록해보자</a:t>
            </a:r>
            <a:r>
              <a:rPr lang="en-US" altLang="ko-KR"/>
              <a:t>)</a:t>
            </a: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102" name="Google Shape;102;g37b23323dfc_0_53:notes"/>
          <p:cNvSpPr>
            <a:spLocks noGrp="1" noRot="1" noChangeAspect="1" noTextEdi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3" name="Google Shape;103;g37b23323dfc_0_53:notes"/>
          <p:cNvSpPr txBox="1">
            <a:spLocks noGrp="1"/>
          </p:cNvSpPr>
          <p:nvPr>
            <p:ph type="body" idx="1"/>
          </p:nvPr>
        </p:nvSpPr>
        <p:spPr>
          <a:xfrm>
            <a:off x="685800" y="4343400"/>
            <a:ext cx="5486400" cy="4114800"/>
          </a:xfrm>
          <a:prstGeom prst="rect">
            <a:avLst/>
          </a:prstGeom>
        </p:spPr>
        <p:txBody>
          <a:bodyPr wrap="square" lIns="91424" tIns="91424" rIns="91424" bIns="91424" anchor="t" anchorCtr="0">
            <a:noAutofit/>
          </a:bodyPr>
          <a:lstStyle/>
          <a:p>
            <a:pPr marL="0" lvl="0" indent="0" algn="l" rtl="0">
              <a:spcBef>
                <a:spcPts val="0"/>
              </a:spcBef>
              <a:spcAft>
                <a:spcPts val="0"/>
              </a:spcAft>
              <a:buNone/>
              <a:defRPr/>
            </a:pPr>
            <a:r>
              <a:rPr lang="ko-KR" altLang="en-US"/>
              <a:t>소감도 추가할 것 </a:t>
            </a:r>
            <a:r>
              <a:rPr lang="en-US" altLang="ko-KR"/>
              <a:t>(</a:t>
            </a:r>
            <a:r>
              <a:rPr lang="ko-KR" altLang="en-US"/>
              <a:t>특히 어떤 점에서 어려움이 있었으며</a:t>
            </a:r>
            <a:r>
              <a:rPr lang="en-US" altLang="ko-KR"/>
              <a:t>,</a:t>
            </a:r>
            <a:r>
              <a:rPr lang="ko-KR" altLang="en-US"/>
              <a:t> 그것을 어떻게 극복했는 지를 기록해보자</a:t>
            </a:r>
            <a:r>
              <a:rPr lang="en-US" altLang="ko-KR"/>
              <a:t>)</a:t>
            </a: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102" name="Google Shape;102;g37b23323dfc_0_53:notes"/>
          <p:cNvSpPr>
            <a:spLocks noGrp="1" noRot="1" noChangeAspect="1" noTextEdi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3" name="Google Shape;103;g37b23323dfc_0_53:notes"/>
          <p:cNvSpPr txBox="1">
            <a:spLocks noGrp="1"/>
          </p:cNvSpPr>
          <p:nvPr>
            <p:ph type="body" idx="1"/>
          </p:nvPr>
        </p:nvSpPr>
        <p:spPr>
          <a:xfrm>
            <a:off x="685800" y="4343400"/>
            <a:ext cx="5486400" cy="4114800"/>
          </a:xfrm>
          <a:prstGeom prst="rect">
            <a:avLst/>
          </a:prstGeom>
        </p:spPr>
        <p:txBody>
          <a:bodyPr wrap="square" lIns="91424" tIns="91424" rIns="91424" bIns="91424" anchor="t" anchorCtr="0">
            <a:noAutofit/>
          </a:bodyPr>
          <a:lstStyle/>
          <a:p>
            <a:pPr marL="0" lvl="0" indent="0" algn="l" rtl="0">
              <a:spcBef>
                <a:spcPts val="0"/>
              </a:spcBef>
              <a:spcAft>
                <a:spcPts val="0"/>
              </a:spcAft>
              <a:buNone/>
              <a:defRPr/>
            </a:pPr>
            <a:endParaRPr lang="ko-KR"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제목 슬라이드" type="title" preserve="1">
  <p:cSld name="제목 슬라이드">
    <p:spTree>
      <p:nvGrpSpPr>
        <p:cNvPr id="1" name=""/>
        <p:cNvGrpSpPr/>
        <p:nvPr/>
      </p:nvGrpSpPr>
      <p:grpSpPr>
        <a:xfrm>
          <a:off x="0" y="0"/>
          <a:ext cx="0" cy="0"/>
          <a:chOff x="0" y="0"/>
          <a:chExt cx="0" cy="0"/>
        </a:xfrm>
      </p:grpSpPr>
      <p:sp>
        <p:nvSpPr>
          <p:cNvPr id="7" name="Rectangle 6"/>
          <p:cNvSpPr>
            <a:spLocks noChangeAspect="1"/>
          </p:cNvSpPr>
          <p:nvPr/>
        </p:nvSpPr>
        <p:spPr>
          <a:xfrm>
            <a:off x="173355" y="182881"/>
            <a:ext cx="8793480" cy="4783454"/>
          </a:xfrm>
          <a:prstGeom prst="rect">
            <a:avLst/>
          </a:prstGeom>
          <a:solidFill>
            <a:srgbClr val="D3EB6F"/>
          </a:solid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ko-KR" altLang="en-US">
              <a:solidFill>
                <a:schemeClr val="dk1"/>
              </a:solidFill>
            </a:endParaRPr>
          </a:p>
        </p:txBody>
      </p:sp>
      <p:sp>
        <p:nvSpPr>
          <p:cNvPr id="2" name="Title 1"/>
          <p:cNvSpPr>
            <a:spLocks noGrp="1"/>
          </p:cNvSpPr>
          <p:nvPr>
            <p:ph type="ctrTitle"/>
          </p:nvPr>
        </p:nvSpPr>
        <p:spPr>
          <a:xfrm>
            <a:off x="832485" y="661782"/>
            <a:ext cx="7475220" cy="2194560"/>
          </a:xfrm>
        </p:spPr>
        <p:txBody>
          <a:bodyPr anchor="b">
            <a:normAutofit/>
          </a:bodyPr>
          <a:lstStyle>
            <a:lvl1pPr algn="ctr">
              <a:lnSpc>
                <a:spcPct val="85000"/>
              </a:lnSpc>
              <a:defRPr sz="5400" b="1" cap="all" baseline="0">
                <a:solidFill>
                  <a:schemeClr val="dk1"/>
                </a:solidFill>
              </a:defRPr>
            </a:lvl1pPr>
          </a:lstStyle>
          <a:p>
            <a:pPr lvl="0">
              <a:defRPr/>
            </a:pPr>
            <a:r>
              <a:rPr lang="ko-KR" altLang="en-US"/>
              <a:t>마스터 제목 스타일 편집</a:t>
            </a:r>
            <a:endParaRPr lang="en-US"/>
          </a:p>
        </p:txBody>
      </p:sp>
      <p:sp>
        <p:nvSpPr>
          <p:cNvPr id="3" name="Subtitle 2"/>
          <p:cNvSpPr>
            <a:spLocks noGrp="1"/>
          </p:cNvSpPr>
          <p:nvPr>
            <p:ph type="subTitle" idx="1"/>
          </p:nvPr>
        </p:nvSpPr>
        <p:spPr>
          <a:xfrm>
            <a:off x="1282148" y="2902226"/>
            <a:ext cx="6575895" cy="1041124"/>
          </a:xfrm>
        </p:spPr>
        <p:txBody>
          <a:bodyPr>
            <a:normAutofit/>
          </a:bodyPr>
          <a:lstStyle>
            <a:lvl1pPr marL="0" indent="0" algn="ctr">
              <a:buNone/>
              <a:defRPr sz="1650">
                <a:solidFill>
                  <a:schemeClr val="dk1"/>
                </a:solidFill>
              </a:defRPr>
            </a:lvl1pPr>
            <a:lvl2pPr marL="342900" indent="0" algn="ctr">
              <a:buNone/>
              <a:defRPr sz="1650">
                <a:solidFill>
                  <a:schemeClr val="dk1"/>
                </a:solidFill>
              </a:defRPr>
            </a:lvl2pPr>
            <a:lvl3pPr marL="685800" indent="0" algn="ctr">
              <a:buNone/>
              <a:defRPr sz="1650">
                <a:solidFill>
                  <a:schemeClr val="dk1"/>
                </a:solidFill>
              </a:defRPr>
            </a:lvl3pPr>
            <a:lvl4pPr marL="1028700" indent="0" algn="ctr">
              <a:buNone/>
              <a:defRPr sz="1500">
                <a:solidFill>
                  <a:schemeClr val="dk1"/>
                </a:solidFill>
              </a:defRPr>
            </a:lvl4pPr>
            <a:lvl5pPr marL="1371600" indent="0" algn="ctr">
              <a:buNone/>
              <a:defRPr sz="1500">
                <a:solidFill>
                  <a:schemeClr val="dk1"/>
                </a:solidFill>
              </a:defRPr>
            </a:lvl5pPr>
            <a:lvl6pPr marL="1714500" indent="0" algn="ctr">
              <a:buNone/>
              <a:defRPr sz="1500">
                <a:solidFill>
                  <a:schemeClr val="dk1"/>
                </a:solidFill>
              </a:defRPr>
            </a:lvl6pPr>
            <a:lvl7pPr marL="2057400" indent="0" algn="ctr">
              <a:buNone/>
              <a:defRPr sz="1500">
                <a:solidFill>
                  <a:schemeClr val="dk1"/>
                </a:solidFill>
              </a:defRPr>
            </a:lvl7pPr>
            <a:lvl8pPr marL="2400300" indent="0" algn="ctr">
              <a:buNone/>
              <a:defRPr sz="1500">
                <a:solidFill>
                  <a:schemeClr val="dk1"/>
                </a:solidFill>
              </a:defRPr>
            </a:lvl8pPr>
            <a:lvl9pPr marL="2743200" indent="0" algn="ctr">
              <a:buNone/>
              <a:defRPr sz="1500">
                <a:solidFill>
                  <a:schemeClr val="dk1"/>
                </a:solidFill>
              </a:defRPr>
            </a:lvl9pPr>
          </a:lstStyle>
          <a:p>
            <a:pPr lvl="0">
              <a:defRPr/>
            </a:pPr>
            <a:r>
              <a:rPr lang="ko-KR" altLang="en-US"/>
              <a:t>클릭하여 마스터 부제목 스타일 편집</a:t>
            </a:r>
            <a:endParaRPr lang="en-US"/>
          </a:p>
        </p:txBody>
      </p:sp>
      <p:sp>
        <p:nvSpPr>
          <p:cNvPr id="4" name="Date Placeholder 3"/>
          <p:cNvSpPr>
            <a:spLocks noGrp="1"/>
          </p:cNvSpPr>
          <p:nvPr>
            <p:ph type="dt" sz="half" idx="10"/>
          </p:nvPr>
        </p:nvSpPr>
        <p:spPr/>
        <p:txBody>
          <a:bodyPr/>
          <a:lstStyle>
            <a:lvl1pPr>
              <a:defRPr>
                <a:solidFill>
                  <a:schemeClr val="dk1"/>
                </a:solidFill>
              </a:defRPr>
            </a:lvl1pPr>
          </a:lstStyle>
          <a:p>
            <a:pPr lvl="0">
              <a:defRPr/>
            </a:pPr>
            <a:fld id="{A5FFAB59-05A6-41B5-A2D4-5F61552A237A}" type="datetime1">
              <a:rPr lang="en-US"/>
              <a:pPr lvl="0">
                <a:defRPr/>
              </a:pPr>
              <a:t>9/29/2025</a:t>
            </a:fld>
            <a:endParaRPr lang="en-US"/>
          </a:p>
        </p:txBody>
      </p:sp>
      <p:sp>
        <p:nvSpPr>
          <p:cNvPr id="5" name="Footer Placeholder 4"/>
          <p:cNvSpPr>
            <a:spLocks noGrp="1"/>
          </p:cNvSpPr>
          <p:nvPr>
            <p:ph type="ftr" sz="quarter" idx="11"/>
          </p:nvPr>
        </p:nvSpPr>
        <p:spPr/>
        <p:txBody>
          <a:bodyPr/>
          <a:lstStyle>
            <a:lvl1pPr>
              <a:defRPr>
                <a:solidFill>
                  <a:schemeClr val="dk1"/>
                </a:solidFill>
              </a:defRPr>
            </a:lvl1pPr>
          </a:lstStyle>
          <a:p>
            <a:pPr lvl="0">
              <a:defRPr/>
            </a:pPr>
            <a:endParaRPr lang="ko-KR" altLang="en-US"/>
          </a:p>
        </p:txBody>
      </p:sp>
      <p:sp>
        <p:nvSpPr>
          <p:cNvPr id="6" name="Slide Number Placeholder 5"/>
          <p:cNvSpPr>
            <a:spLocks noGrp="1"/>
          </p:cNvSpPr>
          <p:nvPr>
            <p:ph type="sldNum" sz="quarter" idx="12"/>
          </p:nvPr>
        </p:nvSpPr>
        <p:spPr/>
        <p:txBody>
          <a:bodyPr/>
          <a:lstStyle>
            <a:lvl1pPr>
              <a:defRPr>
                <a:solidFill>
                  <a:schemeClr val="dk1"/>
                </a:solidFill>
              </a:defRPr>
            </a:lvl1pPr>
          </a:lstStyle>
          <a:p>
            <a:pPr marL="0" lvl="0" indent="0" algn="r" rtl="0">
              <a:spcBef>
                <a:spcPts val="0"/>
              </a:spcBef>
              <a:spcAft>
                <a:spcPts val="0"/>
              </a:spcAft>
              <a:buNone/>
              <a:defRPr/>
            </a:pPr>
            <a:fld id="{00000000-1234-1234-1234-123412341234}" type="slidenum">
              <a:rPr lang="en-US" altLang="ko"/>
              <a:pPr marL="0" lvl="0" indent="0" algn="r" rtl="0">
                <a:spcBef>
                  <a:spcPts val="0"/>
                </a:spcBef>
                <a:spcAft>
                  <a:spcPts val="0"/>
                </a:spcAft>
                <a:buNone/>
                <a:defRPr/>
              </a:pPr>
              <a:t>‹#›</a:t>
            </a:fld>
            <a:endParaRPr lang="ko" altLang="en-US"/>
          </a:p>
        </p:txBody>
      </p:sp>
      <p:cxnSp>
        <p:nvCxnSpPr>
          <p:cNvPr id="8" name="Straight Connector 7"/>
          <p:cNvCxnSpPr/>
          <p:nvPr/>
        </p:nvCxnSpPr>
        <p:spPr>
          <a:xfrm>
            <a:off x="1483995" y="2800350"/>
            <a:ext cx="6172201" cy="0"/>
          </a:xfrm>
          <a:prstGeom prst="line">
            <a:avLst/>
          </a:prstGeom>
          <a:ln>
            <a:solidFill>
              <a:srgbClr val="FFFFFF"/>
            </a:solidFill>
          </a:ln>
        </p:spPr>
        <p:style>
          <a:lnRef idx="1">
            <a:schemeClr val="accent1"/>
          </a:lnRef>
          <a:fillRef idx="0">
            <a:schemeClr val="accent1"/>
          </a:fillRef>
          <a:effectRef idx="0">
            <a:schemeClr val="accent1"/>
          </a:effectRef>
          <a:fontRef idx="minor">
            <a:schemeClr val="tx1"/>
          </a:fontRef>
        </p:style>
      </p:cxnSp>
    </p:spTree>
  </p:cSld>
  <p:clrMapOvr>
    <a:masterClrMapping/>
  </p:clrMapOvr>
  <p:transition/>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제목 및 내용">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ko-KR" altLang="en-US"/>
              <a:t>마스터 제목 스타일 편집</a:t>
            </a:r>
            <a:endParaRPr lang="en-US" dirty="0"/>
          </a:p>
        </p:txBody>
      </p:sp>
      <p:sp>
        <p:nvSpPr>
          <p:cNvPr id="3" name="Content Placeholder 2"/>
          <p:cNvSpPr>
            <a:spLocks noGrp="1"/>
          </p:cNvSpPr>
          <p:nvPr>
            <p:ph idx="1"/>
          </p:nvPr>
        </p:nvSpPr>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endParaRPr lang="en-US" dirty="0"/>
          </a:p>
        </p:txBody>
      </p:sp>
      <p:sp>
        <p:nvSpPr>
          <p:cNvPr id="4" name="Date Placeholder 3"/>
          <p:cNvSpPr>
            <a:spLocks noGrp="1"/>
          </p:cNvSpPr>
          <p:nvPr>
            <p:ph type="dt" sz="half" idx="10"/>
          </p:nvPr>
        </p:nvSpPr>
        <p:spPr/>
        <p:txBody>
          <a:bodyPr/>
          <a:lstStyle/>
          <a:p>
            <a:fld id="{A5FFAB59-05A6-41B5-A2D4-5F61552A237A}" type="datetimeFigureOut">
              <a:rPr lang="en-US" smtClean="0"/>
              <a:t>9/29/2025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defRPr/>
            </a:pPr>
            <a:fld id="{00000000-1234-1234-1234-123412341234}" type="slidenum">
              <a:rPr lang="en-US" altLang="ko" smtClean="0"/>
              <a:pPr marL="0" lvl="0" indent="0" algn="r" rtl="0">
                <a:spcBef>
                  <a:spcPts val="0"/>
                </a:spcBef>
                <a:spcAft>
                  <a:spcPts val="0"/>
                </a:spcAft>
                <a:buNone/>
                <a:defRPr/>
              </a:pPr>
              <a:t>‹#›</a:t>
            </a:fld>
            <a:endParaRPr lang="ko" altLang="en-US"/>
          </a:p>
        </p:txBody>
      </p:sp>
    </p:spTree>
    <p:extLst>
      <p:ext uri="{BB962C8B-B14F-4D97-AF65-F5344CB8AC3E}">
        <p14:creationId xmlns:p14="http://schemas.microsoft.com/office/powerpoint/2010/main" val="668534922"/>
      </p:ext>
    </p:extLst>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구역 머리글">
    <p:spTree>
      <p:nvGrpSpPr>
        <p:cNvPr id="1" name=""/>
        <p:cNvGrpSpPr/>
        <p:nvPr/>
      </p:nvGrpSpPr>
      <p:grpSpPr>
        <a:xfrm>
          <a:off x="0" y="0"/>
          <a:ext cx="0" cy="0"/>
          <a:chOff x="0" y="0"/>
          <a:chExt cx="0" cy="0"/>
        </a:xfrm>
      </p:grpSpPr>
      <p:sp>
        <p:nvSpPr>
          <p:cNvPr id="2" name="Title 1"/>
          <p:cNvSpPr>
            <a:spLocks noGrp="1"/>
          </p:cNvSpPr>
          <p:nvPr>
            <p:ph type="title"/>
          </p:nvPr>
        </p:nvSpPr>
        <p:spPr>
          <a:xfrm>
            <a:off x="829818" y="880181"/>
            <a:ext cx="7475220" cy="2194560"/>
          </a:xfrm>
        </p:spPr>
        <p:txBody>
          <a:bodyPr anchor="b">
            <a:noAutofit/>
          </a:bodyPr>
          <a:lstStyle>
            <a:lvl1pPr algn="ctr">
              <a:lnSpc>
                <a:spcPct val="85000"/>
              </a:lnSpc>
              <a:defRPr sz="5400" b="0" cap="all" baseline="0"/>
            </a:lvl1pPr>
          </a:lstStyle>
          <a:p>
            <a:r>
              <a:rPr lang="ko-KR" altLang="en-US"/>
              <a:t>마스터 제목 스타일 편집</a:t>
            </a:r>
            <a:endParaRPr lang="en-US" dirty="0"/>
          </a:p>
        </p:txBody>
      </p:sp>
      <p:sp>
        <p:nvSpPr>
          <p:cNvPr id="3" name="Text Placeholder 2"/>
          <p:cNvSpPr>
            <a:spLocks noGrp="1"/>
          </p:cNvSpPr>
          <p:nvPr>
            <p:ph type="body" idx="1"/>
          </p:nvPr>
        </p:nvSpPr>
        <p:spPr>
          <a:xfrm>
            <a:off x="1282446" y="3115890"/>
            <a:ext cx="6576822" cy="1022855"/>
          </a:xfrm>
        </p:spPr>
        <p:txBody>
          <a:bodyPr anchor="t">
            <a:normAutofit/>
          </a:bodyPr>
          <a:lstStyle>
            <a:lvl1pPr marL="0" indent="0" algn="ctr">
              <a:buNone/>
              <a:defRPr sz="1650">
                <a:solidFill>
                  <a:schemeClr val="accent1"/>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ko-KR" altLang="en-US"/>
              <a:t>마스터 텍스트 스타일을 편집하려면 클릭</a:t>
            </a:r>
          </a:p>
        </p:txBody>
      </p:sp>
      <p:sp>
        <p:nvSpPr>
          <p:cNvPr id="4" name="Date Placeholder 3"/>
          <p:cNvSpPr>
            <a:spLocks noGrp="1"/>
          </p:cNvSpPr>
          <p:nvPr>
            <p:ph type="dt" sz="half" idx="10"/>
          </p:nvPr>
        </p:nvSpPr>
        <p:spPr/>
        <p:txBody>
          <a:bodyPr/>
          <a:lstStyle/>
          <a:p>
            <a:fld id="{A5FFAB59-05A6-41B5-A2D4-5F61552A237A}" type="datetimeFigureOut">
              <a:rPr lang="en-US" smtClean="0"/>
              <a:t>9/29/2025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defRPr/>
            </a:pPr>
            <a:fld id="{00000000-1234-1234-1234-123412341234}" type="slidenum">
              <a:rPr lang="en-US" altLang="ko" smtClean="0"/>
              <a:pPr marL="0" lvl="0" indent="0" algn="r" rtl="0">
                <a:spcBef>
                  <a:spcPts val="0"/>
                </a:spcBef>
                <a:spcAft>
                  <a:spcPts val="0"/>
                </a:spcAft>
                <a:buNone/>
                <a:defRPr/>
              </a:pPr>
              <a:t>‹#›</a:t>
            </a:fld>
            <a:endParaRPr lang="ko" altLang="en-US"/>
          </a:p>
        </p:txBody>
      </p:sp>
      <p:cxnSp>
        <p:nvCxnSpPr>
          <p:cNvPr id="7" name="Straight Connector 6"/>
          <p:cNvCxnSpPr/>
          <p:nvPr/>
        </p:nvCxnSpPr>
        <p:spPr>
          <a:xfrm>
            <a:off x="1485900" y="3015306"/>
            <a:ext cx="6172201"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98782666"/>
      </p:ext>
    </p:extLst>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콘텐츠 2개">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ko-KR" altLang="en-US"/>
              <a:t>마스터 제목 스타일 편집</a:t>
            </a:r>
            <a:endParaRPr lang="en-US" dirty="0"/>
          </a:p>
        </p:txBody>
      </p:sp>
      <p:sp>
        <p:nvSpPr>
          <p:cNvPr id="3" name="Content Placeholder 2"/>
          <p:cNvSpPr>
            <a:spLocks noGrp="1"/>
          </p:cNvSpPr>
          <p:nvPr>
            <p:ph sz="half" idx="1"/>
          </p:nvPr>
        </p:nvSpPr>
        <p:spPr>
          <a:xfrm>
            <a:off x="857250" y="1543049"/>
            <a:ext cx="3566160" cy="3017520"/>
          </a:xfrm>
        </p:spPr>
        <p:txBody>
          <a:bodyPr/>
          <a:lstStyle>
            <a:lvl1pPr>
              <a:defRPr sz="165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endParaRPr lang="en-US" dirty="0"/>
          </a:p>
        </p:txBody>
      </p:sp>
      <p:sp>
        <p:nvSpPr>
          <p:cNvPr id="4" name="Content Placeholder 3"/>
          <p:cNvSpPr>
            <a:spLocks noGrp="1"/>
          </p:cNvSpPr>
          <p:nvPr>
            <p:ph sz="half" idx="2"/>
          </p:nvPr>
        </p:nvSpPr>
        <p:spPr>
          <a:xfrm>
            <a:off x="4700709" y="1543050"/>
            <a:ext cx="3566160" cy="3017520"/>
          </a:xfrm>
        </p:spPr>
        <p:txBody>
          <a:bodyPr/>
          <a:lstStyle>
            <a:lvl1pPr>
              <a:defRPr sz="165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endParaRPr lang="en-US" dirty="0"/>
          </a:p>
        </p:txBody>
      </p:sp>
      <p:sp>
        <p:nvSpPr>
          <p:cNvPr id="5" name="Date Placeholder 4"/>
          <p:cNvSpPr>
            <a:spLocks noGrp="1"/>
          </p:cNvSpPr>
          <p:nvPr>
            <p:ph type="dt" sz="half" idx="10"/>
          </p:nvPr>
        </p:nvSpPr>
        <p:spPr/>
        <p:txBody>
          <a:bodyPr/>
          <a:lstStyle/>
          <a:p>
            <a:fld id="{A5FFAB59-05A6-41B5-A2D4-5F61552A237A}" type="datetimeFigureOut">
              <a:rPr lang="en-US" smtClean="0"/>
              <a:t>9/29/2025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pPr marL="0" lvl="0" indent="0" algn="r" rtl="0">
              <a:spcBef>
                <a:spcPts val="0"/>
              </a:spcBef>
              <a:spcAft>
                <a:spcPts val="0"/>
              </a:spcAft>
              <a:buNone/>
              <a:defRPr/>
            </a:pPr>
            <a:fld id="{00000000-1234-1234-1234-123412341234}" type="slidenum">
              <a:rPr lang="en-US" altLang="ko" smtClean="0"/>
              <a:pPr marL="0" lvl="0" indent="0" algn="r" rtl="0">
                <a:spcBef>
                  <a:spcPts val="0"/>
                </a:spcBef>
                <a:spcAft>
                  <a:spcPts val="0"/>
                </a:spcAft>
                <a:buNone/>
                <a:defRPr/>
              </a:pPr>
              <a:t>‹#›</a:t>
            </a:fld>
            <a:endParaRPr lang="ko" altLang="en-US"/>
          </a:p>
        </p:txBody>
      </p:sp>
    </p:spTree>
    <p:extLst>
      <p:ext uri="{BB962C8B-B14F-4D97-AF65-F5344CB8AC3E}">
        <p14:creationId xmlns:p14="http://schemas.microsoft.com/office/powerpoint/2010/main" val="1931631921"/>
      </p:ext>
    </p:extLst>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비교">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ko-KR" altLang="en-US"/>
              <a:t>마스터 제목 스타일 편집</a:t>
            </a:r>
            <a:endParaRPr lang="en-US" dirty="0"/>
          </a:p>
        </p:txBody>
      </p:sp>
      <p:sp>
        <p:nvSpPr>
          <p:cNvPr id="3" name="Text Placeholder 2"/>
          <p:cNvSpPr>
            <a:spLocks noGrp="1"/>
          </p:cNvSpPr>
          <p:nvPr>
            <p:ph type="body" idx="1"/>
          </p:nvPr>
        </p:nvSpPr>
        <p:spPr>
          <a:xfrm>
            <a:off x="857250" y="1501133"/>
            <a:ext cx="3566160" cy="582930"/>
          </a:xfrm>
        </p:spPr>
        <p:txBody>
          <a:bodyPr anchor="ctr"/>
          <a:lstStyle>
            <a:lvl1pPr marL="0" indent="0">
              <a:spcBef>
                <a:spcPts val="0"/>
              </a:spcBef>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ko-KR" altLang="en-US"/>
              <a:t>마스터 텍스트 스타일을 편집하려면 클릭</a:t>
            </a:r>
          </a:p>
        </p:txBody>
      </p:sp>
      <p:sp>
        <p:nvSpPr>
          <p:cNvPr id="4" name="Content Placeholder 3"/>
          <p:cNvSpPr>
            <a:spLocks noGrp="1"/>
          </p:cNvSpPr>
          <p:nvPr>
            <p:ph sz="half" idx="2"/>
          </p:nvPr>
        </p:nvSpPr>
        <p:spPr>
          <a:xfrm>
            <a:off x="857250" y="2041112"/>
            <a:ext cx="3566160" cy="2537460"/>
          </a:xfrm>
        </p:spPr>
        <p:txBody>
          <a:bodyPr/>
          <a:lstStyle>
            <a:lvl1pPr>
              <a:defRPr sz="165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endParaRPr lang="en-US" dirty="0"/>
          </a:p>
        </p:txBody>
      </p:sp>
      <p:sp>
        <p:nvSpPr>
          <p:cNvPr id="5" name="Text Placeholder 4"/>
          <p:cNvSpPr>
            <a:spLocks noGrp="1"/>
          </p:cNvSpPr>
          <p:nvPr>
            <p:ph type="body" sz="quarter" idx="3"/>
          </p:nvPr>
        </p:nvSpPr>
        <p:spPr>
          <a:xfrm>
            <a:off x="4701880" y="1499274"/>
            <a:ext cx="3566160" cy="582930"/>
          </a:xfrm>
        </p:spPr>
        <p:txBody>
          <a:bodyPr anchor="ctr"/>
          <a:lstStyle>
            <a:lvl1pPr marL="0" indent="0">
              <a:spcBef>
                <a:spcPts val="0"/>
              </a:spcBef>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ko-KR" altLang="en-US"/>
              <a:t>마스터 텍스트 스타일을 편집하려면 클릭</a:t>
            </a:r>
          </a:p>
        </p:txBody>
      </p:sp>
      <p:sp>
        <p:nvSpPr>
          <p:cNvPr id="6" name="Content Placeholder 5"/>
          <p:cNvSpPr>
            <a:spLocks noGrp="1"/>
          </p:cNvSpPr>
          <p:nvPr>
            <p:ph sz="quarter" idx="4"/>
          </p:nvPr>
        </p:nvSpPr>
        <p:spPr>
          <a:xfrm>
            <a:off x="4701880" y="2039492"/>
            <a:ext cx="3566160" cy="2537460"/>
          </a:xfrm>
        </p:spPr>
        <p:txBody>
          <a:bodyPr/>
          <a:lstStyle>
            <a:lvl1pPr>
              <a:defRPr sz="165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endParaRPr lang="en-US" dirty="0"/>
          </a:p>
        </p:txBody>
      </p:sp>
      <p:sp>
        <p:nvSpPr>
          <p:cNvPr id="7" name="Date Placeholder 6"/>
          <p:cNvSpPr>
            <a:spLocks noGrp="1"/>
          </p:cNvSpPr>
          <p:nvPr>
            <p:ph type="dt" sz="half" idx="10"/>
          </p:nvPr>
        </p:nvSpPr>
        <p:spPr/>
        <p:txBody>
          <a:bodyPr/>
          <a:lstStyle/>
          <a:p>
            <a:fld id="{A5FFAB59-05A6-41B5-A2D4-5F61552A237A}" type="datetimeFigureOut">
              <a:rPr lang="en-US" smtClean="0"/>
              <a:t>9/29/2025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pPr marL="0" lvl="0" indent="0" algn="r" rtl="0">
              <a:spcBef>
                <a:spcPts val="0"/>
              </a:spcBef>
              <a:spcAft>
                <a:spcPts val="0"/>
              </a:spcAft>
              <a:buNone/>
              <a:defRPr/>
            </a:pPr>
            <a:fld id="{00000000-1234-1234-1234-123412341234}" type="slidenum">
              <a:rPr lang="en-US" altLang="ko" smtClean="0"/>
              <a:pPr marL="0" lvl="0" indent="0" algn="r" rtl="0">
                <a:spcBef>
                  <a:spcPts val="0"/>
                </a:spcBef>
                <a:spcAft>
                  <a:spcPts val="0"/>
                </a:spcAft>
                <a:buNone/>
                <a:defRPr/>
              </a:pPr>
              <a:t>‹#›</a:t>
            </a:fld>
            <a:endParaRPr lang="ko" altLang="en-US"/>
          </a:p>
        </p:txBody>
      </p:sp>
    </p:spTree>
    <p:extLst>
      <p:ext uri="{BB962C8B-B14F-4D97-AF65-F5344CB8AC3E}">
        <p14:creationId xmlns:p14="http://schemas.microsoft.com/office/powerpoint/2010/main" val="1968791546"/>
      </p:ext>
    </p:extLst>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제목만">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ko-KR" altLang="en-US"/>
              <a:t>마스터 제목 스타일 편집</a:t>
            </a:r>
            <a:endParaRPr lang="en-US" dirty="0"/>
          </a:p>
        </p:txBody>
      </p:sp>
      <p:sp>
        <p:nvSpPr>
          <p:cNvPr id="3" name="Date Placeholder 2"/>
          <p:cNvSpPr>
            <a:spLocks noGrp="1"/>
          </p:cNvSpPr>
          <p:nvPr>
            <p:ph type="dt" sz="half" idx="10"/>
          </p:nvPr>
        </p:nvSpPr>
        <p:spPr/>
        <p:txBody>
          <a:bodyPr/>
          <a:lstStyle/>
          <a:p>
            <a:fld id="{A5FFAB59-05A6-41B5-A2D4-5F61552A237A}" type="datetimeFigureOut">
              <a:rPr lang="en-US" smtClean="0"/>
              <a:t>9/29/2025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pPr marL="0" lvl="0" indent="0" algn="r" rtl="0">
              <a:spcBef>
                <a:spcPts val="0"/>
              </a:spcBef>
              <a:spcAft>
                <a:spcPts val="0"/>
              </a:spcAft>
              <a:buNone/>
              <a:defRPr/>
            </a:pPr>
            <a:fld id="{00000000-1234-1234-1234-123412341234}" type="slidenum">
              <a:rPr lang="en-US" altLang="ko" smtClean="0"/>
              <a:pPr marL="0" lvl="0" indent="0" algn="r" rtl="0">
                <a:spcBef>
                  <a:spcPts val="0"/>
                </a:spcBef>
                <a:spcAft>
                  <a:spcPts val="0"/>
                </a:spcAft>
                <a:buNone/>
                <a:defRPr/>
              </a:pPr>
              <a:t>‹#›</a:t>
            </a:fld>
            <a:endParaRPr lang="ko" altLang="en-US"/>
          </a:p>
        </p:txBody>
      </p:sp>
    </p:spTree>
    <p:extLst>
      <p:ext uri="{BB962C8B-B14F-4D97-AF65-F5344CB8AC3E}">
        <p14:creationId xmlns:p14="http://schemas.microsoft.com/office/powerpoint/2010/main" val="1401220157"/>
      </p:ext>
    </p:extLst>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빈 화면">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5FFAB59-05A6-41B5-A2D4-5F61552A237A}" type="datetimeFigureOut">
              <a:rPr lang="en-US" smtClean="0"/>
              <a:t>9/29/2025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pPr marL="0" lvl="0" indent="0" algn="r" rtl="0">
              <a:spcBef>
                <a:spcPts val="0"/>
              </a:spcBef>
              <a:spcAft>
                <a:spcPts val="0"/>
              </a:spcAft>
              <a:buNone/>
              <a:defRPr/>
            </a:pPr>
            <a:fld id="{00000000-1234-1234-1234-123412341234}" type="slidenum">
              <a:rPr lang="en-US" altLang="ko" smtClean="0"/>
              <a:pPr marL="0" lvl="0" indent="0" algn="r" rtl="0">
                <a:spcBef>
                  <a:spcPts val="0"/>
                </a:spcBef>
                <a:spcAft>
                  <a:spcPts val="0"/>
                </a:spcAft>
                <a:buNone/>
                <a:defRPr/>
              </a:pPr>
              <a:t>‹#›</a:t>
            </a:fld>
            <a:endParaRPr lang="ko" altLang="en-US"/>
          </a:p>
        </p:txBody>
      </p:sp>
    </p:spTree>
    <p:extLst>
      <p:ext uri="{BB962C8B-B14F-4D97-AF65-F5344CB8AC3E}">
        <p14:creationId xmlns:p14="http://schemas.microsoft.com/office/powerpoint/2010/main" val="2395148081"/>
      </p:ext>
    </p:extLst>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캡션 있는 콘텐츠">
    <p:spTree>
      <p:nvGrpSpPr>
        <p:cNvPr id="1" name=""/>
        <p:cNvGrpSpPr/>
        <p:nvPr/>
      </p:nvGrpSpPr>
      <p:grpSpPr>
        <a:xfrm>
          <a:off x="0" y="0"/>
          <a:ext cx="0" cy="0"/>
          <a:chOff x="0" y="0"/>
          <a:chExt cx="0" cy="0"/>
        </a:xfrm>
      </p:grpSpPr>
      <p:sp>
        <p:nvSpPr>
          <p:cNvPr id="2" name="Title 1"/>
          <p:cNvSpPr>
            <a:spLocks noGrp="1"/>
          </p:cNvSpPr>
          <p:nvPr>
            <p:ph type="title"/>
          </p:nvPr>
        </p:nvSpPr>
        <p:spPr>
          <a:xfrm>
            <a:off x="857250" y="822960"/>
            <a:ext cx="2948940" cy="1303020"/>
          </a:xfrm>
        </p:spPr>
        <p:txBody>
          <a:bodyPr anchor="b">
            <a:noAutofit/>
          </a:bodyPr>
          <a:lstStyle>
            <a:lvl1pPr>
              <a:lnSpc>
                <a:spcPct val="90000"/>
              </a:lnSpc>
              <a:defRPr sz="3000" b="0"/>
            </a:lvl1pPr>
          </a:lstStyle>
          <a:p>
            <a:r>
              <a:rPr lang="ko-KR" altLang="en-US"/>
              <a:t>마스터 제목 스타일 편집</a:t>
            </a:r>
            <a:endParaRPr lang="en-US" dirty="0"/>
          </a:p>
        </p:txBody>
      </p:sp>
      <p:sp>
        <p:nvSpPr>
          <p:cNvPr id="3" name="Content Placeholder 2"/>
          <p:cNvSpPr>
            <a:spLocks noGrp="1"/>
          </p:cNvSpPr>
          <p:nvPr>
            <p:ph idx="1"/>
          </p:nvPr>
        </p:nvSpPr>
        <p:spPr>
          <a:xfrm>
            <a:off x="4389119" y="822960"/>
            <a:ext cx="3909060" cy="3497580"/>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endParaRPr lang="en-US" dirty="0"/>
          </a:p>
        </p:txBody>
      </p:sp>
      <p:sp>
        <p:nvSpPr>
          <p:cNvPr id="4" name="Text Placeholder 3"/>
          <p:cNvSpPr>
            <a:spLocks noGrp="1"/>
          </p:cNvSpPr>
          <p:nvPr>
            <p:ph type="body" sz="half" idx="2"/>
          </p:nvPr>
        </p:nvSpPr>
        <p:spPr>
          <a:xfrm>
            <a:off x="857250" y="2125980"/>
            <a:ext cx="2948940" cy="2263140"/>
          </a:xfrm>
        </p:spPr>
        <p:txBody>
          <a:bodyPr>
            <a:normAutofit/>
          </a:bodyPr>
          <a:lstStyle>
            <a:lvl1pPr marL="0" indent="0">
              <a:lnSpc>
                <a:spcPct val="100000"/>
              </a:lnSpc>
              <a:spcBef>
                <a:spcPts val="750"/>
              </a:spcBef>
              <a:buNone/>
              <a:defRPr sz="1275"/>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ko-KR" altLang="en-US"/>
              <a:t>마스터 텍스트 스타일을 편집하려면 클릭</a:t>
            </a:r>
          </a:p>
        </p:txBody>
      </p:sp>
      <p:sp>
        <p:nvSpPr>
          <p:cNvPr id="5" name="Date Placeholder 4"/>
          <p:cNvSpPr>
            <a:spLocks noGrp="1"/>
          </p:cNvSpPr>
          <p:nvPr>
            <p:ph type="dt" sz="half" idx="10"/>
          </p:nvPr>
        </p:nvSpPr>
        <p:spPr/>
        <p:txBody>
          <a:bodyPr/>
          <a:lstStyle/>
          <a:p>
            <a:fld id="{A5FFAB59-05A6-41B5-A2D4-5F61552A237A}" type="datetimeFigureOut">
              <a:rPr lang="en-US" smtClean="0"/>
              <a:t>9/29/2025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pPr marL="0" lvl="0" indent="0" algn="r" rtl="0">
              <a:spcBef>
                <a:spcPts val="0"/>
              </a:spcBef>
              <a:spcAft>
                <a:spcPts val="0"/>
              </a:spcAft>
              <a:buNone/>
              <a:defRPr/>
            </a:pPr>
            <a:fld id="{00000000-1234-1234-1234-123412341234}" type="slidenum">
              <a:rPr lang="en-US" altLang="ko" smtClean="0"/>
              <a:pPr marL="0" lvl="0" indent="0" algn="r" rtl="0">
                <a:spcBef>
                  <a:spcPts val="0"/>
                </a:spcBef>
                <a:spcAft>
                  <a:spcPts val="0"/>
                </a:spcAft>
                <a:buNone/>
                <a:defRPr/>
              </a:pPr>
              <a:t>‹#›</a:t>
            </a:fld>
            <a:endParaRPr lang="ko" altLang="en-US"/>
          </a:p>
        </p:txBody>
      </p:sp>
    </p:spTree>
    <p:extLst>
      <p:ext uri="{BB962C8B-B14F-4D97-AF65-F5344CB8AC3E}">
        <p14:creationId xmlns:p14="http://schemas.microsoft.com/office/powerpoint/2010/main" val="1843666684"/>
      </p:ext>
    </p:extLst>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캡션 있는 그림">
    <p:spTree>
      <p:nvGrpSpPr>
        <p:cNvPr id="1" name=""/>
        <p:cNvGrpSpPr/>
        <p:nvPr/>
      </p:nvGrpSpPr>
      <p:grpSpPr>
        <a:xfrm>
          <a:off x="0" y="0"/>
          <a:ext cx="0" cy="0"/>
          <a:chOff x="0" y="0"/>
          <a:chExt cx="0" cy="0"/>
        </a:xfrm>
      </p:grpSpPr>
      <p:sp>
        <p:nvSpPr>
          <p:cNvPr id="2" name="Title 1"/>
          <p:cNvSpPr>
            <a:spLocks noGrp="1"/>
          </p:cNvSpPr>
          <p:nvPr>
            <p:ph type="title"/>
          </p:nvPr>
        </p:nvSpPr>
        <p:spPr>
          <a:xfrm>
            <a:off x="857250" y="822960"/>
            <a:ext cx="2948940" cy="1303020"/>
          </a:xfrm>
        </p:spPr>
        <p:txBody>
          <a:bodyPr anchor="b">
            <a:noAutofit/>
          </a:bodyPr>
          <a:lstStyle>
            <a:lvl1pPr>
              <a:lnSpc>
                <a:spcPct val="90000"/>
              </a:lnSpc>
              <a:defRPr sz="3000" b="0"/>
            </a:lvl1pPr>
          </a:lstStyle>
          <a:p>
            <a:r>
              <a:rPr lang="ko-KR" altLang="en-US"/>
              <a:t>마스터 제목 스타일 편집</a:t>
            </a:r>
            <a:endParaRPr lang="en-US" dirty="0"/>
          </a:p>
        </p:txBody>
      </p:sp>
      <p:sp>
        <p:nvSpPr>
          <p:cNvPr id="3" name="Picture Placeholder 2"/>
          <p:cNvSpPr>
            <a:spLocks noGrp="1" noChangeAspect="1"/>
          </p:cNvSpPr>
          <p:nvPr>
            <p:ph type="pic" idx="1"/>
          </p:nvPr>
        </p:nvSpPr>
        <p:spPr>
          <a:xfrm>
            <a:off x="4059936" y="802385"/>
            <a:ext cx="4574286" cy="3600450"/>
          </a:xfrm>
        </p:spPr>
        <p:txBody>
          <a:bodyPr lIns="274320" tIns="182880" anchor="t">
            <a:normAutofit/>
          </a:bodyPr>
          <a:lstStyle>
            <a:lvl1pPr marL="0" indent="0">
              <a:buNone/>
              <a:defRPr sz="21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ko-KR" altLang="en-US"/>
              <a:t>그림을 추가하려면 아이콘을 클릭하십시오</a:t>
            </a:r>
            <a:endParaRPr lang="en-US" dirty="0"/>
          </a:p>
        </p:txBody>
      </p:sp>
      <p:sp>
        <p:nvSpPr>
          <p:cNvPr id="4" name="Text Placeholder 3"/>
          <p:cNvSpPr>
            <a:spLocks noGrp="1"/>
          </p:cNvSpPr>
          <p:nvPr>
            <p:ph type="body" sz="half" idx="2"/>
          </p:nvPr>
        </p:nvSpPr>
        <p:spPr>
          <a:xfrm>
            <a:off x="857250" y="2125980"/>
            <a:ext cx="2948940" cy="2160270"/>
          </a:xfrm>
        </p:spPr>
        <p:txBody>
          <a:bodyPr>
            <a:normAutofit/>
          </a:bodyPr>
          <a:lstStyle>
            <a:lvl1pPr marL="0" indent="0">
              <a:lnSpc>
                <a:spcPct val="100000"/>
              </a:lnSpc>
              <a:spcBef>
                <a:spcPts val="750"/>
              </a:spcBef>
              <a:buNone/>
              <a:defRPr sz="1275"/>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ko-KR" altLang="en-US"/>
              <a:t>마스터 텍스트 스타일을 편집하려면 클릭</a:t>
            </a:r>
          </a:p>
        </p:txBody>
      </p:sp>
      <p:sp>
        <p:nvSpPr>
          <p:cNvPr id="5" name="Date Placeholder 4"/>
          <p:cNvSpPr>
            <a:spLocks noGrp="1"/>
          </p:cNvSpPr>
          <p:nvPr>
            <p:ph type="dt" sz="half" idx="10"/>
          </p:nvPr>
        </p:nvSpPr>
        <p:spPr/>
        <p:txBody>
          <a:bodyPr/>
          <a:lstStyle/>
          <a:p>
            <a:fld id="{A5FFAB59-05A6-41B5-A2D4-5F61552A237A}" type="datetimeFigureOut">
              <a:rPr lang="en-US" smtClean="0"/>
              <a:t>9/29/2025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pPr marL="0" lvl="0" indent="0" algn="r" rtl="0">
              <a:spcBef>
                <a:spcPts val="0"/>
              </a:spcBef>
              <a:spcAft>
                <a:spcPts val="0"/>
              </a:spcAft>
              <a:buNone/>
              <a:defRPr/>
            </a:pPr>
            <a:fld id="{00000000-1234-1234-1234-123412341234}" type="slidenum">
              <a:rPr lang="en-US" altLang="ko" smtClean="0"/>
              <a:pPr marL="0" lvl="0" indent="0" algn="r" rtl="0">
                <a:spcBef>
                  <a:spcPts val="0"/>
                </a:spcBef>
                <a:spcAft>
                  <a:spcPts val="0"/>
                </a:spcAft>
                <a:buNone/>
                <a:defRPr/>
              </a:pPr>
              <a:t>‹#›</a:t>
            </a:fld>
            <a:endParaRPr lang="ko" altLang="en-US"/>
          </a:p>
        </p:txBody>
      </p:sp>
    </p:spTree>
    <p:extLst>
      <p:ext uri="{BB962C8B-B14F-4D97-AF65-F5344CB8AC3E}">
        <p14:creationId xmlns:p14="http://schemas.microsoft.com/office/powerpoint/2010/main" val="2509576271"/>
      </p:ext>
    </p:extLst>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제목 및 세로 텍스트">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ko-KR" altLang="en-US"/>
              <a:t>마스터 제목 스타일 편집</a:t>
            </a:r>
            <a:endParaRPr lang="en-US" dirty="0"/>
          </a:p>
        </p:txBody>
      </p:sp>
      <p:sp>
        <p:nvSpPr>
          <p:cNvPr id="3" name="Vertical Text Placeholder 2"/>
          <p:cNvSpPr>
            <a:spLocks noGrp="1"/>
          </p:cNvSpPr>
          <p:nvPr>
            <p:ph type="body" orient="vert" idx="1"/>
          </p:nvPr>
        </p:nvSpPr>
        <p:spPr/>
        <p:txBody>
          <a:bodyPr vert="eaVert"/>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endParaRPr lang="en-US" dirty="0"/>
          </a:p>
        </p:txBody>
      </p:sp>
      <p:sp>
        <p:nvSpPr>
          <p:cNvPr id="4" name="Date Placeholder 3"/>
          <p:cNvSpPr>
            <a:spLocks noGrp="1"/>
          </p:cNvSpPr>
          <p:nvPr>
            <p:ph type="dt" sz="half" idx="10"/>
          </p:nvPr>
        </p:nvSpPr>
        <p:spPr/>
        <p:txBody>
          <a:bodyPr/>
          <a:lstStyle/>
          <a:p>
            <a:fld id="{A5FFAB59-05A6-41B5-A2D4-5F61552A237A}" type="datetimeFigureOut">
              <a:rPr lang="en-US" smtClean="0"/>
              <a:t>9/29/2025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defRPr/>
            </a:pPr>
            <a:fld id="{00000000-1234-1234-1234-123412341234}" type="slidenum">
              <a:rPr lang="en-US" altLang="ko" smtClean="0"/>
              <a:pPr marL="0" lvl="0" indent="0" algn="r" rtl="0">
                <a:spcBef>
                  <a:spcPts val="0"/>
                </a:spcBef>
                <a:spcAft>
                  <a:spcPts val="0"/>
                </a:spcAft>
                <a:buNone/>
                <a:defRPr/>
              </a:pPr>
              <a:t>‹#›</a:t>
            </a:fld>
            <a:endParaRPr lang="ko" altLang="en-US"/>
          </a:p>
        </p:txBody>
      </p:sp>
    </p:spTree>
    <p:extLst>
      <p:ext uri="{BB962C8B-B14F-4D97-AF65-F5344CB8AC3E}">
        <p14:creationId xmlns:p14="http://schemas.microsoft.com/office/powerpoint/2010/main" val="2600962829"/>
      </p:ext>
    </p:extLst>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세로 제목 및 텍스트">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571500"/>
            <a:ext cx="1743075" cy="4057650"/>
          </a:xfrm>
        </p:spPr>
        <p:txBody>
          <a:bodyPr vert="eaVert"/>
          <a:lstStyle/>
          <a:p>
            <a:r>
              <a:rPr lang="ko-KR" altLang="en-US"/>
              <a:t>마스터 제목 스타일 편집</a:t>
            </a:r>
            <a:endParaRPr lang="en-US" dirty="0"/>
          </a:p>
        </p:txBody>
      </p:sp>
      <p:sp>
        <p:nvSpPr>
          <p:cNvPr id="3" name="Vertical Text Placeholder 2"/>
          <p:cNvSpPr>
            <a:spLocks noGrp="1"/>
          </p:cNvSpPr>
          <p:nvPr>
            <p:ph type="body" orient="vert" idx="1"/>
          </p:nvPr>
        </p:nvSpPr>
        <p:spPr>
          <a:xfrm>
            <a:off x="857250" y="571500"/>
            <a:ext cx="5572125" cy="4057650"/>
          </a:xfrm>
        </p:spPr>
        <p:txBody>
          <a:bodyPr vert="eaVert"/>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endParaRPr lang="en-US" dirty="0"/>
          </a:p>
        </p:txBody>
      </p:sp>
      <p:sp>
        <p:nvSpPr>
          <p:cNvPr id="4" name="Date Placeholder 3"/>
          <p:cNvSpPr>
            <a:spLocks noGrp="1"/>
          </p:cNvSpPr>
          <p:nvPr>
            <p:ph type="dt" sz="half" idx="10"/>
          </p:nvPr>
        </p:nvSpPr>
        <p:spPr/>
        <p:txBody>
          <a:bodyPr/>
          <a:lstStyle/>
          <a:p>
            <a:fld id="{A5FFAB59-05A6-41B5-A2D4-5F61552A237A}" type="datetimeFigureOut">
              <a:rPr lang="en-US" smtClean="0"/>
              <a:t>9/29/2025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defRPr/>
            </a:pPr>
            <a:fld id="{00000000-1234-1234-1234-123412341234}" type="slidenum">
              <a:rPr lang="en-US" altLang="ko" smtClean="0"/>
              <a:pPr marL="0" lvl="0" indent="0" algn="r" rtl="0">
                <a:spcBef>
                  <a:spcPts val="0"/>
                </a:spcBef>
                <a:spcAft>
                  <a:spcPts val="0"/>
                </a:spcAft>
                <a:buNone/>
                <a:defRPr/>
              </a:pPr>
              <a:t>‹#›</a:t>
            </a:fld>
            <a:endParaRPr lang="ko" altLang="en-US"/>
          </a:p>
        </p:txBody>
      </p:sp>
    </p:spTree>
    <p:extLst>
      <p:ext uri="{BB962C8B-B14F-4D97-AF65-F5344CB8AC3E}">
        <p14:creationId xmlns:p14="http://schemas.microsoft.com/office/powerpoint/2010/main" val="461026591"/>
      </p:ext>
    </p:extLst>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_AND_BODY">
  <p:cSld name="TITLE_AND_BODY">
    <p:spTree>
      <p:nvGrpSpPr>
        <p:cNvPr id="1" name=""/>
        <p:cNvGrpSpPr/>
        <p:nvPr/>
      </p:nvGrpSpPr>
      <p:grpSpPr>
        <a:xfrm>
          <a:off x="0" y="0"/>
          <a:ext cx="0" cy="0"/>
          <a:chOff x="0" y="0"/>
          <a:chExt cx="0" cy="0"/>
        </a:xfrm>
      </p:grpSpPr>
      <p:sp>
        <p:nvSpPr>
          <p:cNvPr id="19" name="Google Shape;19;p4"/>
          <p:cNvSpPr txBox="1">
            <a:spLocks noGrp="1"/>
          </p:cNvSpPr>
          <p:nvPr>
            <p:ph type="sldNum" idx="12"/>
          </p:nvPr>
        </p:nvSpPr>
        <p:spPr>
          <a:xfrm>
            <a:off x="8595300" y="4851623"/>
            <a:ext cx="548700" cy="393600"/>
          </a:xfrm>
          <a:prstGeom prst="rect">
            <a:avLst/>
          </a:prstGeom>
        </p:spPr>
        <p:txBody>
          <a:bodyPr wrap="square" lIns="91424" tIns="91424" rIns="91424" bIns="91424" anchor="ctr" anchorCtr="0">
            <a:normAutofit/>
          </a:bodyPr>
          <a:lstStyle>
            <a:lvl1pPr lvl="0">
              <a:buNone/>
              <a:defRPr b="1">
                <a:solidFill>
                  <a:schemeClr val="lt1"/>
                </a:solidFill>
                <a:latin typeface="KoPub돋움체 Light"/>
                <a:ea typeface="KoPub돋움체 Light"/>
              </a:defRPr>
            </a:lvl1pPr>
            <a:lvl2pPr lvl="1">
              <a:buNone/>
              <a:defRPr>
                <a:solidFill>
                  <a:srgbClr val="000000"/>
                </a:solidFill>
              </a:defRPr>
            </a:lvl2pPr>
            <a:lvl3pPr lvl="2">
              <a:buNone/>
              <a:defRPr>
                <a:solidFill>
                  <a:srgbClr val="000000"/>
                </a:solidFill>
              </a:defRPr>
            </a:lvl3pPr>
            <a:lvl4pPr lvl="3">
              <a:buNone/>
              <a:defRPr>
                <a:solidFill>
                  <a:srgbClr val="000000"/>
                </a:solidFill>
              </a:defRPr>
            </a:lvl4pPr>
            <a:lvl5pPr lvl="4">
              <a:buNone/>
              <a:defRPr>
                <a:solidFill>
                  <a:srgbClr val="000000"/>
                </a:solidFill>
              </a:defRPr>
            </a:lvl5pPr>
            <a:lvl6pPr lvl="5">
              <a:buNone/>
              <a:defRPr>
                <a:solidFill>
                  <a:srgbClr val="000000"/>
                </a:solidFill>
              </a:defRPr>
            </a:lvl6pPr>
            <a:lvl7pPr lvl="6">
              <a:buNone/>
              <a:defRPr>
                <a:solidFill>
                  <a:srgbClr val="000000"/>
                </a:solidFill>
              </a:defRPr>
            </a:lvl7pPr>
            <a:lvl8pPr lvl="7">
              <a:buNone/>
              <a:defRPr>
                <a:solidFill>
                  <a:srgbClr val="000000"/>
                </a:solidFill>
              </a:defRPr>
            </a:lvl8pPr>
            <a:lvl9pPr lvl="8">
              <a:buNone/>
              <a:defRPr>
                <a:solidFill>
                  <a:srgbClr val="000000"/>
                </a:solidFill>
              </a:defRPr>
            </a:lvl9pPr>
          </a:lstStyle>
          <a:p>
            <a:pPr marL="0" lvl="0" indent="0" algn="r" rtl="0">
              <a:spcBef>
                <a:spcPts val="0"/>
              </a:spcBef>
              <a:spcAft>
                <a:spcPts val="0"/>
              </a:spcAft>
              <a:buNone/>
              <a:defRPr/>
            </a:pPr>
            <a:fld id="{00000000-1234-1234-1234-123412341234}" type="slidenum">
              <a:rPr lang="ko" smtClean="0"/>
              <a:pPr marL="0" lvl="0" indent="0" algn="r" rtl="0">
                <a:spcBef>
                  <a:spcPts val="0"/>
                </a:spcBef>
                <a:spcAft>
                  <a:spcPts val="0"/>
                </a:spcAft>
                <a:buNone/>
                <a:defRPr/>
              </a:pPr>
              <a:t>‹#›</a:t>
            </a:fld>
            <a:endParaRPr dirty="0"/>
          </a:p>
        </p:txBody>
      </p:sp>
      <p:sp>
        <p:nvSpPr>
          <p:cNvPr id="21" name="Google Shape;68;p15"/>
          <p:cNvSpPr txBox="1">
            <a:spLocks noGrp="1"/>
          </p:cNvSpPr>
          <p:nvPr userDrawn="1"/>
        </p:nvSpPr>
        <p:spPr>
          <a:xfrm>
            <a:off x="149867" y="0"/>
            <a:ext cx="8844266" cy="295272"/>
          </a:xfrm>
          <a:prstGeom prst="rect">
            <a:avLst/>
          </a:prstGeom>
          <a:solidFill>
            <a:srgbClr val="0B0B1A"/>
          </a:solidFill>
        </p:spPr>
        <p:txBody>
          <a:bodyPr vert="horz" wrap="square" lIns="91424" tIns="91424" rIns="91424" bIns="91424" anchor="t" anchorCtr="0">
            <a:noAutofit/>
          </a:bodyPr>
          <a:lstStyle/>
          <a:p>
            <a:pPr marL="68580" lvl="0" indent="0" algn="l" defTabSz="685800" rtl="0" eaLnBrk="1" latinLnBrk="1" hangingPunct="1">
              <a:lnSpc>
                <a:spcPct val="90000"/>
              </a:lnSpc>
              <a:spcBef>
                <a:spcPts val="0"/>
              </a:spcBef>
              <a:spcAft>
                <a:spcPts val="0"/>
              </a:spcAft>
              <a:buSzPct val="100000"/>
              <a:buNone/>
              <a:defRPr/>
            </a:pPr>
            <a:endParaRPr kumimoji="0" lang="en-US" altLang="ko-KR" sz="1600" b="1" i="0" u="none" strike="noStrike" kern="1200" cap="none" spc="0" normalizeH="0" baseline="0">
              <a:solidFill>
                <a:schemeClr val="lt1"/>
              </a:solidFill>
              <a:latin typeface="KoPub돋움체 Light"/>
              <a:ea typeface="KoPub돋움체 Light"/>
              <a:cs typeface="+mn-cs"/>
            </a:endParaRPr>
          </a:p>
        </p:txBody>
      </p:sp>
      <p:sp>
        <p:nvSpPr>
          <p:cNvPr id="22" name="TextBox 21"/>
          <p:cNvSpPr txBox="1"/>
          <p:nvPr userDrawn="1"/>
        </p:nvSpPr>
        <p:spPr>
          <a:xfrm>
            <a:off x="216393" y="0"/>
            <a:ext cx="8726269" cy="286064"/>
          </a:xfrm>
          <a:prstGeom prst="rect">
            <a:avLst/>
          </a:prstGeom>
        </p:spPr>
        <p:txBody>
          <a:bodyPr wrap="square">
            <a:spAutoFit/>
          </a:bodyPr>
          <a:lstStyle/>
          <a:p>
            <a:pPr>
              <a:defRPr/>
            </a:pPr>
            <a:endParaRPr lang="ko-KR" altLang="en-US" b="1">
              <a:latin typeface="KoPub돋움체 Light"/>
              <a:ea typeface="KoPub돋움체 Light"/>
            </a:endParaRPr>
          </a:p>
        </p:txBody>
      </p:sp>
    </p:spTree>
  </p:cSld>
  <p:clrMapOvr>
    <a:masterClrMapping/>
  </p:clrMapOvr>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1_제목 슬라이드" preserve="1" userDrawn="1">
  <p:cSld name="1_제목 슬라이드">
    <p:spTree>
      <p:nvGrpSpPr>
        <p:cNvPr id="1" name=""/>
        <p:cNvGrpSpPr/>
        <p:nvPr/>
      </p:nvGrpSpPr>
      <p:grpSpPr>
        <a:xfrm>
          <a:off x="0" y="0"/>
          <a:ext cx="0" cy="0"/>
          <a:chOff x="0" y="0"/>
          <a:chExt cx="0" cy="0"/>
        </a:xfrm>
      </p:grpSpPr>
      <p:sp>
        <p:nvSpPr>
          <p:cNvPr id="2" name="모서리가 둥근 직사각형 2"/>
          <p:cNvSpPr>
            <a:spLocks noChangeArrowheads="1"/>
          </p:cNvSpPr>
          <p:nvPr userDrawn="1"/>
        </p:nvSpPr>
        <p:spPr>
          <a:xfrm>
            <a:off x="4724400" y="4899423"/>
            <a:ext cx="495300" cy="167877"/>
          </a:xfrm>
          <a:prstGeom prst="roundRect">
            <a:avLst>
              <a:gd name="adj" fmla="val 16667"/>
            </a:avLst>
          </a:prstGeom>
          <a:noFill/>
          <a:ln>
            <a:noFill/>
          </a:ln>
        </p:spPr>
        <p:txBody>
          <a:bodyPr/>
          <a:lstStyle/>
          <a:p>
            <a:pPr lvl="0">
              <a:defRPr/>
            </a:pPr>
            <a:endParaRPr lang="ko-KR" altLang="en-US"/>
          </a:p>
        </p:txBody>
      </p:sp>
      <p:sp>
        <p:nvSpPr>
          <p:cNvPr id="3" name="슬라이드 번호 개체 틀 7"/>
          <p:cNvSpPr txBox="1"/>
          <p:nvPr userDrawn="1"/>
        </p:nvSpPr>
        <p:spPr>
          <a:xfrm>
            <a:off x="3708400" y="4845844"/>
            <a:ext cx="1763712" cy="426243"/>
          </a:xfrm>
          <a:prstGeom prst="rect">
            <a:avLst/>
          </a:prstGeom>
        </p:spPr>
        <p:txBody>
          <a:bodyPr lIns="99569" tIns="49785" rIns="99569" bIns="49785" anchor="ctr"/>
          <a:lstStyle>
            <a:defPPr>
              <a:defRPr lang="ko-KR"/>
            </a:defPPr>
            <a:lvl1pPr algn="ctr" rtl="0" fontAlgn="base" latinLnBrk="1">
              <a:spcBef>
                <a:spcPct val="0"/>
              </a:spcBef>
              <a:spcAft>
                <a:spcPct val="0"/>
              </a:spcAft>
              <a:defRPr kumimoji="1" sz="1100" b="1" kern="1200">
                <a:solidFill>
                  <a:schemeClr val="tx1"/>
                </a:solidFill>
                <a:latin typeface="Rix고딕 L"/>
                <a:ea typeface="Rix고딕 L"/>
                <a:cs typeface="+mn-cs"/>
              </a:defRPr>
            </a:lvl1pPr>
            <a:lvl2pPr marL="456292" indent="-36445" algn="l" rtl="0" fontAlgn="base" latinLnBrk="1">
              <a:spcBef>
                <a:spcPct val="0"/>
              </a:spcBef>
              <a:spcAft>
                <a:spcPct val="0"/>
              </a:spcAft>
              <a:defRPr kumimoji="1" sz="1000" kern="1200">
                <a:solidFill>
                  <a:schemeClr val="tx1"/>
                </a:solidFill>
                <a:latin typeface="Rix고딕 L"/>
                <a:ea typeface="Rix고딕 L"/>
                <a:cs typeface="+mn-cs"/>
              </a:defRPr>
            </a:lvl2pPr>
            <a:lvl3pPr marL="914042" indent="-74348" algn="l" rtl="0" fontAlgn="base" latinLnBrk="1">
              <a:spcBef>
                <a:spcPct val="0"/>
              </a:spcBef>
              <a:spcAft>
                <a:spcPct val="0"/>
              </a:spcAft>
              <a:defRPr kumimoji="1" sz="1000" kern="1200">
                <a:solidFill>
                  <a:schemeClr val="tx1"/>
                </a:solidFill>
                <a:latin typeface="Rix고딕 L"/>
                <a:ea typeface="Rix고딕 L"/>
                <a:cs typeface="+mn-cs"/>
              </a:defRPr>
            </a:lvl3pPr>
            <a:lvl4pPr marL="1370333" indent="-110793" algn="l" rtl="0" fontAlgn="base" latinLnBrk="1">
              <a:spcBef>
                <a:spcPct val="0"/>
              </a:spcBef>
              <a:spcAft>
                <a:spcPct val="0"/>
              </a:spcAft>
              <a:defRPr kumimoji="1" sz="1000" kern="1200">
                <a:solidFill>
                  <a:schemeClr val="tx1"/>
                </a:solidFill>
                <a:latin typeface="Rix고딕 L"/>
                <a:ea typeface="Rix고딕 L"/>
                <a:cs typeface="+mn-cs"/>
              </a:defRPr>
            </a:lvl4pPr>
            <a:lvl5pPr marL="1828083" indent="-148696" algn="l" rtl="0" fontAlgn="base" latinLnBrk="1">
              <a:spcBef>
                <a:spcPct val="0"/>
              </a:spcBef>
              <a:spcAft>
                <a:spcPct val="0"/>
              </a:spcAft>
              <a:defRPr kumimoji="1" sz="1000" kern="1200">
                <a:solidFill>
                  <a:schemeClr val="tx1"/>
                </a:solidFill>
                <a:latin typeface="Rix고딕 L"/>
                <a:ea typeface="Rix고딕 L"/>
                <a:cs typeface="+mn-cs"/>
              </a:defRPr>
            </a:lvl5pPr>
            <a:lvl6pPr marL="2099234" algn="l" defTabSz="839694" rtl="0" eaLnBrk="1" latinLnBrk="1" hangingPunct="1">
              <a:defRPr kumimoji="1" sz="1000" kern="1200">
                <a:solidFill>
                  <a:schemeClr val="tx1"/>
                </a:solidFill>
                <a:latin typeface="Rix고딕 L"/>
                <a:ea typeface="Rix고딕 L"/>
                <a:cs typeface="+mn-cs"/>
              </a:defRPr>
            </a:lvl6pPr>
            <a:lvl7pPr marL="2519081" algn="l" defTabSz="839694" rtl="0" eaLnBrk="1" latinLnBrk="1" hangingPunct="1">
              <a:defRPr kumimoji="1" sz="1000" kern="1200">
                <a:solidFill>
                  <a:schemeClr val="tx1"/>
                </a:solidFill>
                <a:latin typeface="Rix고딕 L"/>
                <a:ea typeface="Rix고딕 L"/>
                <a:cs typeface="+mn-cs"/>
              </a:defRPr>
            </a:lvl7pPr>
            <a:lvl8pPr marL="2938927" algn="l" defTabSz="839694" rtl="0" eaLnBrk="1" latinLnBrk="1" hangingPunct="1">
              <a:defRPr kumimoji="1" sz="1000" kern="1200">
                <a:solidFill>
                  <a:schemeClr val="tx1"/>
                </a:solidFill>
                <a:latin typeface="Rix고딕 L"/>
                <a:ea typeface="Rix고딕 L"/>
                <a:cs typeface="+mn-cs"/>
              </a:defRPr>
            </a:lvl8pPr>
            <a:lvl9pPr marL="3358774" algn="l" defTabSz="839694" rtl="0" eaLnBrk="1" latinLnBrk="1" hangingPunct="1">
              <a:defRPr kumimoji="1" sz="1000" kern="1200">
                <a:solidFill>
                  <a:schemeClr val="tx1"/>
                </a:solidFill>
                <a:latin typeface="Rix고딕 L"/>
                <a:ea typeface="Rix고딕 L"/>
                <a:cs typeface="+mn-cs"/>
              </a:defRPr>
            </a:lvl9pPr>
          </a:lstStyle>
          <a:p>
            <a:pPr>
              <a:defRPr/>
            </a:pPr>
            <a:fld id="{95631B65-E6D5-4CBC-BA4B-F51FB262ECC2}" type="slidenum">
              <a:rPr lang="ko-KR" altLang="en-US" sz="900" b="0">
                <a:solidFill>
                  <a:schemeClr val="tx1">
                    <a:lumMod val="75000"/>
                    <a:lumOff val="25000"/>
                  </a:schemeClr>
                </a:solidFill>
                <a:latin typeface="Wingdings"/>
                <a:sym typeface="Wingdings"/>
              </a:rPr>
              <a:pPr>
                <a:defRPr/>
              </a:pPr>
              <a:t>‹#›</a:t>
            </a:fld>
            <a:endParaRPr lang="ko-KR" altLang="en-US" sz="900" b="0">
              <a:solidFill>
                <a:schemeClr val="tx1">
                  <a:lumMod val="75000"/>
                  <a:lumOff val="25000"/>
                </a:schemeClr>
              </a:solidFill>
              <a:latin typeface="Wingdings"/>
              <a:sym typeface="Wingdings"/>
            </a:endParaRPr>
          </a:p>
        </p:txBody>
      </p:sp>
      <p:sp>
        <p:nvSpPr>
          <p:cNvPr id="5" name="Google Shape;19;p4"/>
          <p:cNvSpPr txBox="1">
            <a:spLocks noGrp="1"/>
          </p:cNvSpPr>
          <p:nvPr userDrawn="1">
            <p:ph type="sldNum" idx="10"/>
          </p:nvPr>
        </p:nvSpPr>
        <p:spPr>
          <a:xfrm>
            <a:off x="8595300" y="4851623"/>
            <a:ext cx="548700" cy="393600"/>
          </a:xfrm>
          <a:prstGeom prst="rect">
            <a:avLst/>
          </a:prstGeom>
        </p:spPr>
        <p:txBody>
          <a:bodyPr vert="horz" wrap="square" lIns="91424" tIns="91424" rIns="91424" bIns="91424" anchor="ctr" anchorCtr="0">
            <a:normAutofit/>
          </a:bodyPr>
          <a:lstStyle>
            <a:lvl1pPr>
              <a:defRPr b="1">
                <a:latin typeface="KoPub돋움체 Light"/>
                <a:ea typeface="KoPub돋움체 Light"/>
              </a:defRPr>
            </a:lvl1pPr>
          </a:lstStyle>
          <a:p>
            <a:pPr marL="0" lvl="0" indent="0" algn="r" rtl="0">
              <a:spcBef>
                <a:spcPts val="0"/>
              </a:spcBef>
              <a:spcAft>
                <a:spcPts val="0"/>
              </a:spcAft>
              <a:buNone/>
              <a:defRPr/>
            </a:pPr>
            <a:fld id="{00000000-1234-1234-1234-123412341234}" type="slidenum">
              <a:rPr lang="ko" smtClean="0"/>
              <a:pPr marL="0" lvl="0" indent="0" algn="r" rtl="0">
                <a:spcBef>
                  <a:spcPts val="0"/>
                </a:spcBef>
                <a:spcAft>
                  <a:spcPts val="0"/>
                </a:spcAft>
                <a:buNone/>
                <a:defRPr/>
              </a:pPr>
              <a:t>‹#›</a:t>
            </a:fld>
            <a:endParaRPr dirty="0"/>
          </a:p>
        </p:txBody>
      </p:sp>
    </p:spTree>
  </p:cSld>
  <p:clrMapOvr>
    <a:masterClrMapping/>
  </p:clrMapOvr>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LE_AND_BODY" type="tx">
  <p:cSld name="TITLE_AND_BODY">
    <p:spTree>
      <p:nvGrpSpPr>
        <p:cNvPr id="1" name=""/>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p:spPr>
        <p:txBody>
          <a:bodyPr wrap="square" lIns="91424" tIns="91424" rIns="91424" bIns="91424" anchor="t" anchorCtr="0">
            <a:normAutofit/>
          </a:bodyPr>
          <a:lstStyle>
            <a:lvl1pPr lvl="0">
              <a:spcBef>
                <a:spcPts val="0"/>
              </a:spcBef>
              <a:spcAft>
                <a:spcPts val="0"/>
              </a:spcAft>
              <a:buSzPts val="2800"/>
              <a:buNone/>
              <a:defRPr>
                <a:solidFill>
                  <a:srgbClr val="000000"/>
                </a:solidFill>
              </a:defRPr>
            </a:lvl1pPr>
            <a:lvl2pPr lvl="1">
              <a:spcBef>
                <a:spcPts val="0"/>
              </a:spcBef>
              <a:spcAft>
                <a:spcPts val="0"/>
              </a:spcAft>
              <a:buSzPts val="2800"/>
              <a:buNone/>
              <a:defRPr>
                <a:solidFill>
                  <a:srgbClr val="000000"/>
                </a:solidFill>
              </a:defRPr>
            </a:lvl2pPr>
            <a:lvl3pPr lvl="2">
              <a:spcBef>
                <a:spcPts val="0"/>
              </a:spcBef>
              <a:spcAft>
                <a:spcPts val="0"/>
              </a:spcAft>
              <a:buSzPts val="2800"/>
              <a:buNone/>
              <a:defRPr>
                <a:solidFill>
                  <a:srgbClr val="000000"/>
                </a:solidFill>
              </a:defRPr>
            </a:lvl3pPr>
            <a:lvl4pPr lvl="3">
              <a:spcBef>
                <a:spcPts val="0"/>
              </a:spcBef>
              <a:spcAft>
                <a:spcPts val="0"/>
              </a:spcAft>
              <a:buSzPts val="2800"/>
              <a:buNone/>
              <a:defRPr>
                <a:solidFill>
                  <a:srgbClr val="000000"/>
                </a:solidFill>
              </a:defRPr>
            </a:lvl4pPr>
            <a:lvl5pPr lvl="4">
              <a:spcBef>
                <a:spcPts val="0"/>
              </a:spcBef>
              <a:spcAft>
                <a:spcPts val="0"/>
              </a:spcAft>
              <a:buSzPts val="2800"/>
              <a:buNone/>
              <a:defRPr>
                <a:solidFill>
                  <a:srgbClr val="000000"/>
                </a:solidFill>
              </a:defRPr>
            </a:lvl5pPr>
            <a:lvl6pPr lvl="5">
              <a:spcBef>
                <a:spcPts val="0"/>
              </a:spcBef>
              <a:spcAft>
                <a:spcPts val="0"/>
              </a:spcAft>
              <a:buSzPts val="2800"/>
              <a:buNone/>
              <a:defRPr>
                <a:solidFill>
                  <a:srgbClr val="000000"/>
                </a:solidFill>
              </a:defRPr>
            </a:lvl6pPr>
            <a:lvl7pPr lvl="6">
              <a:spcBef>
                <a:spcPts val="0"/>
              </a:spcBef>
              <a:spcAft>
                <a:spcPts val="0"/>
              </a:spcAft>
              <a:buSzPts val="2800"/>
              <a:buNone/>
              <a:defRPr>
                <a:solidFill>
                  <a:srgbClr val="000000"/>
                </a:solidFill>
              </a:defRPr>
            </a:lvl7pPr>
            <a:lvl8pPr lvl="7">
              <a:spcBef>
                <a:spcPts val="0"/>
              </a:spcBef>
              <a:spcAft>
                <a:spcPts val="0"/>
              </a:spcAft>
              <a:buSzPts val="2800"/>
              <a:buNone/>
              <a:defRPr>
                <a:solidFill>
                  <a:srgbClr val="000000"/>
                </a:solidFill>
              </a:defRPr>
            </a:lvl8pPr>
            <a:lvl9pPr lvl="8">
              <a:spcBef>
                <a:spcPts val="0"/>
              </a:spcBef>
              <a:spcAft>
                <a:spcPts val="0"/>
              </a:spcAft>
              <a:buSzPts val="2800"/>
              <a:buNone/>
              <a:defRPr>
                <a:solidFill>
                  <a:srgbClr val="000000"/>
                </a:solidFill>
              </a:defRPr>
            </a:lvl9pPr>
          </a:lstStyle>
          <a:p>
            <a:pPr lvl="0">
              <a:defRPr/>
            </a:pPr>
            <a:endParaRPr lang="ko-KR" altLang="en-US"/>
          </a:p>
        </p:txBody>
      </p:sp>
      <p:sp>
        <p:nvSpPr>
          <p:cNvPr id="18" name="Google Shape;18;p4"/>
          <p:cNvSpPr txBox="1">
            <a:spLocks noGrp="1"/>
          </p:cNvSpPr>
          <p:nvPr>
            <p:ph type="body" idx="1"/>
          </p:nvPr>
        </p:nvSpPr>
        <p:spPr>
          <a:xfrm>
            <a:off x="311700" y="1152475"/>
            <a:ext cx="8520600" cy="3416400"/>
          </a:xfrm>
          <a:prstGeom prst="rect">
            <a:avLst/>
          </a:prstGeom>
        </p:spPr>
        <p:txBody>
          <a:bodyPr wrap="square" lIns="91424" tIns="91424" rIns="91424" bIns="91424" anchor="t" anchorCtr="0">
            <a:normAutofit/>
          </a:bodyPr>
          <a:lstStyle>
            <a:lvl1pPr marL="457200" lvl="0" indent="-342900">
              <a:spcBef>
                <a:spcPts val="0"/>
              </a:spcBef>
              <a:spcAft>
                <a:spcPts val="0"/>
              </a:spcAft>
              <a:buSzPts val="1800"/>
              <a:buChar char="●"/>
              <a:defRPr>
                <a:solidFill>
                  <a:srgbClr val="000000"/>
                </a:solidFill>
              </a:defRPr>
            </a:lvl1pPr>
            <a:lvl2pPr marL="914400" lvl="1" indent="-317500">
              <a:spcBef>
                <a:spcPts val="0"/>
              </a:spcBef>
              <a:spcAft>
                <a:spcPts val="0"/>
              </a:spcAft>
              <a:buSzPts val="1400"/>
              <a:buChar char="○"/>
              <a:defRPr>
                <a:solidFill>
                  <a:srgbClr val="000000"/>
                </a:solidFill>
              </a:defRPr>
            </a:lvl2pPr>
            <a:lvl3pPr marL="1371600" lvl="2" indent="-317500">
              <a:spcBef>
                <a:spcPts val="0"/>
              </a:spcBef>
              <a:spcAft>
                <a:spcPts val="0"/>
              </a:spcAft>
              <a:buSzPts val="1400"/>
              <a:buChar char="■"/>
              <a:defRPr>
                <a:solidFill>
                  <a:srgbClr val="000000"/>
                </a:solidFill>
              </a:defRPr>
            </a:lvl3pPr>
            <a:lvl4pPr marL="1828800" lvl="3" indent="-317500">
              <a:spcBef>
                <a:spcPts val="0"/>
              </a:spcBef>
              <a:spcAft>
                <a:spcPts val="0"/>
              </a:spcAft>
              <a:buSzPts val="1400"/>
              <a:buChar char="●"/>
              <a:defRPr>
                <a:solidFill>
                  <a:srgbClr val="000000"/>
                </a:solidFill>
              </a:defRPr>
            </a:lvl4pPr>
            <a:lvl5pPr marL="2286000" lvl="4" indent="-317500">
              <a:spcBef>
                <a:spcPts val="0"/>
              </a:spcBef>
              <a:spcAft>
                <a:spcPts val="0"/>
              </a:spcAft>
              <a:buSzPts val="1400"/>
              <a:buChar char="○"/>
              <a:defRPr>
                <a:solidFill>
                  <a:srgbClr val="000000"/>
                </a:solidFill>
              </a:defRPr>
            </a:lvl5pPr>
            <a:lvl6pPr marL="2743200" lvl="5" indent="-317500">
              <a:spcBef>
                <a:spcPts val="0"/>
              </a:spcBef>
              <a:spcAft>
                <a:spcPts val="0"/>
              </a:spcAft>
              <a:buSzPts val="1400"/>
              <a:buChar char="■"/>
              <a:defRPr>
                <a:solidFill>
                  <a:srgbClr val="000000"/>
                </a:solidFill>
              </a:defRPr>
            </a:lvl6pPr>
            <a:lvl7pPr marL="3200400" lvl="6" indent="-317500">
              <a:spcBef>
                <a:spcPts val="0"/>
              </a:spcBef>
              <a:spcAft>
                <a:spcPts val="0"/>
              </a:spcAft>
              <a:buSzPts val="1400"/>
              <a:buChar char="●"/>
              <a:defRPr>
                <a:solidFill>
                  <a:srgbClr val="000000"/>
                </a:solidFill>
              </a:defRPr>
            </a:lvl7pPr>
            <a:lvl8pPr marL="3657600" lvl="7" indent="-317500">
              <a:spcBef>
                <a:spcPts val="0"/>
              </a:spcBef>
              <a:spcAft>
                <a:spcPts val="0"/>
              </a:spcAft>
              <a:buSzPts val="1400"/>
              <a:buChar char="○"/>
              <a:defRPr>
                <a:solidFill>
                  <a:srgbClr val="000000"/>
                </a:solidFill>
              </a:defRPr>
            </a:lvl8pPr>
            <a:lvl9pPr marL="4114800" lvl="8" indent="-317500">
              <a:spcBef>
                <a:spcPts val="0"/>
              </a:spcBef>
              <a:spcAft>
                <a:spcPts val="0"/>
              </a:spcAft>
              <a:buSzPts val="1400"/>
              <a:buChar char="■"/>
              <a:defRPr>
                <a:solidFill>
                  <a:srgbClr val="000000"/>
                </a:solidFill>
              </a:defRPr>
            </a:lvl9pPr>
          </a:lstStyle>
          <a:p>
            <a:pPr lvl="0">
              <a:defRPr/>
            </a:pPr>
            <a:endParaRPr lang="ko-KR" altLang="en-US"/>
          </a:p>
        </p:txBody>
      </p:sp>
      <p:sp>
        <p:nvSpPr>
          <p:cNvPr id="19" name="Google Shape;19;p4"/>
          <p:cNvSpPr txBox="1">
            <a:spLocks noGrp="1"/>
          </p:cNvSpPr>
          <p:nvPr>
            <p:ph type="sldNum" idx="12"/>
          </p:nvPr>
        </p:nvSpPr>
        <p:spPr>
          <a:xfrm>
            <a:off x="8595300" y="4851623"/>
            <a:ext cx="548700" cy="393600"/>
          </a:xfrm>
          <a:prstGeom prst="rect">
            <a:avLst/>
          </a:prstGeom>
        </p:spPr>
        <p:txBody>
          <a:bodyPr wrap="square" lIns="91424" tIns="91424" rIns="91424" bIns="91424" anchor="ctr" anchorCtr="0">
            <a:normAutofit/>
          </a:bodyPr>
          <a:lstStyle>
            <a:lvl1pPr lvl="0">
              <a:buNone/>
              <a:defRPr b="1">
                <a:solidFill>
                  <a:schemeClr val="lt1"/>
                </a:solidFill>
                <a:latin typeface="KoPub돋움체 Light"/>
                <a:ea typeface="KoPub돋움체 Light"/>
              </a:defRPr>
            </a:lvl1pPr>
            <a:lvl2pPr lvl="1">
              <a:buNone/>
              <a:defRPr>
                <a:solidFill>
                  <a:srgbClr val="000000"/>
                </a:solidFill>
              </a:defRPr>
            </a:lvl2pPr>
            <a:lvl3pPr lvl="2">
              <a:buNone/>
              <a:defRPr>
                <a:solidFill>
                  <a:srgbClr val="000000"/>
                </a:solidFill>
              </a:defRPr>
            </a:lvl3pPr>
            <a:lvl4pPr lvl="3">
              <a:buNone/>
              <a:defRPr>
                <a:solidFill>
                  <a:srgbClr val="000000"/>
                </a:solidFill>
              </a:defRPr>
            </a:lvl4pPr>
            <a:lvl5pPr lvl="4">
              <a:buNone/>
              <a:defRPr>
                <a:solidFill>
                  <a:srgbClr val="000000"/>
                </a:solidFill>
              </a:defRPr>
            </a:lvl5pPr>
            <a:lvl6pPr lvl="5">
              <a:buNone/>
              <a:defRPr>
                <a:solidFill>
                  <a:srgbClr val="000000"/>
                </a:solidFill>
              </a:defRPr>
            </a:lvl6pPr>
            <a:lvl7pPr lvl="6">
              <a:buNone/>
              <a:defRPr>
                <a:solidFill>
                  <a:srgbClr val="000000"/>
                </a:solidFill>
              </a:defRPr>
            </a:lvl7pPr>
            <a:lvl8pPr lvl="7">
              <a:buNone/>
              <a:defRPr>
                <a:solidFill>
                  <a:srgbClr val="000000"/>
                </a:solidFill>
              </a:defRPr>
            </a:lvl8pPr>
            <a:lvl9pPr lvl="8">
              <a:buNone/>
              <a:defRPr>
                <a:solidFill>
                  <a:srgbClr val="000000"/>
                </a:solidFill>
              </a:defRPr>
            </a:lvl9pPr>
          </a:lstStyle>
          <a:p>
            <a:pPr marL="0" lvl="0" indent="0" algn="r" rtl="0">
              <a:spcBef>
                <a:spcPts val="0"/>
              </a:spcBef>
              <a:spcAft>
                <a:spcPts val="0"/>
              </a:spcAft>
              <a:buNone/>
              <a:defRPr/>
            </a:pPr>
            <a:fld id="{00000000-1234-1234-1234-123412341234}" type="slidenum">
              <a:rPr lang="ko"/>
              <a:pPr marL="0" lvl="0" indent="0" algn="r" rtl="0">
                <a:spcBef>
                  <a:spcPts val="0"/>
                </a:spcBef>
                <a:spcAft>
                  <a:spcPts val="0"/>
                </a:spcAft>
                <a:buNone/>
                <a:defRPr/>
              </a:pPr>
              <a:t>‹#›</a:t>
            </a:fld>
            <a:endParaRPr/>
          </a:p>
        </p:txBody>
      </p:sp>
    </p:spTree>
  </p:cSld>
  <p:clrMapOvr>
    <a:masterClrMapping/>
  </p:clrMapOvr>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기본">
    <p:bg>
      <p:bgPr>
        <a:solidFill>
          <a:srgbClr val="0B0B1A"/>
        </a:solidFill>
        <a:effectLst/>
      </p:bgPr>
    </p:bg>
    <p:spTree>
      <p:nvGrpSpPr>
        <p:cNvPr id="1" name=""/>
        <p:cNvGrpSpPr/>
        <p:nvPr/>
      </p:nvGrpSpPr>
      <p:grpSpPr>
        <a:xfrm>
          <a:off x="0" y="0"/>
          <a:ext cx="0" cy="0"/>
          <a:chOff x="0" y="0"/>
          <a:chExt cx="0" cy="0"/>
        </a:xfrm>
      </p:grpSpPr>
      <p:sp>
        <p:nvSpPr>
          <p:cNvPr id="7" name="Rectangle 6"/>
          <p:cNvSpPr>
            <a:spLocks noChangeAspect="1"/>
          </p:cNvSpPr>
          <p:nvPr/>
        </p:nvSpPr>
        <p:spPr>
          <a:xfrm>
            <a:off x="173355" y="182881"/>
            <a:ext cx="8793480" cy="4783454"/>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ko-KR" altLang="en-US"/>
          </a:p>
        </p:txBody>
      </p:sp>
      <p:sp>
        <p:nvSpPr>
          <p:cNvPr id="2" name="Title Placeholder 1"/>
          <p:cNvSpPr>
            <a:spLocks noGrp="1"/>
          </p:cNvSpPr>
          <p:nvPr>
            <p:ph type="title"/>
          </p:nvPr>
        </p:nvSpPr>
        <p:spPr>
          <a:xfrm>
            <a:off x="857250" y="457200"/>
            <a:ext cx="7406640" cy="1017270"/>
          </a:xfrm>
          <a:prstGeom prst="rect">
            <a:avLst/>
          </a:prstGeom>
        </p:spPr>
        <p:txBody>
          <a:bodyPr vert="horz" lIns="91440" tIns="45720" rIns="91440" bIns="45720" anchor="ctr">
            <a:normAutofit/>
          </a:bodyPr>
          <a:lstStyle/>
          <a:p>
            <a:pPr lvl="0">
              <a:defRPr/>
            </a:pPr>
            <a:r>
              <a:rPr lang="ko-KR" altLang="en-US"/>
              <a:t>마스터 제목 스타일 편집</a:t>
            </a:r>
            <a:endParaRPr lang="en-US"/>
          </a:p>
        </p:txBody>
      </p:sp>
      <p:sp>
        <p:nvSpPr>
          <p:cNvPr id="3" name="Text Placeholder 2"/>
          <p:cNvSpPr>
            <a:spLocks noGrp="1"/>
          </p:cNvSpPr>
          <p:nvPr>
            <p:ph type="body" idx="1"/>
          </p:nvPr>
        </p:nvSpPr>
        <p:spPr>
          <a:xfrm>
            <a:off x="857251" y="1543050"/>
            <a:ext cx="7404653" cy="3028950"/>
          </a:xfrm>
          <a:prstGeom prst="rect">
            <a:avLst/>
          </a:prstGeom>
        </p:spPr>
        <p:txBody>
          <a:bodyPr vert="horz" lIns="91440" tIns="45720" rIns="91440" bIns="45720">
            <a:normAutofit/>
          </a:bodyPr>
          <a:lstStyle/>
          <a:p>
            <a:pPr lvl="0">
              <a:defRPr/>
            </a:pPr>
            <a:r>
              <a:rPr lang="ko-KR" altLang="en-US"/>
              <a:t>마스터 텍스트 스타일을 편집하려면 클릭</a:t>
            </a:r>
          </a:p>
          <a:p>
            <a:pPr lvl="1">
              <a:defRPr/>
            </a:pPr>
            <a:r>
              <a:rPr lang="ko-KR" altLang="en-US"/>
              <a:t>두 번째 수준</a:t>
            </a:r>
          </a:p>
          <a:p>
            <a:pPr lvl="2">
              <a:defRPr/>
            </a:pPr>
            <a:r>
              <a:rPr lang="ko-KR" altLang="en-US"/>
              <a:t>세 번째 수준</a:t>
            </a:r>
          </a:p>
          <a:p>
            <a:pPr lvl="3">
              <a:defRPr/>
            </a:pPr>
            <a:r>
              <a:rPr lang="ko-KR" altLang="en-US"/>
              <a:t>네 번째 수준</a:t>
            </a:r>
          </a:p>
          <a:p>
            <a:pPr lvl="4">
              <a:defRPr/>
            </a:pPr>
            <a:r>
              <a:rPr lang="ko-KR" altLang="en-US"/>
              <a:t>다섯 번째 수준</a:t>
            </a:r>
            <a:endParaRPr lang="en-US"/>
          </a:p>
        </p:txBody>
      </p:sp>
      <p:sp>
        <p:nvSpPr>
          <p:cNvPr id="4" name="Date Placeholder 3"/>
          <p:cNvSpPr>
            <a:spLocks noGrp="1"/>
          </p:cNvSpPr>
          <p:nvPr>
            <p:ph type="dt" sz="half" idx="2"/>
          </p:nvPr>
        </p:nvSpPr>
        <p:spPr>
          <a:xfrm>
            <a:off x="857247" y="4667871"/>
            <a:ext cx="1746806" cy="273844"/>
          </a:xfrm>
          <a:prstGeom prst="rect">
            <a:avLst/>
          </a:prstGeom>
        </p:spPr>
        <p:txBody>
          <a:bodyPr vert="horz" lIns="91440" tIns="45720" rIns="91440" bIns="45720" anchor="ctr"/>
          <a:lstStyle>
            <a:lvl1pPr algn="l">
              <a:defRPr sz="900">
                <a:solidFill>
                  <a:schemeClr val="accent1"/>
                </a:solidFill>
              </a:defRPr>
            </a:lvl1pPr>
          </a:lstStyle>
          <a:p>
            <a:pPr lvl="0">
              <a:defRPr/>
            </a:pPr>
            <a:fld id="{A5FFAB59-05A6-41B5-A2D4-5F61552A237A}" type="datetime1">
              <a:rPr lang="en-US"/>
              <a:pPr lvl="0">
                <a:defRPr/>
              </a:pPr>
              <a:t>9/29/2025</a:t>
            </a:fld>
            <a:endParaRPr lang="en-US"/>
          </a:p>
        </p:txBody>
      </p:sp>
      <p:sp>
        <p:nvSpPr>
          <p:cNvPr id="5" name="Footer Placeholder 4"/>
          <p:cNvSpPr>
            <a:spLocks noGrp="1"/>
          </p:cNvSpPr>
          <p:nvPr>
            <p:ph type="ftr" sz="quarter" idx="3"/>
          </p:nvPr>
        </p:nvSpPr>
        <p:spPr>
          <a:xfrm>
            <a:off x="2961861" y="4667871"/>
            <a:ext cx="3538331" cy="273844"/>
          </a:xfrm>
          <a:prstGeom prst="rect">
            <a:avLst/>
          </a:prstGeom>
        </p:spPr>
        <p:txBody>
          <a:bodyPr vert="horz" lIns="91440" tIns="45720" rIns="91440" bIns="45720" anchor="ctr"/>
          <a:lstStyle>
            <a:lvl1pPr algn="ctr">
              <a:defRPr sz="900">
                <a:solidFill>
                  <a:schemeClr val="accent1"/>
                </a:solidFill>
              </a:defRPr>
            </a:lvl1pPr>
          </a:lstStyle>
          <a:p>
            <a:pPr lvl="0">
              <a:defRPr/>
            </a:pPr>
            <a:endParaRPr lang="ko-KR" altLang="en-US"/>
          </a:p>
        </p:txBody>
      </p:sp>
      <p:sp>
        <p:nvSpPr>
          <p:cNvPr id="6" name="Slide Number Placeholder 5"/>
          <p:cNvSpPr>
            <a:spLocks noGrp="1"/>
          </p:cNvSpPr>
          <p:nvPr>
            <p:ph type="sldNum" sz="quarter" idx="4"/>
          </p:nvPr>
        </p:nvSpPr>
        <p:spPr>
          <a:xfrm>
            <a:off x="6997148" y="4667871"/>
            <a:ext cx="1279663" cy="273844"/>
          </a:xfrm>
          <a:prstGeom prst="rect">
            <a:avLst/>
          </a:prstGeom>
        </p:spPr>
        <p:txBody>
          <a:bodyPr vert="horz" lIns="91440" tIns="45720" rIns="91440" bIns="45720" anchor="ctr"/>
          <a:lstStyle>
            <a:lvl1pPr algn="r">
              <a:defRPr sz="900">
                <a:solidFill>
                  <a:schemeClr val="accent1"/>
                </a:solidFill>
              </a:defRPr>
            </a:lvl1pPr>
          </a:lstStyle>
          <a:p>
            <a:pPr marL="0" lvl="0" indent="0" algn="r" rtl="0">
              <a:spcBef>
                <a:spcPts val="0"/>
              </a:spcBef>
              <a:spcAft>
                <a:spcPts val="0"/>
              </a:spcAft>
              <a:buNone/>
              <a:defRPr/>
            </a:pPr>
            <a:fld id="{00000000-1234-1234-1234-123412341234}" type="slidenum">
              <a:rPr lang="en-US" altLang="ko"/>
              <a:pPr marL="0" lvl="0" indent="0" algn="r" rtl="0">
                <a:spcBef>
                  <a:spcPts val="0"/>
                </a:spcBef>
                <a:spcAft>
                  <a:spcPts val="0"/>
                </a:spcAft>
                <a:buNone/>
                <a:defRPr/>
              </a:pPr>
              <a:t>‹#›</a:t>
            </a:fld>
            <a:endParaRPr lang="ko" altLang="en-US"/>
          </a:p>
        </p:txBody>
      </p:sp>
    </p:spTree>
  </p:cSld>
  <p:clrMap bg1="lt1" tx1="dk1" bg2="lt2" tx2="dk2" accent1="accent1" accent2="accent2" accent3="accent3" accent4="accent4" accent5="accent5" accent6="accent6" hlink="hlink" folHlink="folHlink"/>
  <p:sldLayoutIdLst>
    <p:sldLayoutId id="2147484154" r:id="rId1"/>
    <p:sldLayoutId id="2147484155" r:id="rId2"/>
    <p:sldLayoutId id="2147484156" r:id="rId3"/>
    <p:sldLayoutId id="2147484157" r:id="rId4"/>
    <p:sldLayoutId id="2147484158" r:id="rId5"/>
    <p:sldLayoutId id="2147484159" r:id="rId6"/>
    <p:sldLayoutId id="2147484160" r:id="rId7"/>
    <p:sldLayoutId id="2147484161" r:id="rId8"/>
    <p:sldLayoutId id="2147484162" r:id="rId9"/>
    <p:sldLayoutId id="2147484163" r:id="rId10"/>
    <p:sldLayoutId id="2147484164" r:id="rId11"/>
    <p:sldLayoutId id="2147484165" r:id="rId12"/>
    <p:sldLayoutId id="2147484166" r:id="rId13"/>
    <p:sldLayoutId id="2147484167" r:id="rId14"/>
  </p:sldLayoutIdLst>
  <p:transition/>
  <p:hf hdr="0" ftr="0" dt="0"/>
  <p:txStyles>
    <p:titleStyle>
      <a:lvl1pPr algn="l" defTabSz="685800" rtl="0" eaLnBrk="1" latinLnBrk="1" hangingPunct="1">
        <a:lnSpc>
          <a:spcPct val="90000"/>
        </a:lnSpc>
        <a:spcBef>
          <a:spcPct val="0"/>
        </a:spcBef>
        <a:buNone/>
        <a:defRPr sz="3300" kern="1200">
          <a:solidFill>
            <a:schemeClr val="accent1"/>
          </a:solidFill>
          <a:latin typeface="+mj-lt"/>
          <a:ea typeface="+mj-ea"/>
          <a:cs typeface="+mj-cs"/>
        </a:defRPr>
      </a:lvl1pPr>
    </p:titleStyle>
    <p:bodyStyle>
      <a:lvl1pPr marL="171450" indent="-137160" algn="l" defTabSz="685800" rtl="0" eaLnBrk="1" latinLnBrk="1" hangingPunct="1">
        <a:lnSpc>
          <a:spcPct val="90000"/>
        </a:lnSpc>
        <a:spcBef>
          <a:spcPts val="1050"/>
        </a:spcBef>
        <a:buClr>
          <a:schemeClr val="accent1"/>
        </a:buClr>
        <a:buSzPct val="80000"/>
        <a:buFont typeface="Corbel"/>
        <a:buChar char="•"/>
        <a:defRPr sz="1650" kern="1200">
          <a:solidFill>
            <a:schemeClr val="accent1"/>
          </a:solidFill>
          <a:latin typeface="+mn-lt"/>
          <a:ea typeface="+mn-ea"/>
          <a:cs typeface="+mn-cs"/>
        </a:defRPr>
      </a:lvl1pPr>
      <a:lvl2pPr marL="342900" indent="-137160" algn="l" defTabSz="685800" rtl="0" eaLnBrk="1" latinLnBrk="1" hangingPunct="1">
        <a:lnSpc>
          <a:spcPct val="90000"/>
        </a:lnSpc>
        <a:spcBef>
          <a:spcPts val="150"/>
        </a:spcBef>
        <a:spcAft>
          <a:spcPts val="300"/>
        </a:spcAft>
        <a:buClr>
          <a:schemeClr val="accent1"/>
        </a:buClr>
        <a:buSzPct val="80000"/>
        <a:buFont typeface="Corbel"/>
        <a:buChar char="•"/>
        <a:defRPr sz="1500" kern="1200">
          <a:solidFill>
            <a:schemeClr val="accent1"/>
          </a:solidFill>
          <a:latin typeface="+mn-lt"/>
          <a:ea typeface="+mn-ea"/>
          <a:cs typeface="+mn-cs"/>
        </a:defRPr>
      </a:lvl2pPr>
      <a:lvl3pPr marL="548640" indent="-137160" algn="l" defTabSz="685800" rtl="0" eaLnBrk="1" latinLnBrk="1" hangingPunct="1">
        <a:lnSpc>
          <a:spcPct val="90000"/>
        </a:lnSpc>
        <a:spcBef>
          <a:spcPts val="150"/>
        </a:spcBef>
        <a:spcAft>
          <a:spcPts val="300"/>
        </a:spcAft>
        <a:buClr>
          <a:schemeClr val="accent1"/>
        </a:buClr>
        <a:buSzPct val="80000"/>
        <a:buFont typeface="Corbel"/>
        <a:buChar char="•"/>
        <a:defRPr sz="1350" kern="1200">
          <a:solidFill>
            <a:schemeClr val="accent1"/>
          </a:solidFill>
          <a:latin typeface="+mn-lt"/>
          <a:ea typeface="+mn-ea"/>
          <a:cs typeface="+mn-cs"/>
        </a:defRPr>
      </a:lvl3pPr>
      <a:lvl4pPr marL="754380" indent="-137160" algn="l" defTabSz="685800" rtl="0" eaLnBrk="1" latinLnBrk="1" hangingPunct="1">
        <a:lnSpc>
          <a:spcPct val="90000"/>
        </a:lnSpc>
        <a:spcBef>
          <a:spcPts val="150"/>
        </a:spcBef>
        <a:spcAft>
          <a:spcPts val="300"/>
        </a:spcAft>
        <a:buClr>
          <a:schemeClr val="accent1"/>
        </a:buClr>
        <a:buSzPct val="80000"/>
        <a:buFont typeface="Corbel"/>
        <a:buChar char="•"/>
        <a:defRPr sz="1200" kern="1200">
          <a:solidFill>
            <a:schemeClr val="accent1"/>
          </a:solidFill>
          <a:latin typeface="+mn-lt"/>
          <a:ea typeface="+mn-ea"/>
          <a:cs typeface="+mn-cs"/>
        </a:defRPr>
      </a:lvl4pPr>
      <a:lvl5pPr marL="960120" indent="-137160" algn="l" defTabSz="685800" rtl="0" eaLnBrk="1" latinLnBrk="1" hangingPunct="1">
        <a:lnSpc>
          <a:spcPct val="90000"/>
        </a:lnSpc>
        <a:spcBef>
          <a:spcPts val="150"/>
        </a:spcBef>
        <a:spcAft>
          <a:spcPts val="300"/>
        </a:spcAft>
        <a:buClr>
          <a:schemeClr val="accent1"/>
        </a:buClr>
        <a:buSzPct val="80000"/>
        <a:buFont typeface="Corbel"/>
        <a:buChar char="•"/>
        <a:defRPr sz="1200" kern="1200">
          <a:solidFill>
            <a:schemeClr val="accent1"/>
          </a:solidFill>
          <a:latin typeface="+mn-lt"/>
          <a:ea typeface="+mn-ea"/>
          <a:cs typeface="+mn-cs"/>
        </a:defRPr>
      </a:lvl5pPr>
      <a:lvl6pPr marL="1200000" indent="-171450" algn="l" defTabSz="685800" rtl="0" eaLnBrk="1" latinLnBrk="1" hangingPunct="1">
        <a:lnSpc>
          <a:spcPct val="90000"/>
        </a:lnSpc>
        <a:spcBef>
          <a:spcPts val="150"/>
        </a:spcBef>
        <a:spcAft>
          <a:spcPts val="300"/>
        </a:spcAft>
        <a:buClr>
          <a:schemeClr val="accent1"/>
        </a:buClr>
        <a:buSzPct val="80000"/>
        <a:buFont typeface="Corbel"/>
        <a:buChar char="•"/>
        <a:defRPr sz="1200" kern="1200">
          <a:solidFill>
            <a:schemeClr val="accent1"/>
          </a:solidFill>
          <a:latin typeface="+mn-lt"/>
          <a:ea typeface="+mn-ea"/>
          <a:cs typeface="+mn-cs"/>
        </a:defRPr>
      </a:lvl6pPr>
      <a:lvl7pPr marL="1425000" indent="-171450" algn="l" defTabSz="685800" rtl="0" eaLnBrk="1" latinLnBrk="1" hangingPunct="1">
        <a:lnSpc>
          <a:spcPct val="90000"/>
        </a:lnSpc>
        <a:spcBef>
          <a:spcPts val="150"/>
        </a:spcBef>
        <a:spcAft>
          <a:spcPts val="300"/>
        </a:spcAft>
        <a:buClr>
          <a:schemeClr val="accent1"/>
        </a:buClr>
        <a:buSzPct val="80000"/>
        <a:buFont typeface="Corbel"/>
        <a:buChar char="•"/>
        <a:defRPr sz="1200" kern="1200">
          <a:solidFill>
            <a:schemeClr val="accent1"/>
          </a:solidFill>
          <a:latin typeface="+mn-lt"/>
          <a:ea typeface="+mn-ea"/>
          <a:cs typeface="+mn-cs"/>
        </a:defRPr>
      </a:lvl7pPr>
      <a:lvl8pPr marL="1650000" indent="-171450" algn="l" defTabSz="685800" rtl="0" eaLnBrk="1" latinLnBrk="1" hangingPunct="1">
        <a:lnSpc>
          <a:spcPct val="90000"/>
        </a:lnSpc>
        <a:spcBef>
          <a:spcPts val="150"/>
        </a:spcBef>
        <a:spcAft>
          <a:spcPts val="300"/>
        </a:spcAft>
        <a:buClr>
          <a:schemeClr val="accent1"/>
        </a:buClr>
        <a:buSzPct val="80000"/>
        <a:buFont typeface="Corbel"/>
        <a:buChar char="•"/>
        <a:defRPr sz="1200" kern="1200">
          <a:solidFill>
            <a:schemeClr val="accent1"/>
          </a:solidFill>
          <a:latin typeface="+mn-lt"/>
          <a:ea typeface="+mn-ea"/>
          <a:cs typeface="+mn-cs"/>
        </a:defRPr>
      </a:lvl8pPr>
      <a:lvl9pPr marL="1875000" indent="-171450" algn="l" defTabSz="685800" rtl="0" eaLnBrk="1" latinLnBrk="1" hangingPunct="1">
        <a:lnSpc>
          <a:spcPct val="90000"/>
        </a:lnSpc>
        <a:spcBef>
          <a:spcPts val="150"/>
        </a:spcBef>
        <a:spcAft>
          <a:spcPts val="300"/>
        </a:spcAft>
        <a:buClr>
          <a:schemeClr val="accent1"/>
        </a:buClr>
        <a:buSzPct val="80000"/>
        <a:buFont typeface="Corbel"/>
        <a:buChar char="•"/>
        <a:defRPr sz="1200" kern="1200">
          <a:solidFill>
            <a:schemeClr val="accent1"/>
          </a:solidFill>
          <a:latin typeface="+mn-lt"/>
          <a:ea typeface="+mn-ea"/>
          <a:cs typeface="+mn-cs"/>
        </a:defRPr>
      </a:lvl9pPr>
    </p:bodyStyle>
    <p:otherStyle>
      <a:defPPr>
        <a:defRPr lang="en-US"/>
      </a:defPPr>
      <a:lvl1pPr marL="0" algn="l" defTabSz="685800" rtl="0" eaLnBrk="1" latinLnBrk="1" hangingPunct="1">
        <a:defRPr sz="1350" kern="1200">
          <a:solidFill>
            <a:schemeClr val="tx1"/>
          </a:solidFill>
          <a:latin typeface="+mn-lt"/>
          <a:ea typeface="+mn-ea"/>
          <a:cs typeface="+mn-cs"/>
        </a:defRPr>
      </a:lvl1pPr>
      <a:lvl2pPr marL="342900" algn="l" defTabSz="685800" rtl="0" eaLnBrk="1" latinLnBrk="1" hangingPunct="1">
        <a:defRPr sz="1350" kern="1200">
          <a:solidFill>
            <a:schemeClr val="tx1"/>
          </a:solidFill>
          <a:latin typeface="+mn-lt"/>
          <a:ea typeface="+mn-ea"/>
          <a:cs typeface="+mn-cs"/>
        </a:defRPr>
      </a:lvl2pPr>
      <a:lvl3pPr marL="685800" algn="l" defTabSz="685800" rtl="0" eaLnBrk="1" latinLnBrk="1" hangingPunct="1">
        <a:defRPr sz="1350" kern="1200">
          <a:solidFill>
            <a:schemeClr val="tx1"/>
          </a:solidFill>
          <a:latin typeface="+mn-lt"/>
          <a:ea typeface="+mn-ea"/>
          <a:cs typeface="+mn-cs"/>
        </a:defRPr>
      </a:lvl3pPr>
      <a:lvl4pPr marL="1028700" algn="l" defTabSz="685800" rtl="0" eaLnBrk="1" latinLnBrk="1" hangingPunct="1">
        <a:defRPr sz="1350" kern="1200">
          <a:solidFill>
            <a:schemeClr val="tx1"/>
          </a:solidFill>
          <a:latin typeface="+mn-lt"/>
          <a:ea typeface="+mn-ea"/>
          <a:cs typeface="+mn-cs"/>
        </a:defRPr>
      </a:lvl4pPr>
      <a:lvl5pPr marL="1371600" algn="l" defTabSz="685800" rtl="0" eaLnBrk="1" latinLnBrk="1" hangingPunct="1">
        <a:defRPr sz="1350" kern="1200">
          <a:solidFill>
            <a:schemeClr val="tx1"/>
          </a:solidFill>
          <a:latin typeface="+mn-lt"/>
          <a:ea typeface="+mn-ea"/>
          <a:cs typeface="+mn-cs"/>
        </a:defRPr>
      </a:lvl5pPr>
      <a:lvl6pPr marL="1714500" algn="l" defTabSz="685800" rtl="0" eaLnBrk="1" latinLnBrk="1" hangingPunct="1">
        <a:defRPr sz="1350" kern="1200">
          <a:solidFill>
            <a:schemeClr val="tx1"/>
          </a:solidFill>
          <a:latin typeface="+mn-lt"/>
          <a:ea typeface="+mn-ea"/>
          <a:cs typeface="+mn-cs"/>
        </a:defRPr>
      </a:lvl6pPr>
      <a:lvl7pPr marL="2057400" algn="l" defTabSz="685800" rtl="0" eaLnBrk="1" latinLnBrk="1" hangingPunct="1">
        <a:defRPr sz="1350" kern="1200">
          <a:solidFill>
            <a:schemeClr val="tx1"/>
          </a:solidFill>
          <a:latin typeface="+mn-lt"/>
          <a:ea typeface="+mn-ea"/>
          <a:cs typeface="+mn-cs"/>
        </a:defRPr>
      </a:lvl7pPr>
      <a:lvl8pPr marL="2400300" algn="l" defTabSz="685800" rtl="0" eaLnBrk="1" latinLnBrk="1" hangingPunct="1">
        <a:defRPr sz="1350" kern="1200">
          <a:solidFill>
            <a:schemeClr val="tx1"/>
          </a:solidFill>
          <a:latin typeface="+mn-lt"/>
          <a:ea typeface="+mn-ea"/>
          <a:cs typeface="+mn-cs"/>
        </a:defRPr>
      </a:lvl8pPr>
      <a:lvl9pPr marL="2743200" algn="l" defTabSz="685800" rtl="0" eaLnBrk="1" latinLnBrk="1"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9.xml"/><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0.xml"/><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1.xml"/><Relationship Id="rId1" Type="http://schemas.openxmlformats.org/officeDocument/2006/relationships/slideLayout" Target="../slideLayouts/slideLayout12.xml"/><Relationship Id="rId5" Type="http://schemas.openxmlformats.org/officeDocument/2006/relationships/image" Target="../media/image8.png"/><Relationship Id="rId4" Type="http://schemas.openxmlformats.org/officeDocument/2006/relationships/image" Target="../media/image7.png"/></Relationships>
</file>

<file path=ppt/slides/_rels/slide13.xml.rels><?xml version="1.0" encoding="UTF-8" standalone="yes"?>
<Relationships xmlns="http://schemas.openxmlformats.org/package/2006/relationships"><Relationship Id="rId8" Type="http://schemas.openxmlformats.org/officeDocument/2006/relationships/image" Target="../media/image14.png"/><Relationship Id="rId3" Type="http://schemas.openxmlformats.org/officeDocument/2006/relationships/image" Target="../media/image9.png"/><Relationship Id="rId7" Type="http://schemas.openxmlformats.org/officeDocument/2006/relationships/image" Target="../media/image13.png"/><Relationship Id="rId2" Type="http://schemas.openxmlformats.org/officeDocument/2006/relationships/notesSlide" Target="../notesSlides/notesSlide12.xml"/><Relationship Id="rId1" Type="http://schemas.openxmlformats.org/officeDocument/2006/relationships/slideLayout" Target="../slideLayouts/slideLayout12.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s>
</file>

<file path=ppt/slides/_rels/slide1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3.xml"/><Relationship Id="rId1" Type="http://schemas.openxmlformats.org/officeDocument/2006/relationships/slideLayout" Target="../slideLayouts/slideLayout12.xml"/><Relationship Id="rId6" Type="http://schemas.openxmlformats.org/officeDocument/2006/relationships/image" Target="../media/image18.png"/><Relationship Id="rId5" Type="http://schemas.openxmlformats.org/officeDocument/2006/relationships/image" Target="../media/image17.png"/><Relationship Id="rId4" Type="http://schemas.openxmlformats.org/officeDocument/2006/relationships/image" Target="../media/image16.png"/></Relationships>
</file>

<file path=ppt/slides/_rels/slide15.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4.xml"/><Relationship Id="rId1" Type="http://schemas.openxmlformats.org/officeDocument/2006/relationships/slideLayout" Target="../slideLayouts/slideLayout12.xml"/><Relationship Id="rId4" Type="http://schemas.openxmlformats.org/officeDocument/2006/relationships/image" Target="../media/image20.png"/></Relationships>
</file>

<file path=ppt/slides/_rels/slide16.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5.xml"/><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6.xml"/><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7.xml"/><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8.xml"/><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1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4.xml"/></Relationships>
</file>

<file path=ppt/slides/_rels/slide22.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14.xml"/></Relationships>
</file>

<file path=ppt/slides/_rels/slide23.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20.xml"/><Relationship Id="rId1" Type="http://schemas.openxmlformats.org/officeDocument/2006/relationships/slideLayout" Target="../slideLayouts/slideLayout14.xml"/><Relationship Id="rId4" Type="http://schemas.openxmlformats.org/officeDocument/2006/relationships/image" Target="../media/image28.png"/></Relationships>
</file>

<file path=ppt/slides/_rels/slide24.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21.xml"/><Relationship Id="rId1" Type="http://schemas.openxmlformats.org/officeDocument/2006/relationships/slideLayout" Target="../slideLayouts/slideLayout14.xml"/></Relationships>
</file>

<file path=ppt/slides/_rels/slide25.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22.xml"/><Relationship Id="rId1" Type="http://schemas.openxmlformats.org/officeDocument/2006/relationships/slideLayout" Target="../slideLayouts/slideLayout12.xml"/></Relationships>
</file>

<file path=ppt/slides/_rels/slide26.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23.xml"/><Relationship Id="rId1" Type="http://schemas.openxmlformats.org/officeDocument/2006/relationships/slideLayout" Target="../slideLayouts/slideLayout12.xml"/><Relationship Id="rId4" Type="http://schemas.openxmlformats.org/officeDocument/2006/relationships/image" Target="../media/image32.png"/></Relationships>
</file>

<file path=ppt/slides/_rels/slide27.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24.xml"/><Relationship Id="rId1" Type="http://schemas.openxmlformats.org/officeDocument/2006/relationships/slideLayout" Target="../slideLayouts/slideLayout12.xml"/><Relationship Id="rId4" Type="http://schemas.openxmlformats.org/officeDocument/2006/relationships/image" Target="../media/image34.png"/></Relationships>
</file>

<file path=ppt/slides/_rels/slide28.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25.xml"/><Relationship Id="rId1" Type="http://schemas.openxmlformats.org/officeDocument/2006/relationships/slideLayout" Target="../slideLayouts/slideLayout12.xml"/></Relationships>
</file>

<file path=ppt/slides/_rels/slide29.xml.rels><?xml version="1.0" encoding="UTF-8" standalone="yes"?>
<Relationships xmlns="http://schemas.openxmlformats.org/package/2006/relationships"><Relationship Id="rId3" Type="http://schemas.openxmlformats.org/officeDocument/2006/relationships/hyperlink" Target="https://www.youtube.com/watch?v=MTN5ArbfuFQ" TargetMode="External"/><Relationship Id="rId2" Type="http://schemas.openxmlformats.org/officeDocument/2006/relationships/notesSlide" Target="../notesSlides/notesSlide26.xml"/><Relationship Id="rId1" Type="http://schemas.openxmlformats.org/officeDocument/2006/relationships/slideLayout" Target="../slideLayouts/slideLayout1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2.xml"/></Relationships>
</file>

<file path=ppt/slides/_rels/slide31.xml.rels><?xml version="1.0" encoding="UTF-8" standalone="yes"?>
<Relationships xmlns="http://schemas.openxmlformats.org/package/2006/relationships"><Relationship Id="rId3" Type="http://schemas.openxmlformats.org/officeDocument/2006/relationships/hyperlink" Target="https://github.com/jpminlak/AI_bracket2/tree/jpminlak" TargetMode="External"/><Relationship Id="rId2" Type="http://schemas.openxmlformats.org/officeDocument/2006/relationships/notesSlide" Target="../notesSlides/notesSlide28.xml"/><Relationship Id="rId1" Type="http://schemas.openxmlformats.org/officeDocument/2006/relationships/slideLayout" Target="../slideLayouts/slideLayout1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 name="Google Shape;54;p13"/>
          <p:cNvSpPr txBox="1">
            <a:spLocks noGrp="1"/>
          </p:cNvSpPr>
          <p:nvPr>
            <p:ph type="ctrTitle"/>
          </p:nvPr>
        </p:nvSpPr>
        <p:spPr>
          <a:prstGeom prst="rect">
            <a:avLst/>
          </a:prstGeom>
        </p:spPr>
        <p:txBody>
          <a:bodyPr wrap="square" lIns="91424" tIns="91424" rIns="91424" bIns="91424" anchor="b" anchorCtr="0">
            <a:normAutofit/>
          </a:bodyPr>
          <a:lstStyle/>
          <a:p>
            <a:pPr marL="0" lvl="0" indent="0" algn="ctr" rtl="0">
              <a:spcBef>
                <a:spcPts val="0"/>
              </a:spcBef>
              <a:spcAft>
                <a:spcPts val="0"/>
              </a:spcAft>
              <a:buNone/>
              <a:defRPr/>
            </a:pPr>
            <a:r>
              <a:rPr lang="ko-KR" altLang="en-US">
                <a:solidFill>
                  <a:schemeClr val="dk1"/>
                </a:solidFill>
                <a:latin typeface="KoPub돋움체 Medium"/>
                <a:ea typeface="KoPub돋움체 Medium"/>
              </a:rPr>
              <a:t>스</a:t>
            </a:r>
            <a:r>
              <a:rPr lang="ko">
                <a:solidFill>
                  <a:schemeClr val="dk1"/>
                </a:solidFill>
                <a:latin typeface="KoPub돋움체 Medium"/>
                <a:ea typeface="KoPub돋움체 Medium"/>
              </a:rPr>
              <a:t>마트 음식 영양 분석 &amp;</a:t>
            </a:r>
          </a:p>
          <a:p>
            <a:pPr marL="0" lvl="0" indent="0" algn="ctr" rtl="0">
              <a:spcBef>
                <a:spcPts val="0"/>
              </a:spcBef>
              <a:spcAft>
                <a:spcPts val="0"/>
              </a:spcAft>
              <a:buNone/>
              <a:defRPr/>
            </a:pPr>
            <a:r>
              <a:rPr lang="ko">
                <a:solidFill>
                  <a:schemeClr val="dk1"/>
                </a:solidFill>
                <a:latin typeface="KoPub돋움체 Medium"/>
                <a:ea typeface="KoPub돋움체 Medium"/>
              </a:rPr>
              <a:t> 식단 추천 프로젝트</a:t>
            </a:r>
            <a:endParaRPr>
              <a:solidFill>
                <a:schemeClr val="dk1"/>
              </a:solidFill>
              <a:latin typeface="KoPub돋움체 Medium"/>
              <a:ea typeface="KoPub돋움체 Medium"/>
            </a:endParaRPr>
          </a:p>
        </p:txBody>
      </p:sp>
      <p:sp>
        <p:nvSpPr>
          <p:cNvPr id="55" name="Google Shape;55;p13"/>
          <p:cNvSpPr txBox="1">
            <a:spLocks noGrp="1"/>
          </p:cNvSpPr>
          <p:nvPr>
            <p:ph type="subTitle" idx="1"/>
          </p:nvPr>
        </p:nvSpPr>
        <p:spPr>
          <a:prstGeom prst="rect">
            <a:avLst/>
          </a:prstGeom>
        </p:spPr>
        <p:txBody>
          <a:bodyPr wrap="square" lIns="91424" tIns="91424" rIns="91424" bIns="91424" anchor="t" anchorCtr="0">
            <a:normAutofit/>
          </a:bodyPr>
          <a:lstStyle/>
          <a:p>
            <a:pPr marL="0" lvl="0" indent="0" algn="ctr" rtl="0">
              <a:spcBef>
                <a:spcPts val="0"/>
              </a:spcBef>
              <a:spcAft>
                <a:spcPts val="0"/>
              </a:spcAft>
              <a:buNone/>
              <a:defRPr/>
            </a:pPr>
            <a:r>
              <a:rPr lang="ko">
                <a:solidFill>
                  <a:schemeClr val="dk1"/>
                </a:solidFill>
                <a:latin typeface="KoPub돋움체 Medium"/>
                <a:ea typeface="KoPub돋움체 Medium"/>
              </a:rPr>
              <a:t>CNN 모델을 통한 사진 인식과</a:t>
            </a:r>
          </a:p>
          <a:p>
            <a:pPr marL="0" lvl="0" indent="0" algn="ctr" rtl="0">
              <a:spcBef>
                <a:spcPts val="0"/>
              </a:spcBef>
              <a:spcAft>
                <a:spcPts val="0"/>
              </a:spcAft>
              <a:buNone/>
              <a:defRPr/>
            </a:pPr>
            <a:r>
              <a:rPr lang="ko">
                <a:solidFill>
                  <a:schemeClr val="dk1"/>
                </a:solidFill>
                <a:latin typeface="KoPub돋움체 Medium"/>
                <a:ea typeface="KoPub돋움체 Medium"/>
              </a:rPr>
              <a:t>LLM 모델을 통한 텍스트 생성</a:t>
            </a:r>
          </a:p>
        </p:txBody>
      </p:sp>
      <p:sp>
        <p:nvSpPr>
          <p:cNvPr id="56" name="Google Shape;56;p13"/>
          <p:cNvSpPr txBox="1"/>
          <p:nvPr/>
        </p:nvSpPr>
        <p:spPr>
          <a:xfrm>
            <a:off x="4541400" y="3943350"/>
            <a:ext cx="3766305" cy="910574"/>
          </a:xfrm>
          <a:prstGeom prst="rect">
            <a:avLst/>
          </a:prstGeom>
          <a:noFill/>
          <a:ln>
            <a:noFill/>
          </a:ln>
        </p:spPr>
        <p:txBody>
          <a:bodyPr wrap="square" lIns="91424" tIns="91424" rIns="91424" bIns="91424" anchor="t" anchorCtr="0">
            <a:spAutoFit/>
          </a:bodyPr>
          <a:lstStyle/>
          <a:p>
            <a:pPr marL="0" lvl="0" indent="0" algn="l" rtl="0">
              <a:spcBef>
                <a:spcPts val="0"/>
              </a:spcBef>
              <a:spcAft>
                <a:spcPts val="0"/>
              </a:spcAft>
              <a:buNone/>
              <a:defRPr/>
            </a:pPr>
            <a:r>
              <a:rPr lang="en-US" altLang="ko" sz="1600">
                <a:solidFill>
                  <a:schemeClr val="dk1"/>
                </a:solidFill>
                <a:latin typeface="KoPub돋움체 Medium"/>
                <a:ea typeface="KoPub돋움체 Medium"/>
              </a:rPr>
              <a:t>MealStaff</a:t>
            </a:r>
            <a:r>
              <a:rPr lang="ko-KR" altLang="en-US" sz="1600">
                <a:solidFill>
                  <a:schemeClr val="dk1"/>
                </a:solidFill>
                <a:latin typeface="KoPub돋움체 Medium"/>
                <a:ea typeface="KoPub돋움체 Medium"/>
              </a:rPr>
              <a:t> </a:t>
            </a:r>
            <a:r>
              <a:rPr lang="en-US" altLang="ko-KR" sz="1600">
                <a:solidFill>
                  <a:schemeClr val="dk1"/>
                </a:solidFill>
                <a:latin typeface="KoPub돋움체 Medium"/>
                <a:ea typeface="KoPub돋움체 Medium"/>
              </a:rPr>
              <a:t>(2</a:t>
            </a:r>
            <a:r>
              <a:rPr lang="ko-KR" altLang="en-US" sz="1600">
                <a:solidFill>
                  <a:schemeClr val="dk1"/>
                </a:solidFill>
                <a:latin typeface="KoPub돋움체 Medium"/>
                <a:ea typeface="KoPub돋움체 Medium"/>
              </a:rPr>
              <a:t>조</a:t>
            </a:r>
            <a:r>
              <a:rPr lang="en-US" altLang="ko-KR" sz="1600">
                <a:solidFill>
                  <a:schemeClr val="dk1"/>
                </a:solidFill>
                <a:latin typeface="KoPub돋움체 Medium"/>
                <a:ea typeface="KoPub돋움체 Medium"/>
              </a:rPr>
              <a:t>)</a:t>
            </a:r>
          </a:p>
          <a:p>
            <a:pPr marL="0" lvl="0" indent="0" algn="l" rtl="0">
              <a:spcBef>
                <a:spcPts val="0"/>
              </a:spcBef>
              <a:spcAft>
                <a:spcPts val="0"/>
              </a:spcAft>
              <a:buNone/>
              <a:defRPr/>
            </a:pPr>
            <a:r>
              <a:rPr lang="ko" sz="1600">
                <a:solidFill>
                  <a:schemeClr val="dk1"/>
                </a:solidFill>
                <a:latin typeface="KoPub돋움체 Medium"/>
                <a:ea typeface="KoPub돋움체 Medium"/>
              </a:rPr>
              <a:t>박정환, 김도윤, 강성대, 이동훈, 김유진</a:t>
            </a:r>
          </a:p>
          <a:p>
            <a:pPr marL="0" lvl="0" indent="0" algn="l" rtl="0">
              <a:spcBef>
                <a:spcPts val="0"/>
              </a:spcBef>
              <a:spcAft>
                <a:spcPts val="0"/>
              </a:spcAft>
              <a:buNone/>
              <a:defRPr/>
            </a:pPr>
            <a:r>
              <a:rPr lang="en-US" altLang="ko-KR" sz="1600">
                <a:solidFill>
                  <a:schemeClr val="dk1"/>
                </a:solidFill>
                <a:latin typeface="KoPub돋움체 Medium"/>
                <a:ea typeface="KoPub돋움체 Medium"/>
              </a:rPr>
              <a:t>2025-09-15</a:t>
            </a:r>
          </a:p>
        </p:txBody>
      </p:sp>
    </p:spTree>
  </p:cSld>
  <p:clrMapOvr>
    <a:masterClrMapping/>
  </p:clrMapOvr>
  <mc:AlternateContent xmlns:mc="http://schemas.openxmlformats.org/markup-compatibility/2006" xmlns:p14="http://schemas.microsoft.com/office/powerpoint/2010/main">
    <mc:Choice Requires="p14">
      <p:transition/>
    </mc:Choice>
    <mc:Fallback xmlns="" xmlns:c="http://schemas.openxmlformats.org/drawingml/2006/chart" xmlns:dgm="http://schemas.openxmlformats.org/drawingml/2006/diagram" xmlns:dsp="http://schemas.microsoft.com/office/drawing/2008/diagram">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 name="Google Shape;61;p14"/>
          <p:cNvSpPr txBox="1">
            <a:spLocks noGrp="1"/>
          </p:cNvSpPr>
          <p:nvPr>
            <p:ph type="body" idx="4294967295"/>
          </p:nvPr>
        </p:nvSpPr>
        <p:spPr>
          <a:xfrm>
            <a:off x="347259" y="1050750"/>
            <a:ext cx="1834604" cy="2491642"/>
          </a:xfrm>
          <a:prstGeom prst="rect">
            <a:avLst/>
          </a:prstGeom>
        </p:spPr>
        <p:txBody>
          <a:bodyPr wrap="square" lIns="91424" tIns="91424" rIns="91424" bIns="91424" anchor="t" anchorCtr="0">
            <a:noAutofit/>
          </a:bodyPr>
          <a:lstStyle/>
          <a:p>
            <a:pPr marL="0" lvl="0" indent="0" algn="l" rtl="0">
              <a:lnSpc>
                <a:spcPct val="100000"/>
              </a:lnSpc>
              <a:spcBef>
                <a:spcPts val="0"/>
              </a:spcBef>
              <a:spcAft>
                <a:spcPts val="0"/>
              </a:spcAft>
              <a:buNone/>
              <a:defRPr/>
            </a:pPr>
            <a:r>
              <a:rPr lang="ko" sz="1300">
                <a:solidFill>
                  <a:schemeClr val="tx2"/>
                </a:solidFill>
                <a:latin typeface="KoPub돋움체 Medium"/>
                <a:ea typeface="KoPub돋움체 Medium"/>
              </a:rPr>
              <a:t>1 개요 및 현황</a:t>
            </a:r>
          </a:p>
          <a:p>
            <a:pPr marL="0" lvl="0" indent="0" algn="l" rtl="0">
              <a:lnSpc>
                <a:spcPct val="100000"/>
              </a:lnSpc>
              <a:spcBef>
                <a:spcPts val="1200"/>
              </a:spcBef>
              <a:spcAft>
                <a:spcPts val="0"/>
              </a:spcAft>
              <a:buNone/>
              <a:defRPr/>
            </a:pPr>
            <a:r>
              <a:rPr lang="ko" sz="1300">
                <a:solidFill>
                  <a:schemeClr val="tx2"/>
                </a:solidFill>
                <a:latin typeface="KoPub돋움체 Medium"/>
                <a:ea typeface="KoPub돋움체 Medium"/>
              </a:rPr>
              <a:t>2 팀원별 역할 분담</a:t>
            </a:r>
          </a:p>
          <a:p>
            <a:pPr marL="0" lvl="0" indent="0" algn="l" rtl="0">
              <a:lnSpc>
                <a:spcPct val="100000"/>
              </a:lnSpc>
              <a:spcBef>
                <a:spcPts val="1200"/>
              </a:spcBef>
              <a:spcAft>
                <a:spcPts val="0"/>
              </a:spcAft>
              <a:buNone/>
              <a:defRPr/>
            </a:pPr>
            <a:r>
              <a:rPr lang="ko" sz="1300">
                <a:solidFill>
                  <a:schemeClr val="tx2"/>
                </a:solidFill>
                <a:latin typeface="KoPub돋움체 Medium"/>
                <a:ea typeface="KoPub돋움체 Medium"/>
              </a:rPr>
              <a:t>3 개발 환경</a:t>
            </a:r>
          </a:p>
          <a:p>
            <a:pPr marL="0" lvl="0" indent="0" algn="l" rtl="0">
              <a:lnSpc>
                <a:spcPct val="100000"/>
              </a:lnSpc>
              <a:spcBef>
                <a:spcPts val="1200"/>
              </a:spcBef>
              <a:spcAft>
                <a:spcPts val="0"/>
              </a:spcAft>
              <a:buNone/>
              <a:defRPr/>
            </a:pPr>
            <a:r>
              <a:rPr lang="ko" sz="1300">
                <a:solidFill>
                  <a:schemeClr val="tx2"/>
                </a:solidFill>
                <a:latin typeface="KoPub돋움체 Medium"/>
                <a:ea typeface="KoPub돋움체 Medium"/>
              </a:rPr>
              <a:t>4 프로젝트 일정 계획</a:t>
            </a:r>
          </a:p>
          <a:p>
            <a:pPr marL="0" lvl="0" indent="0" algn="l" rtl="0">
              <a:lnSpc>
                <a:spcPct val="100000"/>
              </a:lnSpc>
              <a:spcBef>
                <a:spcPts val="1200"/>
              </a:spcBef>
              <a:spcAft>
                <a:spcPts val="0"/>
              </a:spcAft>
              <a:buNone/>
              <a:defRPr/>
            </a:pPr>
            <a:r>
              <a:rPr lang="ko" sz="1300">
                <a:solidFill>
                  <a:schemeClr val="tx2"/>
                </a:solidFill>
                <a:latin typeface="KoPub돋움체 Medium"/>
                <a:ea typeface="KoPub돋움체 Medium"/>
              </a:rPr>
              <a:t>5 </a:t>
            </a:r>
            <a:r>
              <a:rPr lang="ko-KR" altLang="en-US" sz="1300">
                <a:solidFill>
                  <a:schemeClr val="tx2"/>
                </a:solidFill>
                <a:latin typeface="KoPub돋움체 Medium"/>
                <a:ea typeface="KoPub돋움체 Medium"/>
              </a:rPr>
              <a:t>프로젝트 구조도</a:t>
            </a:r>
          </a:p>
          <a:p>
            <a:pPr marL="0" lvl="0" indent="0" algn="l" rtl="0">
              <a:lnSpc>
                <a:spcPct val="100000"/>
              </a:lnSpc>
              <a:spcBef>
                <a:spcPts val="1200"/>
              </a:spcBef>
              <a:spcAft>
                <a:spcPts val="0"/>
              </a:spcAft>
              <a:buNone/>
              <a:defRPr/>
            </a:pPr>
            <a:r>
              <a:rPr lang="en-US" altLang="ko-KR" sz="1300">
                <a:solidFill>
                  <a:schemeClr val="tx2"/>
                </a:solidFill>
                <a:latin typeface="KoPub돋움체 Medium"/>
                <a:ea typeface="KoPub돋움체 Medium"/>
              </a:rPr>
              <a:t>6</a:t>
            </a:r>
            <a:r>
              <a:rPr lang="ko-KR" altLang="en-US" sz="1300">
                <a:solidFill>
                  <a:schemeClr val="tx2"/>
                </a:solidFill>
                <a:latin typeface="KoPub돋움체 Medium"/>
                <a:ea typeface="KoPub돋움체 Medium"/>
              </a:rPr>
              <a:t> </a:t>
            </a:r>
            <a:r>
              <a:rPr lang="ko" altLang="ko-KR" sz="1300">
                <a:solidFill>
                  <a:schemeClr val="tx2"/>
                </a:solidFill>
                <a:latin typeface="KoPub돋움체 Medium"/>
                <a:ea typeface="KoPub돋움체 Medium"/>
              </a:rPr>
              <a:t>메뉴 구조도 (사이트맵)</a:t>
            </a:r>
          </a:p>
        </p:txBody>
      </p:sp>
      <p:sp>
        <p:nvSpPr>
          <p:cNvPr id="63" name="Google Shape;63;p14"/>
          <p:cNvSpPr txBox="1">
            <a:spLocks noGrp="1"/>
          </p:cNvSpPr>
          <p:nvPr>
            <p:ph type="sldNum" idx="12"/>
          </p:nvPr>
        </p:nvSpPr>
        <p:spPr>
          <a:prstGeom prst="rect">
            <a:avLst/>
          </a:prstGeom>
        </p:spPr>
        <p:txBody>
          <a:bodyPr wrap="square" lIns="91424" tIns="91424" rIns="91424" bIns="91424" anchor="ctr" anchorCtr="0">
            <a:normAutofit/>
          </a:bodyPr>
          <a:lstStyle/>
          <a:p>
            <a:pPr marL="0" lvl="0" indent="0" algn="r" rtl="0">
              <a:spcBef>
                <a:spcPts val="0"/>
              </a:spcBef>
              <a:spcAft>
                <a:spcPts val="0"/>
              </a:spcAft>
              <a:buNone/>
              <a:defRPr/>
            </a:pPr>
            <a:fld id="{00000000-1234-1234-1234-123412341234}" type="slidenum">
              <a:rPr lang="en-US" altLang="ko">
                <a:latin typeface="KoPub돋움체 Medium"/>
                <a:ea typeface="KoPub돋움체 Medium"/>
              </a:rPr>
              <a:pPr marL="0" lvl="0" indent="0" algn="r" rtl="0">
                <a:spcBef>
                  <a:spcPts val="0"/>
                </a:spcBef>
                <a:spcAft>
                  <a:spcPts val="0"/>
                </a:spcAft>
                <a:buNone/>
                <a:defRPr/>
              </a:pPr>
              <a:t>2</a:t>
            </a:fld>
            <a:endParaRPr>
              <a:latin typeface="KoPub돋움체 Medium"/>
              <a:ea typeface="KoPub돋움체 Medium"/>
            </a:endParaRPr>
          </a:p>
        </p:txBody>
      </p:sp>
      <p:sp>
        <p:nvSpPr>
          <p:cNvPr id="8" name="Google Shape;61;p14"/>
          <p:cNvSpPr txBox="1"/>
          <p:nvPr/>
        </p:nvSpPr>
        <p:spPr>
          <a:xfrm>
            <a:off x="2299927" y="1069246"/>
            <a:ext cx="1834604" cy="2491642"/>
          </a:xfrm>
          <a:prstGeom prst="rect">
            <a:avLst/>
          </a:prstGeom>
        </p:spPr>
        <p:txBody>
          <a:bodyPr vert="horz" wrap="square" lIns="91424" tIns="91424" rIns="91424" bIns="91424" anchor="t" anchorCtr="0">
            <a:noAutofit/>
          </a:bodyPr>
          <a:lstStyle>
            <a:lvl1pPr marL="457200" lvl="0" indent="-342900" algn="l" defTabSz="685800" rtl="0" eaLnBrk="1" latinLnBrk="1" hangingPunct="1">
              <a:lnSpc>
                <a:spcPct val="90000"/>
              </a:lnSpc>
              <a:spcBef>
                <a:spcPts val="0"/>
              </a:spcBef>
              <a:spcAft>
                <a:spcPts val="0"/>
              </a:spcAft>
              <a:buClr>
                <a:schemeClr val="accent1"/>
              </a:buClr>
              <a:buSzPts val="1800"/>
              <a:buFont typeface="Corbel"/>
              <a:buChar char="●"/>
              <a:defRPr sz="1650" kern="1200">
                <a:solidFill>
                  <a:schemeClr val="accent1"/>
                </a:solidFill>
                <a:latin typeface="+mn-lt"/>
                <a:ea typeface="+mn-ea"/>
                <a:cs typeface="+mn-cs"/>
              </a:defRPr>
            </a:lvl1pPr>
            <a:lvl2pPr marL="914400" lvl="1" indent="-317500" algn="l" defTabSz="685800" rtl="0" eaLnBrk="1" latinLnBrk="1" hangingPunct="1">
              <a:lnSpc>
                <a:spcPct val="90000"/>
              </a:lnSpc>
              <a:spcBef>
                <a:spcPts val="0"/>
              </a:spcBef>
              <a:spcAft>
                <a:spcPts val="0"/>
              </a:spcAft>
              <a:buClr>
                <a:schemeClr val="accent1"/>
              </a:buClr>
              <a:buSzPts val="1400"/>
              <a:buFont typeface="Corbel"/>
              <a:buChar char="○"/>
              <a:defRPr sz="1500" kern="1200">
                <a:solidFill>
                  <a:schemeClr val="accent1"/>
                </a:solidFill>
                <a:latin typeface="+mn-lt"/>
                <a:ea typeface="+mn-ea"/>
                <a:cs typeface="+mn-cs"/>
              </a:defRPr>
            </a:lvl2pPr>
            <a:lvl3pPr marL="1371600" lvl="2" indent="-317500" algn="l" defTabSz="685800" rtl="0" eaLnBrk="1" latinLnBrk="1" hangingPunct="1">
              <a:lnSpc>
                <a:spcPct val="90000"/>
              </a:lnSpc>
              <a:spcBef>
                <a:spcPts val="0"/>
              </a:spcBef>
              <a:spcAft>
                <a:spcPts val="0"/>
              </a:spcAft>
              <a:buClr>
                <a:schemeClr val="accent1"/>
              </a:buClr>
              <a:buSzPts val="1400"/>
              <a:buFont typeface="Corbel"/>
              <a:buChar char="■"/>
              <a:defRPr sz="1350" kern="1200">
                <a:solidFill>
                  <a:schemeClr val="accent1"/>
                </a:solidFill>
                <a:latin typeface="+mn-lt"/>
                <a:ea typeface="+mn-ea"/>
                <a:cs typeface="+mn-cs"/>
              </a:defRPr>
            </a:lvl3pPr>
            <a:lvl4pPr marL="1828800" lvl="3" indent="-317500" algn="l" defTabSz="685800" rtl="0" eaLnBrk="1" latinLnBrk="1" hangingPunct="1">
              <a:lnSpc>
                <a:spcPct val="90000"/>
              </a:lnSpc>
              <a:spcBef>
                <a:spcPts val="0"/>
              </a:spcBef>
              <a:spcAft>
                <a:spcPts val="0"/>
              </a:spcAft>
              <a:buClr>
                <a:schemeClr val="accent1"/>
              </a:buClr>
              <a:buSzPts val="1400"/>
              <a:buFont typeface="Corbel"/>
              <a:buChar char="●"/>
              <a:defRPr sz="1200" kern="1200">
                <a:solidFill>
                  <a:schemeClr val="accent1"/>
                </a:solidFill>
                <a:latin typeface="+mn-lt"/>
                <a:ea typeface="+mn-ea"/>
                <a:cs typeface="+mn-cs"/>
              </a:defRPr>
            </a:lvl4pPr>
            <a:lvl5pPr marL="2286000" lvl="4" indent="-317500" algn="l" defTabSz="685800" rtl="0" eaLnBrk="1" latinLnBrk="1" hangingPunct="1">
              <a:lnSpc>
                <a:spcPct val="90000"/>
              </a:lnSpc>
              <a:spcBef>
                <a:spcPts val="0"/>
              </a:spcBef>
              <a:spcAft>
                <a:spcPts val="0"/>
              </a:spcAft>
              <a:buClr>
                <a:schemeClr val="accent1"/>
              </a:buClr>
              <a:buSzPts val="1400"/>
              <a:buFont typeface="Corbel"/>
              <a:buChar char="○"/>
              <a:defRPr sz="1200" kern="1200">
                <a:solidFill>
                  <a:schemeClr val="accent1"/>
                </a:solidFill>
                <a:latin typeface="+mn-lt"/>
                <a:ea typeface="+mn-ea"/>
                <a:cs typeface="+mn-cs"/>
              </a:defRPr>
            </a:lvl5pPr>
            <a:lvl6pPr marL="2743200" lvl="5" indent="-317500" algn="l" defTabSz="685800" rtl="0" eaLnBrk="1" latinLnBrk="1" hangingPunct="1">
              <a:lnSpc>
                <a:spcPct val="90000"/>
              </a:lnSpc>
              <a:spcBef>
                <a:spcPts val="0"/>
              </a:spcBef>
              <a:spcAft>
                <a:spcPts val="0"/>
              </a:spcAft>
              <a:buClr>
                <a:schemeClr val="accent1"/>
              </a:buClr>
              <a:buSzPts val="1400"/>
              <a:buFont typeface="Corbel"/>
              <a:buChar char="■"/>
              <a:defRPr sz="1200" kern="1200">
                <a:solidFill>
                  <a:schemeClr val="accent1"/>
                </a:solidFill>
                <a:latin typeface="+mn-lt"/>
                <a:ea typeface="+mn-ea"/>
                <a:cs typeface="+mn-cs"/>
              </a:defRPr>
            </a:lvl6pPr>
            <a:lvl7pPr marL="3200400" lvl="6" indent="-317500" algn="l" defTabSz="685800" rtl="0" eaLnBrk="1" latinLnBrk="1" hangingPunct="1">
              <a:lnSpc>
                <a:spcPct val="90000"/>
              </a:lnSpc>
              <a:spcBef>
                <a:spcPts val="0"/>
              </a:spcBef>
              <a:spcAft>
                <a:spcPts val="0"/>
              </a:spcAft>
              <a:buClr>
                <a:schemeClr val="accent1"/>
              </a:buClr>
              <a:buSzPts val="1400"/>
              <a:buFont typeface="Corbel"/>
              <a:buChar char="●"/>
              <a:defRPr sz="1200" kern="1200">
                <a:solidFill>
                  <a:schemeClr val="accent1"/>
                </a:solidFill>
                <a:latin typeface="+mn-lt"/>
                <a:ea typeface="+mn-ea"/>
                <a:cs typeface="+mn-cs"/>
              </a:defRPr>
            </a:lvl7pPr>
            <a:lvl8pPr marL="3657600" lvl="7" indent="-317500" algn="l" defTabSz="685800" rtl="0" eaLnBrk="1" latinLnBrk="1" hangingPunct="1">
              <a:lnSpc>
                <a:spcPct val="90000"/>
              </a:lnSpc>
              <a:spcBef>
                <a:spcPts val="0"/>
              </a:spcBef>
              <a:spcAft>
                <a:spcPts val="0"/>
              </a:spcAft>
              <a:buClr>
                <a:schemeClr val="accent1"/>
              </a:buClr>
              <a:buSzPts val="1400"/>
              <a:buFont typeface="Corbel"/>
              <a:buChar char="○"/>
              <a:defRPr sz="1200" kern="1200">
                <a:solidFill>
                  <a:schemeClr val="accent1"/>
                </a:solidFill>
                <a:latin typeface="+mn-lt"/>
                <a:ea typeface="+mn-ea"/>
                <a:cs typeface="+mn-cs"/>
              </a:defRPr>
            </a:lvl8pPr>
            <a:lvl9pPr marL="4114800" lvl="8" indent="-317500" algn="l" defTabSz="685800" rtl="0" eaLnBrk="1" latinLnBrk="1" hangingPunct="1">
              <a:lnSpc>
                <a:spcPct val="90000"/>
              </a:lnSpc>
              <a:spcBef>
                <a:spcPts val="0"/>
              </a:spcBef>
              <a:spcAft>
                <a:spcPts val="0"/>
              </a:spcAft>
              <a:buClr>
                <a:schemeClr val="accent1"/>
              </a:buClr>
              <a:buSzPts val="1400"/>
              <a:buFont typeface="Corbel"/>
              <a:buChar char="■"/>
              <a:defRPr sz="1200" kern="1200">
                <a:solidFill>
                  <a:schemeClr val="accent1"/>
                </a:solidFill>
                <a:latin typeface="+mn-lt"/>
                <a:ea typeface="+mn-ea"/>
                <a:cs typeface="+mn-cs"/>
              </a:defRPr>
            </a:lvl9pPr>
          </a:lstStyle>
          <a:p>
            <a:pPr marL="0" lvl="0" indent="0" algn="l" rtl="0">
              <a:lnSpc>
                <a:spcPct val="100000"/>
              </a:lnSpc>
              <a:spcBef>
                <a:spcPts val="1200"/>
              </a:spcBef>
              <a:spcAft>
                <a:spcPts val="0"/>
              </a:spcAft>
              <a:buNone/>
              <a:defRPr/>
            </a:pPr>
            <a:r>
              <a:rPr lang="en-US" altLang="ko-KR" sz="1300">
                <a:solidFill>
                  <a:schemeClr val="tx2"/>
                </a:solidFill>
                <a:latin typeface="KoPub돋움체 Medium"/>
                <a:ea typeface="KoPub돋움체 Medium"/>
              </a:rPr>
              <a:t> 7</a:t>
            </a:r>
            <a:r>
              <a:rPr lang="ko-KR" altLang="en-US" sz="1300">
                <a:solidFill>
                  <a:schemeClr val="tx2"/>
                </a:solidFill>
                <a:latin typeface="KoPub돋움체 Medium"/>
                <a:ea typeface="KoPub돋움체 Medium"/>
              </a:rPr>
              <a:t> 업무 흐름도</a:t>
            </a:r>
          </a:p>
          <a:p>
            <a:pPr marL="0" lvl="0" indent="0" algn="l" rtl="0">
              <a:lnSpc>
                <a:spcPct val="100000"/>
              </a:lnSpc>
              <a:spcBef>
                <a:spcPts val="1200"/>
              </a:spcBef>
              <a:spcAft>
                <a:spcPts val="0"/>
              </a:spcAft>
              <a:buNone/>
              <a:defRPr/>
            </a:pPr>
            <a:r>
              <a:rPr lang="ko-KR" altLang="en-US" sz="1300">
                <a:solidFill>
                  <a:schemeClr val="tx2"/>
                </a:solidFill>
                <a:latin typeface="KoPub돋움체 Medium"/>
                <a:ea typeface="KoPub돋움체 Medium"/>
              </a:rPr>
              <a:t> </a:t>
            </a:r>
            <a:r>
              <a:rPr lang="en-US" altLang="ko-KR" sz="1300">
                <a:solidFill>
                  <a:schemeClr val="tx2"/>
                </a:solidFill>
                <a:latin typeface="KoPub돋움체 Medium"/>
                <a:ea typeface="KoPub돋움체 Medium"/>
              </a:rPr>
              <a:t>8 ERD</a:t>
            </a:r>
          </a:p>
          <a:p>
            <a:pPr marL="0" lvl="0" indent="0" algn="l" rtl="0">
              <a:spcBef>
                <a:spcPts val="1200"/>
              </a:spcBef>
              <a:spcAft>
                <a:spcPts val="0"/>
              </a:spcAft>
              <a:buNone/>
              <a:defRPr/>
            </a:pPr>
            <a:r>
              <a:rPr lang="ko-KR" altLang="en-US" sz="1300">
                <a:solidFill>
                  <a:schemeClr val="tx2"/>
                </a:solidFill>
                <a:latin typeface="KoPub돋움체 Medium"/>
                <a:ea typeface="KoPub돋움체 Medium"/>
              </a:rPr>
              <a:t> </a:t>
            </a:r>
            <a:r>
              <a:rPr lang="en-US" altLang="ko-KR" sz="1300">
                <a:solidFill>
                  <a:schemeClr val="tx2"/>
                </a:solidFill>
                <a:latin typeface="KoPub돋움체 Medium"/>
                <a:ea typeface="KoPub돋움체 Medium"/>
              </a:rPr>
              <a:t>9</a:t>
            </a:r>
            <a:r>
              <a:rPr lang="ko-KR" altLang="en-US" sz="1300">
                <a:solidFill>
                  <a:schemeClr val="tx2"/>
                </a:solidFill>
                <a:latin typeface="KoPub돋움체 Medium"/>
                <a:ea typeface="KoPub돋움체 Medium"/>
              </a:rPr>
              <a:t> 인공지능 학습 </a:t>
            </a:r>
            <a:r>
              <a:rPr lang="en-US" altLang="ko-KR" sz="1300">
                <a:solidFill>
                  <a:schemeClr val="tx2"/>
                </a:solidFill>
                <a:latin typeface="KoPub돋움체 Medium"/>
                <a:ea typeface="KoPub돋움체 Medium"/>
              </a:rPr>
              <a:t>(</a:t>
            </a:r>
            <a:r>
              <a:rPr lang="ko-KR" altLang="en-US" sz="1300">
                <a:solidFill>
                  <a:schemeClr val="tx2"/>
                </a:solidFill>
                <a:latin typeface="KoPub돋움체 Medium"/>
                <a:ea typeface="KoPub돋움체 Medium"/>
              </a:rPr>
              <a:t>주요</a:t>
            </a:r>
            <a:r>
              <a:rPr lang="en-US" altLang="ko-KR" sz="1300">
                <a:solidFill>
                  <a:schemeClr val="tx2"/>
                </a:solidFill>
                <a:latin typeface="KoPub돋움체 Medium"/>
                <a:ea typeface="KoPub돋움체 Medium"/>
              </a:rPr>
              <a:t>)</a:t>
            </a:r>
          </a:p>
          <a:p>
            <a:pPr marL="0" lvl="0" indent="0" algn="l" rtl="0">
              <a:spcBef>
                <a:spcPts val="1200"/>
              </a:spcBef>
              <a:spcAft>
                <a:spcPts val="0"/>
              </a:spcAft>
              <a:buNone/>
              <a:defRPr/>
            </a:pPr>
            <a:r>
              <a:rPr lang="en-US" altLang="ko-KR" sz="1300">
                <a:solidFill>
                  <a:schemeClr val="tx2"/>
                </a:solidFill>
                <a:latin typeface="KoPub돋움체 Medium"/>
                <a:ea typeface="KoPub돋움체 Medium"/>
              </a:rPr>
              <a:t>10</a:t>
            </a:r>
            <a:r>
              <a:rPr lang="ko-KR" altLang="en-US" sz="1300">
                <a:solidFill>
                  <a:schemeClr val="tx2"/>
                </a:solidFill>
                <a:latin typeface="KoPub돋움체 Medium"/>
                <a:ea typeface="KoPub돋움체 Medium"/>
              </a:rPr>
              <a:t> 주요 서비스 화면</a:t>
            </a:r>
          </a:p>
          <a:p>
            <a:pPr marL="0" lvl="0" indent="0" algn="l" rtl="0">
              <a:spcBef>
                <a:spcPts val="1200"/>
              </a:spcBef>
              <a:spcAft>
                <a:spcPts val="0"/>
              </a:spcAft>
              <a:buNone/>
              <a:defRPr/>
            </a:pPr>
            <a:r>
              <a:rPr lang="en-US" altLang="ko-KR" sz="1300">
                <a:solidFill>
                  <a:schemeClr val="tx2"/>
                </a:solidFill>
                <a:latin typeface="KoPub돋움체 Medium"/>
                <a:ea typeface="KoPub돋움체 Medium"/>
              </a:rPr>
              <a:t>11</a:t>
            </a:r>
            <a:r>
              <a:rPr lang="ko-KR" altLang="en-US" sz="1300">
                <a:solidFill>
                  <a:schemeClr val="tx2"/>
                </a:solidFill>
                <a:latin typeface="KoPub돋움체 Medium"/>
                <a:ea typeface="KoPub돋움체 Medium"/>
              </a:rPr>
              <a:t> 시연 영상</a:t>
            </a:r>
          </a:p>
          <a:p>
            <a:pPr marL="0" lvl="0" indent="0" algn="l" rtl="0">
              <a:spcBef>
                <a:spcPts val="1200"/>
              </a:spcBef>
              <a:spcAft>
                <a:spcPts val="0"/>
              </a:spcAft>
              <a:buNone/>
              <a:defRPr/>
            </a:pPr>
            <a:r>
              <a:rPr lang="en-US" altLang="ko-KR" sz="1300">
                <a:solidFill>
                  <a:schemeClr val="tx2"/>
                </a:solidFill>
                <a:latin typeface="KoPub돋움체 Medium"/>
                <a:ea typeface="KoPub돋움체 Medium"/>
              </a:rPr>
              <a:t>12</a:t>
            </a:r>
            <a:r>
              <a:rPr lang="ko-KR" altLang="en-US" sz="1300">
                <a:solidFill>
                  <a:schemeClr val="tx2"/>
                </a:solidFill>
                <a:latin typeface="KoPub돋움체 Medium"/>
                <a:ea typeface="KoPub돋움체 Medium"/>
              </a:rPr>
              <a:t> 소감</a:t>
            </a:r>
          </a:p>
        </p:txBody>
      </p:sp>
      <p:sp>
        <p:nvSpPr>
          <p:cNvPr id="9" name="Google Shape;61;p14"/>
          <p:cNvSpPr txBox="1"/>
          <p:nvPr/>
        </p:nvSpPr>
        <p:spPr>
          <a:xfrm>
            <a:off x="4988140" y="1040738"/>
            <a:ext cx="1834604" cy="3584293"/>
          </a:xfrm>
          <a:prstGeom prst="rect">
            <a:avLst/>
          </a:prstGeom>
        </p:spPr>
        <p:txBody>
          <a:bodyPr vert="horz" wrap="square" lIns="91424" tIns="91424" rIns="91424" bIns="91424" anchor="t" anchorCtr="0">
            <a:noAutofit/>
          </a:bodyPr>
          <a:lstStyle>
            <a:lvl1pPr marL="457200" lvl="0" indent="-342900" algn="l" defTabSz="685800" rtl="0" eaLnBrk="1" latinLnBrk="1" hangingPunct="1">
              <a:lnSpc>
                <a:spcPct val="90000"/>
              </a:lnSpc>
              <a:spcBef>
                <a:spcPts val="0"/>
              </a:spcBef>
              <a:spcAft>
                <a:spcPts val="0"/>
              </a:spcAft>
              <a:buClr>
                <a:schemeClr val="accent1"/>
              </a:buClr>
              <a:buSzPts val="1800"/>
              <a:buFont typeface="Corbel"/>
              <a:buChar char="●"/>
              <a:defRPr sz="1650" kern="1200">
                <a:solidFill>
                  <a:schemeClr val="accent1"/>
                </a:solidFill>
                <a:latin typeface="+mn-lt"/>
                <a:ea typeface="+mn-ea"/>
                <a:cs typeface="+mn-cs"/>
              </a:defRPr>
            </a:lvl1pPr>
            <a:lvl2pPr marL="914400" lvl="1" indent="-317500" algn="l" defTabSz="685800" rtl="0" eaLnBrk="1" latinLnBrk="1" hangingPunct="1">
              <a:lnSpc>
                <a:spcPct val="90000"/>
              </a:lnSpc>
              <a:spcBef>
                <a:spcPts val="0"/>
              </a:spcBef>
              <a:spcAft>
                <a:spcPts val="0"/>
              </a:spcAft>
              <a:buClr>
                <a:schemeClr val="accent1"/>
              </a:buClr>
              <a:buSzPts val="1400"/>
              <a:buFont typeface="Corbel"/>
              <a:buChar char="○"/>
              <a:defRPr sz="1500" kern="1200">
                <a:solidFill>
                  <a:schemeClr val="accent1"/>
                </a:solidFill>
                <a:latin typeface="+mn-lt"/>
                <a:ea typeface="+mn-ea"/>
                <a:cs typeface="+mn-cs"/>
              </a:defRPr>
            </a:lvl2pPr>
            <a:lvl3pPr marL="1371600" lvl="2" indent="-317500" algn="l" defTabSz="685800" rtl="0" eaLnBrk="1" latinLnBrk="1" hangingPunct="1">
              <a:lnSpc>
                <a:spcPct val="90000"/>
              </a:lnSpc>
              <a:spcBef>
                <a:spcPts val="0"/>
              </a:spcBef>
              <a:spcAft>
                <a:spcPts val="0"/>
              </a:spcAft>
              <a:buClr>
                <a:schemeClr val="accent1"/>
              </a:buClr>
              <a:buSzPts val="1400"/>
              <a:buFont typeface="Corbel"/>
              <a:buChar char="■"/>
              <a:defRPr sz="1350" kern="1200">
                <a:solidFill>
                  <a:schemeClr val="accent1"/>
                </a:solidFill>
                <a:latin typeface="+mn-lt"/>
                <a:ea typeface="+mn-ea"/>
                <a:cs typeface="+mn-cs"/>
              </a:defRPr>
            </a:lvl3pPr>
            <a:lvl4pPr marL="1828800" lvl="3" indent="-317500" algn="l" defTabSz="685800" rtl="0" eaLnBrk="1" latinLnBrk="1" hangingPunct="1">
              <a:lnSpc>
                <a:spcPct val="90000"/>
              </a:lnSpc>
              <a:spcBef>
                <a:spcPts val="0"/>
              </a:spcBef>
              <a:spcAft>
                <a:spcPts val="0"/>
              </a:spcAft>
              <a:buClr>
                <a:schemeClr val="accent1"/>
              </a:buClr>
              <a:buSzPts val="1400"/>
              <a:buFont typeface="Corbel"/>
              <a:buChar char="●"/>
              <a:defRPr sz="1200" kern="1200">
                <a:solidFill>
                  <a:schemeClr val="accent1"/>
                </a:solidFill>
                <a:latin typeface="+mn-lt"/>
                <a:ea typeface="+mn-ea"/>
                <a:cs typeface="+mn-cs"/>
              </a:defRPr>
            </a:lvl4pPr>
            <a:lvl5pPr marL="2286000" lvl="4" indent="-317500" algn="l" defTabSz="685800" rtl="0" eaLnBrk="1" latinLnBrk="1" hangingPunct="1">
              <a:lnSpc>
                <a:spcPct val="90000"/>
              </a:lnSpc>
              <a:spcBef>
                <a:spcPts val="0"/>
              </a:spcBef>
              <a:spcAft>
                <a:spcPts val="0"/>
              </a:spcAft>
              <a:buClr>
                <a:schemeClr val="accent1"/>
              </a:buClr>
              <a:buSzPts val="1400"/>
              <a:buFont typeface="Corbel"/>
              <a:buChar char="○"/>
              <a:defRPr sz="1200" kern="1200">
                <a:solidFill>
                  <a:schemeClr val="accent1"/>
                </a:solidFill>
                <a:latin typeface="+mn-lt"/>
                <a:ea typeface="+mn-ea"/>
                <a:cs typeface="+mn-cs"/>
              </a:defRPr>
            </a:lvl5pPr>
            <a:lvl6pPr marL="2743200" lvl="5" indent="-317500" algn="l" defTabSz="685800" rtl="0" eaLnBrk="1" latinLnBrk="1" hangingPunct="1">
              <a:lnSpc>
                <a:spcPct val="90000"/>
              </a:lnSpc>
              <a:spcBef>
                <a:spcPts val="0"/>
              </a:spcBef>
              <a:spcAft>
                <a:spcPts val="0"/>
              </a:spcAft>
              <a:buClr>
                <a:schemeClr val="accent1"/>
              </a:buClr>
              <a:buSzPts val="1400"/>
              <a:buFont typeface="Corbel"/>
              <a:buChar char="■"/>
              <a:defRPr sz="1200" kern="1200">
                <a:solidFill>
                  <a:schemeClr val="accent1"/>
                </a:solidFill>
                <a:latin typeface="+mn-lt"/>
                <a:ea typeface="+mn-ea"/>
                <a:cs typeface="+mn-cs"/>
              </a:defRPr>
            </a:lvl6pPr>
            <a:lvl7pPr marL="3200400" lvl="6" indent="-317500" algn="l" defTabSz="685800" rtl="0" eaLnBrk="1" latinLnBrk="1" hangingPunct="1">
              <a:lnSpc>
                <a:spcPct val="90000"/>
              </a:lnSpc>
              <a:spcBef>
                <a:spcPts val="0"/>
              </a:spcBef>
              <a:spcAft>
                <a:spcPts val="0"/>
              </a:spcAft>
              <a:buClr>
                <a:schemeClr val="accent1"/>
              </a:buClr>
              <a:buSzPts val="1400"/>
              <a:buFont typeface="Corbel"/>
              <a:buChar char="●"/>
              <a:defRPr sz="1200" kern="1200">
                <a:solidFill>
                  <a:schemeClr val="accent1"/>
                </a:solidFill>
                <a:latin typeface="+mn-lt"/>
                <a:ea typeface="+mn-ea"/>
                <a:cs typeface="+mn-cs"/>
              </a:defRPr>
            </a:lvl7pPr>
            <a:lvl8pPr marL="3657600" lvl="7" indent="-317500" algn="l" defTabSz="685800" rtl="0" eaLnBrk="1" latinLnBrk="1" hangingPunct="1">
              <a:lnSpc>
                <a:spcPct val="90000"/>
              </a:lnSpc>
              <a:spcBef>
                <a:spcPts val="0"/>
              </a:spcBef>
              <a:spcAft>
                <a:spcPts val="0"/>
              </a:spcAft>
              <a:buClr>
                <a:schemeClr val="accent1"/>
              </a:buClr>
              <a:buSzPts val="1400"/>
              <a:buFont typeface="Corbel"/>
              <a:buChar char="○"/>
              <a:defRPr sz="1200" kern="1200">
                <a:solidFill>
                  <a:schemeClr val="accent1"/>
                </a:solidFill>
                <a:latin typeface="+mn-lt"/>
                <a:ea typeface="+mn-ea"/>
                <a:cs typeface="+mn-cs"/>
              </a:defRPr>
            </a:lvl8pPr>
            <a:lvl9pPr marL="4114800" lvl="8" indent="-317500" algn="l" defTabSz="685800" rtl="0" eaLnBrk="1" latinLnBrk="1" hangingPunct="1">
              <a:lnSpc>
                <a:spcPct val="90000"/>
              </a:lnSpc>
              <a:spcBef>
                <a:spcPts val="0"/>
              </a:spcBef>
              <a:spcAft>
                <a:spcPts val="0"/>
              </a:spcAft>
              <a:buClr>
                <a:schemeClr val="accent1"/>
              </a:buClr>
              <a:buSzPts val="1400"/>
              <a:buFont typeface="Corbel"/>
              <a:buChar char="■"/>
              <a:defRPr sz="1200" kern="1200">
                <a:solidFill>
                  <a:schemeClr val="accent1"/>
                </a:solidFill>
                <a:latin typeface="+mn-lt"/>
                <a:ea typeface="+mn-ea"/>
                <a:cs typeface="+mn-cs"/>
              </a:defRPr>
            </a:lvl9pPr>
          </a:lstStyle>
          <a:p>
            <a:pPr marL="0" lvl="0" indent="0" algn="l" rtl="0">
              <a:spcBef>
                <a:spcPts val="1200"/>
              </a:spcBef>
              <a:spcAft>
                <a:spcPts val="0"/>
              </a:spcAft>
              <a:buNone/>
              <a:defRPr/>
            </a:pPr>
            <a:r>
              <a:rPr lang="en-US" altLang="ko-KR" sz="1200">
                <a:solidFill>
                  <a:schemeClr val="tx1"/>
                </a:solidFill>
                <a:latin typeface="KoPub돋움체 Light"/>
                <a:ea typeface="KoPub돋움체 Light"/>
                <a:cs typeface="+mn-cs"/>
              </a:rPr>
              <a:t>1</a:t>
            </a:r>
            <a:r>
              <a:rPr lang="ko-KR" altLang="en-US" sz="1200">
                <a:solidFill>
                  <a:schemeClr val="tx1"/>
                </a:solidFill>
                <a:latin typeface="KoPub돋움체 Light"/>
                <a:ea typeface="KoPub돋움체 Light"/>
                <a:cs typeface="+mn-cs"/>
              </a:rPr>
              <a:t> 기능 정의서</a:t>
            </a:r>
          </a:p>
          <a:p>
            <a:pPr marL="0" lvl="0" indent="0" algn="l" rtl="0">
              <a:spcBef>
                <a:spcPts val="1200"/>
              </a:spcBef>
              <a:spcAft>
                <a:spcPts val="0"/>
              </a:spcAft>
              <a:buNone/>
              <a:defRPr/>
            </a:pPr>
            <a:r>
              <a:rPr lang="en-US" altLang="ko-KR" sz="1200">
                <a:solidFill>
                  <a:schemeClr val="tx1"/>
                </a:solidFill>
                <a:latin typeface="KoPub돋움체 Light"/>
                <a:ea typeface="KoPub돋움체 Light"/>
                <a:cs typeface="+mn-cs"/>
              </a:rPr>
              <a:t>2</a:t>
            </a:r>
            <a:r>
              <a:rPr lang="ko-KR" altLang="en-US" sz="1200">
                <a:solidFill>
                  <a:schemeClr val="tx1"/>
                </a:solidFill>
                <a:latin typeface="KoPub돋움체 Light"/>
                <a:ea typeface="KoPub돋움체 Light"/>
                <a:cs typeface="+mn-cs"/>
              </a:rPr>
              <a:t> 정책 정의서</a:t>
            </a:r>
          </a:p>
          <a:p>
            <a:pPr marL="0" lvl="0" indent="0" algn="l" rtl="0">
              <a:spcBef>
                <a:spcPts val="1200"/>
              </a:spcBef>
              <a:spcAft>
                <a:spcPts val="0"/>
              </a:spcAft>
              <a:buNone/>
              <a:defRPr/>
            </a:pPr>
            <a:r>
              <a:rPr lang="en-US" altLang="ko-KR" sz="1200">
                <a:solidFill>
                  <a:schemeClr val="tx1"/>
                </a:solidFill>
                <a:latin typeface="KoPub돋움체 Light"/>
                <a:ea typeface="KoPub돋움체 Light"/>
                <a:cs typeface="+mn-cs"/>
              </a:rPr>
              <a:t>3</a:t>
            </a:r>
            <a:r>
              <a:rPr lang="ko-KR" altLang="en-US" sz="1200">
                <a:solidFill>
                  <a:schemeClr val="tx1"/>
                </a:solidFill>
                <a:latin typeface="KoPub돋움체 Light"/>
                <a:ea typeface="KoPub돋움체 Light"/>
                <a:cs typeface="+mn-cs"/>
              </a:rPr>
              <a:t> 프로젝트 구조도 </a:t>
            </a:r>
            <a:r>
              <a:rPr lang="en-US" altLang="ko-KR" sz="1200">
                <a:solidFill>
                  <a:schemeClr val="tx1"/>
                </a:solidFill>
                <a:latin typeface="KoPub돋움체 Light"/>
                <a:ea typeface="KoPub돋움체 Light"/>
                <a:cs typeface="+mn-cs"/>
              </a:rPr>
              <a:t>(</a:t>
            </a:r>
            <a:r>
              <a:rPr lang="ko-KR" altLang="en-US" sz="1200">
                <a:solidFill>
                  <a:schemeClr val="tx1"/>
                </a:solidFill>
                <a:latin typeface="KoPub돋움체 Light"/>
                <a:ea typeface="KoPub돋움체 Light"/>
                <a:cs typeface="+mn-cs"/>
              </a:rPr>
              <a:t>상세</a:t>
            </a:r>
            <a:r>
              <a:rPr lang="en-US" altLang="ko-KR" sz="1200">
                <a:solidFill>
                  <a:schemeClr val="tx1"/>
                </a:solidFill>
                <a:latin typeface="KoPub돋움체 Light"/>
                <a:ea typeface="KoPub돋움체 Light"/>
                <a:cs typeface="+mn-cs"/>
              </a:rPr>
              <a:t>)</a:t>
            </a:r>
          </a:p>
          <a:p>
            <a:pPr marL="0" lvl="0" indent="0" algn="l" rtl="0">
              <a:spcBef>
                <a:spcPts val="1200"/>
              </a:spcBef>
              <a:spcAft>
                <a:spcPts val="0"/>
              </a:spcAft>
              <a:buNone/>
              <a:defRPr/>
            </a:pPr>
            <a:r>
              <a:rPr lang="en-US" altLang="ko-KR" sz="1200">
                <a:solidFill>
                  <a:schemeClr val="tx1"/>
                </a:solidFill>
                <a:latin typeface="KoPub돋움체 Light"/>
                <a:ea typeface="KoPub돋움체 Light"/>
                <a:cs typeface="+mn-cs"/>
              </a:rPr>
              <a:t>4</a:t>
            </a:r>
            <a:r>
              <a:rPr lang="ko-KR" altLang="en-US" sz="1200">
                <a:solidFill>
                  <a:schemeClr val="tx1"/>
                </a:solidFill>
                <a:latin typeface="KoPub돋움체 Light"/>
                <a:ea typeface="KoPub돋움체 Light"/>
                <a:cs typeface="+mn-cs"/>
              </a:rPr>
              <a:t> 업무 흐름도 </a:t>
            </a:r>
            <a:r>
              <a:rPr lang="en-US" altLang="ko-KR" sz="1200">
                <a:solidFill>
                  <a:schemeClr val="tx1"/>
                </a:solidFill>
                <a:latin typeface="KoPub돋움체 Light"/>
                <a:ea typeface="KoPub돋움체 Light"/>
                <a:cs typeface="+mn-cs"/>
              </a:rPr>
              <a:t>(</a:t>
            </a:r>
            <a:r>
              <a:rPr lang="ko-KR" altLang="en-US" sz="1200">
                <a:solidFill>
                  <a:schemeClr val="tx1"/>
                </a:solidFill>
                <a:latin typeface="KoPub돋움체 Light"/>
                <a:ea typeface="KoPub돋움체 Light"/>
                <a:cs typeface="+mn-cs"/>
              </a:rPr>
              <a:t>세부</a:t>
            </a:r>
            <a:r>
              <a:rPr lang="en-US" altLang="ko-KR" sz="1200">
                <a:solidFill>
                  <a:schemeClr val="tx1"/>
                </a:solidFill>
                <a:latin typeface="KoPub돋움체 Light"/>
                <a:ea typeface="KoPub돋움체 Light"/>
                <a:cs typeface="+mn-cs"/>
              </a:rPr>
              <a:t>)</a:t>
            </a:r>
          </a:p>
          <a:p>
            <a:pPr marL="0" lvl="0" indent="0" algn="l" rtl="0">
              <a:spcBef>
                <a:spcPts val="1200"/>
              </a:spcBef>
              <a:spcAft>
                <a:spcPts val="0"/>
              </a:spcAft>
              <a:buNone/>
              <a:defRPr/>
            </a:pPr>
            <a:r>
              <a:rPr lang="en-US" altLang="ko-KR" sz="1200">
                <a:solidFill>
                  <a:schemeClr val="tx1"/>
                </a:solidFill>
                <a:latin typeface="KoPub돋움체 Light"/>
                <a:ea typeface="KoPub돋움체 Light"/>
                <a:cs typeface="+mn-cs"/>
              </a:rPr>
              <a:t>5</a:t>
            </a:r>
            <a:r>
              <a:rPr lang="ko-KR" altLang="en-US" sz="1200">
                <a:solidFill>
                  <a:schemeClr val="tx1"/>
                </a:solidFill>
                <a:latin typeface="KoPub돋움체 Light"/>
                <a:ea typeface="KoPub돋움체 Light"/>
                <a:cs typeface="+mn-cs"/>
              </a:rPr>
              <a:t> 인공지능 학습 </a:t>
            </a:r>
            <a:r>
              <a:rPr lang="en-US" altLang="ko-KR" sz="1200">
                <a:solidFill>
                  <a:schemeClr val="tx1"/>
                </a:solidFill>
                <a:latin typeface="KoPub돋움체 Light"/>
                <a:ea typeface="KoPub돋움체 Light"/>
                <a:cs typeface="+mn-cs"/>
              </a:rPr>
              <a:t>(</a:t>
            </a:r>
            <a:r>
              <a:rPr lang="ko-KR" altLang="en-US" sz="1200">
                <a:solidFill>
                  <a:schemeClr val="tx1"/>
                </a:solidFill>
                <a:latin typeface="KoPub돋움체 Light"/>
                <a:ea typeface="KoPub돋움체 Light"/>
                <a:cs typeface="+mn-cs"/>
              </a:rPr>
              <a:t>상세</a:t>
            </a:r>
            <a:r>
              <a:rPr lang="en-US" altLang="ko-KR" sz="1200">
                <a:solidFill>
                  <a:schemeClr val="tx1"/>
                </a:solidFill>
                <a:latin typeface="KoPub돋움체 Light"/>
                <a:ea typeface="KoPub돋움체 Light"/>
                <a:cs typeface="+mn-cs"/>
              </a:rPr>
              <a:t>)</a:t>
            </a:r>
          </a:p>
          <a:p>
            <a:pPr marL="0" lvl="0" indent="0" algn="l" rtl="0">
              <a:spcBef>
                <a:spcPts val="1200"/>
              </a:spcBef>
              <a:spcAft>
                <a:spcPts val="0"/>
              </a:spcAft>
              <a:buNone/>
              <a:defRPr/>
            </a:pPr>
            <a:r>
              <a:rPr lang="en-US" altLang="ko-KR" sz="1200">
                <a:solidFill>
                  <a:schemeClr val="tx1"/>
                </a:solidFill>
                <a:latin typeface="KoPub돋움체 Light"/>
                <a:ea typeface="KoPub돋움체 Light"/>
                <a:cs typeface="+mn-cs"/>
              </a:rPr>
              <a:t>6</a:t>
            </a:r>
            <a:r>
              <a:rPr lang="ko-KR" altLang="en-US" sz="1200">
                <a:solidFill>
                  <a:schemeClr val="tx1"/>
                </a:solidFill>
                <a:latin typeface="KoPub돋움체 Light"/>
                <a:ea typeface="KoPub돋움체 Light"/>
                <a:cs typeface="+mn-cs"/>
              </a:rPr>
              <a:t> 서비스 화면</a:t>
            </a:r>
          </a:p>
          <a:p>
            <a:pPr marL="0" lvl="0" indent="0" algn="l" rtl="0">
              <a:spcBef>
                <a:spcPts val="1200"/>
              </a:spcBef>
              <a:spcAft>
                <a:spcPts val="0"/>
              </a:spcAft>
              <a:buNone/>
              <a:defRPr/>
            </a:pPr>
            <a:r>
              <a:rPr lang="en-US" altLang="ko-KR" sz="1200">
                <a:solidFill>
                  <a:schemeClr val="tx1"/>
                </a:solidFill>
                <a:latin typeface="KoPub돋움체 Light"/>
                <a:ea typeface="KoPub돋움체 Light"/>
                <a:cs typeface="+mn-cs"/>
              </a:rPr>
              <a:t>7</a:t>
            </a:r>
            <a:r>
              <a:rPr lang="ko-KR" altLang="en-US" sz="1200">
                <a:solidFill>
                  <a:schemeClr val="tx1"/>
                </a:solidFill>
                <a:latin typeface="KoPub돋움체 Light"/>
                <a:ea typeface="KoPub돋움체 Light"/>
                <a:cs typeface="+mn-cs"/>
              </a:rPr>
              <a:t> 단위 테스트</a:t>
            </a:r>
          </a:p>
          <a:p>
            <a:pPr marL="0" lvl="0" indent="0" algn="l" rtl="0">
              <a:spcBef>
                <a:spcPts val="1200"/>
              </a:spcBef>
              <a:spcAft>
                <a:spcPts val="0"/>
              </a:spcAft>
              <a:buNone/>
              <a:defRPr/>
            </a:pPr>
            <a:r>
              <a:rPr lang="en-US" altLang="ko-KR" sz="1200">
                <a:solidFill>
                  <a:schemeClr val="tx1"/>
                </a:solidFill>
                <a:latin typeface="KoPub돋움체 Light"/>
                <a:ea typeface="KoPub돋움체 Light"/>
                <a:cs typeface="+mn-cs"/>
              </a:rPr>
              <a:t>8</a:t>
            </a:r>
            <a:r>
              <a:rPr lang="ko-KR" altLang="en-US" sz="1200">
                <a:solidFill>
                  <a:schemeClr val="tx1"/>
                </a:solidFill>
                <a:latin typeface="KoPub돋움체 Light"/>
                <a:ea typeface="KoPub돋움체 Light"/>
                <a:cs typeface="+mn-cs"/>
              </a:rPr>
              <a:t> 통합 테스트</a:t>
            </a:r>
          </a:p>
        </p:txBody>
      </p:sp>
      <p:sp>
        <p:nvSpPr>
          <p:cNvPr id="64" name="직사각형 63"/>
          <p:cNvSpPr/>
          <p:nvPr/>
        </p:nvSpPr>
        <p:spPr>
          <a:xfrm>
            <a:off x="368978" y="458679"/>
            <a:ext cx="943252" cy="536359"/>
          </a:xfrm>
          <a:prstGeom prst="rect">
            <a:avLst/>
          </a:prstGeom>
          <a:solidFill>
            <a:schemeClr val="dk1"/>
          </a:solidFill>
          <a:ln>
            <a:solidFill>
              <a:schemeClr val="dk1"/>
            </a:solidFill>
          </a:ln>
        </p:spPr>
        <p:style>
          <a:lnRef idx="2">
            <a:schemeClr val="accent1">
              <a:shade val="20000"/>
            </a:schemeClr>
          </a:lnRef>
          <a:fillRef idx="1">
            <a:schemeClr val="accent1"/>
          </a:fillRef>
          <a:effectRef idx="0">
            <a:schemeClr val="accent1"/>
          </a:effectRef>
          <a:fontRef idx="minor">
            <a:schemeClr val="lt1"/>
          </a:fontRef>
        </p:style>
        <p:txBody>
          <a:bodyPr anchor="ctr"/>
          <a:lstStyle/>
          <a:p>
            <a:pPr algn="ctr">
              <a:defRPr/>
            </a:pPr>
            <a:r>
              <a:rPr lang="ko-KR" altLang="en-US" b="1">
                <a:latin typeface="KoPub돋움체 Bold"/>
                <a:ea typeface="KoPub돋움체 Bold"/>
              </a:rPr>
              <a:t>목차</a:t>
            </a:r>
          </a:p>
        </p:txBody>
      </p:sp>
      <p:sp>
        <p:nvSpPr>
          <p:cNvPr id="67" name="직사각형 63"/>
          <p:cNvSpPr/>
          <p:nvPr/>
        </p:nvSpPr>
        <p:spPr>
          <a:xfrm>
            <a:off x="5043626" y="435509"/>
            <a:ext cx="943252" cy="536359"/>
          </a:xfrm>
          <a:prstGeom prst="rect">
            <a:avLst/>
          </a:prstGeom>
          <a:solidFill>
            <a:schemeClr val="dk1"/>
          </a:solidFill>
          <a:ln>
            <a:solidFill>
              <a:schemeClr val="dk1"/>
            </a:solidFill>
          </a:ln>
        </p:spPr>
        <p:style>
          <a:lnRef idx="2">
            <a:schemeClr val="accent1">
              <a:shade val="20000"/>
            </a:schemeClr>
          </a:lnRef>
          <a:fillRef idx="1">
            <a:schemeClr val="accent1"/>
          </a:fillRef>
          <a:effectRef idx="0">
            <a:schemeClr val="accent1"/>
          </a:effectRef>
          <a:fontRef idx="minor">
            <a:schemeClr val="lt1"/>
          </a:fontRef>
        </p:style>
        <p:txBody>
          <a:bodyPr anchor="ctr"/>
          <a:lstStyle/>
          <a:p>
            <a:pPr algn="ctr">
              <a:defRPr/>
            </a:pPr>
            <a:r>
              <a:rPr lang="ko-KR" altLang="en-US" b="1">
                <a:latin typeface="KoPub돋움체 Bold"/>
                <a:ea typeface="KoPub돋움체 Bold"/>
              </a:rPr>
              <a:t>부록</a:t>
            </a:r>
          </a:p>
        </p:txBody>
      </p:sp>
    </p:spTree>
  </p:cSld>
  <p:clrMapOvr>
    <a:masterClrMapping/>
  </p:clrMapOvr>
  <mc:AlternateContent xmlns:mc="http://schemas.openxmlformats.org/markup-compatibility/2006" xmlns:p14="http://schemas.microsoft.com/office/powerpoint/2010/main">
    <mc:Choice Requires="p14">
      <p:transition/>
    </mc:Choice>
    <mc:Fallback xmlns="" xmlns:c="http://schemas.openxmlformats.org/drawingml/2006/chart" xmlns:dgm="http://schemas.openxmlformats.org/drawingml/2006/diagram" xmlns:dsp="http://schemas.microsoft.com/office/drawing/2008/diagram">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 name="Google Shape;68;p15"/>
          <p:cNvSpPr txBox="1">
            <a:spLocks noGrp="1"/>
          </p:cNvSpPr>
          <p:nvPr>
            <p:ph type="title" idx="4294967295"/>
          </p:nvPr>
        </p:nvSpPr>
        <p:spPr>
          <a:xfrm>
            <a:off x="149867" y="0"/>
            <a:ext cx="8844266" cy="295272"/>
          </a:xfrm>
          <a:prstGeom prst="rect">
            <a:avLst/>
          </a:prstGeom>
          <a:solidFill>
            <a:srgbClr val="0B0B1A"/>
          </a:solidFill>
        </p:spPr>
        <p:txBody>
          <a:bodyPr wrap="square" lIns="91424" tIns="91424" rIns="91424" bIns="91424" anchor="t" anchorCtr="0">
            <a:noAutofit/>
          </a:bodyPr>
          <a:lstStyle/>
          <a:p>
            <a:pPr marL="68580" lvl="0" indent="0" algn="l" rtl="0">
              <a:spcBef>
                <a:spcPts val="0"/>
              </a:spcBef>
              <a:spcAft>
                <a:spcPts val="0"/>
              </a:spcAft>
              <a:buSzPct val="100000"/>
              <a:buNone/>
              <a:defRPr/>
            </a:pPr>
            <a:r>
              <a:rPr lang="en-US" altLang="ko-KR" sz="1600" b="1">
                <a:solidFill>
                  <a:schemeClr val="lt1"/>
                </a:solidFill>
                <a:latin typeface="KoPub돋움체 Light"/>
                <a:ea typeface="KoPub돋움체 Light"/>
                <a:cs typeface="+mn-cs"/>
              </a:rPr>
              <a:t>1.</a:t>
            </a:r>
            <a:r>
              <a:rPr lang="ko-KR" altLang="en-US" sz="1600" b="1">
                <a:solidFill>
                  <a:schemeClr val="lt1"/>
                </a:solidFill>
                <a:latin typeface="KoPub돋움체 Light"/>
                <a:ea typeface="KoPub돋움체 Light"/>
                <a:cs typeface="+mn-cs"/>
              </a:rPr>
              <a:t> </a:t>
            </a:r>
            <a:r>
              <a:rPr lang="ko" sz="1600" b="1">
                <a:solidFill>
                  <a:schemeClr val="lt1"/>
                </a:solidFill>
                <a:latin typeface="KoPub돋움체 Light"/>
                <a:ea typeface="KoPub돋움체 Light"/>
                <a:cs typeface="+mn-cs"/>
              </a:rPr>
              <a:t>개요 및 현황</a:t>
            </a:r>
          </a:p>
        </p:txBody>
      </p:sp>
      <p:sp>
        <p:nvSpPr>
          <p:cNvPr id="71" name="Google Shape;71;p15"/>
          <p:cNvSpPr txBox="1">
            <a:spLocks noGrp="1"/>
          </p:cNvSpPr>
          <p:nvPr>
            <p:ph type="sldNum" idx="12"/>
          </p:nvPr>
        </p:nvSpPr>
        <p:spPr>
          <a:prstGeom prst="rect">
            <a:avLst/>
          </a:prstGeom>
        </p:spPr>
        <p:txBody>
          <a:bodyPr wrap="square" lIns="91424" tIns="91424" rIns="91424" bIns="91424" anchor="ctr" anchorCtr="0">
            <a:normAutofit/>
          </a:bodyPr>
          <a:lstStyle/>
          <a:p>
            <a:pPr marL="0" lvl="0" indent="0" algn="r" rtl="0">
              <a:spcBef>
                <a:spcPts val="0"/>
              </a:spcBef>
              <a:spcAft>
                <a:spcPts val="0"/>
              </a:spcAft>
              <a:buNone/>
              <a:defRPr/>
            </a:pPr>
            <a:fld id="{00000000-1234-1234-1234-123412341234}" type="slidenum">
              <a:rPr lang="en-US" altLang="ko">
                <a:latin typeface="KoPub돋움체 Light"/>
                <a:ea typeface="KoPub돋움체 Light"/>
                <a:cs typeface="+mn-cs"/>
              </a:rPr>
              <a:pPr marL="0" lvl="0" indent="0" algn="r" rtl="0">
                <a:spcBef>
                  <a:spcPts val="0"/>
                </a:spcBef>
                <a:spcAft>
                  <a:spcPts val="0"/>
                </a:spcAft>
                <a:buNone/>
                <a:defRPr/>
              </a:pPr>
              <a:t>3</a:t>
            </a:fld>
            <a:endParaRPr>
              <a:latin typeface="KoPub돋움체 Light"/>
              <a:ea typeface="KoPub돋움체 Light"/>
              <a:cs typeface="+mn-cs"/>
            </a:endParaRPr>
          </a:p>
        </p:txBody>
      </p:sp>
      <p:graphicFrame>
        <p:nvGraphicFramePr>
          <p:cNvPr id="70" name="Google Shape;70;p15"/>
          <p:cNvGraphicFramePr/>
          <p:nvPr/>
        </p:nvGraphicFramePr>
        <p:xfrm>
          <a:off x="590656" y="794354"/>
          <a:ext cx="7962688" cy="3621950"/>
        </p:xfrm>
        <a:graphic>
          <a:graphicData uri="http://schemas.openxmlformats.org/drawingml/2006/table">
            <a:tbl>
              <a:tblPr>
                <a:noFill/>
                <a:tableStyleId>{9C8A980B-4F89-4940-BF84-561D21B453E3}</a:tableStyleId>
              </a:tblPr>
              <a:tblGrid>
                <a:gridCol w="1347879">
                  <a:extLst>
                    <a:ext uri="{9D8B030D-6E8A-4147-A177-3AD203B41FA5}">
                      <a16:colId xmlns:a16="http://schemas.microsoft.com/office/drawing/2014/main" val="20000"/>
                    </a:ext>
                  </a:extLst>
                </a:gridCol>
                <a:gridCol w="6614809">
                  <a:extLst>
                    <a:ext uri="{9D8B030D-6E8A-4147-A177-3AD203B41FA5}">
                      <a16:colId xmlns:a16="http://schemas.microsoft.com/office/drawing/2014/main" val="20001"/>
                    </a:ext>
                  </a:extLst>
                </a:gridCol>
              </a:tblGrid>
              <a:tr h="210270">
                <a:tc>
                  <a:txBody>
                    <a:bodyPr/>
                    <a:lstStyle/>
                    <a:p>
                      <a:pPr marL="0" lvl="0" indent="0" algn="ctr" rtl="0">
                        <a:spcBef>
                          <a:spcPts val="0"/>
                        </a:spcBef>
                        <a:spcAft>
                          <a:spcPts val="0"/>
                        </a:spcAft>
                        <a:buNone/>
                        <a:defRPr/>
                      </a:pPr>
                      <a:r>
                        <a:rPr lang="ko">
                          <a:latin typeface="KoPub돋움체 Light"/>
                          <a:ea typeface="KoPub돋움체 Light"/>
                          <a:cs typeface="+mn-cs"/>
                        </a:rPr>
                        <a:t>서비스 과제</a:t>
                      </a:r>
                      <a:endParaRPr>
                        <a:latin typeface="KoPub돋움체 Light"/>
                        <a:ea typeface="KoPub돋움체 Light"/>
                        <a:cs typeface="+mn-cs"/>
                      </a:endParaRPr>
                    </a:p>
                  </a:txBody>
                  <a:tcPr marL="91425" marR="91425" marT="91425" marB="91425">
                    <a:lnL w="12700" cap="flat" cmpd="sng" algn="ctr">
                      <a:noFill/>
                      <a:prstDash val="solid"/>
                      <a:round/>
                    </a:lnL>
                    <a:solidFill>
                      <a:srgbClr val="9BE5C8"/>
                    </a:solidFill>
                  </a:tcPr>
                </a:tc>
                <a:tc>
                  <a:txBody>
                    <a:bodyPr/>
                    <a:lstStyle/>
                    <a:p>
                      <a:pPr marL="0" lvl="0" indent="0" algn="ctr" rtl="0">
                        <a:spcBef>
                          <a:spcPts val="0"/>
                        </a:spcBef>
                        <a:spcAft>
                          <a:spcPts val="0"/>
                        </a:spcAft>
                        <a:buNone/>
                        <a:defRPr/>
                      </a:pPr>
                      <a:r>
                        <a:rPr lang="ko">
                          <a:latin typeface="KoPub돋움체 Light"/>
                          <a:ea typeface="KoPub돋움체 Light"/>
                          <a:cs typeface="+mn-cs"/>
                        </a:rPr>
                        <a:t>AI 기반 음식 영양 분석 &amp; 식단 추천 서비스</a:t>
                      </a:r>
                      <a:endParaRPr>
                        <a:latin typeface="KoPub돋움체 Light"/>
                        <a:ea typeface="KoPub돋움체 Light"/>
                        <a:cs typeface="+mn-cs"/>
                      </a:endParaRPr>
                    </a:p>
                  </a:txBody>
                  <a:tcPr marL="91425" marR="91425" marT="91425" marB="91425">
                    <a:lnR w="12700" cap="flat" cmpd="sng" algn="ctr">
                      <a:noFill/>
                      <a:prstDash val="solid"/>
                      <a:round/>
                    </a:lnR>
                    <a:solidFill>
                      <a:srgbClr val="9BE5C8"/>
                    </a:solidFill>
                  </a:tcPr>
                </a:tc>
                <a:extLst>
                  <a:ext uri="{0D108BD9-81ED-4DB2-BD59-A6C34878D82A}">
                    <a16:rowId xmlns:a16="http://schemas.microsoft.com/office/drawing/2014/main" val="10000"/>
                  </a:ext>
                </a:extLst>
              </a:tr>
              <a:tr h="905699">
                <a:tc>
                  <a:txBody>
                    <a:bodyPr/>
                    <a:lstStyle/>
                    <a:p>
                      <a:pPr marL="0" lvl="0" indent="0" algn="l" rtl="0">
                        <a:spcBef>
                          <a:spcPts val="0"/>
                        </a:spcBef>
                        <a:spcAft>
                          <a:spcPts val="0"/>
                        </a:spcAft>
                        <a:buNone/>
                        <a:defRPr/>
                      </a:pPr>
                      <a:r>
                        <a:rPr lang="ko">
                          <a:latin typeface="KoPub돋움체 Light"/>
                          <a:ea typeface="KoPub돋움체 Light"/>
                          <a:cs typeface="+mn-cs"/>
                        </a:rPr>
                        <a:t>추진배경 및</a:t>
                      </a:r>
                    </a:p>
                    <a:p>
                      <a:pPr marL="0" lvl="0" indent="0" algn="l" rtl="0">
                        <a:spcBef>
                          <a:spcPts val="0"/>
                        </a:spcBef>
                        <a:spcAft>
                          <a:spcPts val="0"/>
                        </a:spcAft>
                        <a:buNone/>
                        <a:defRPr/>
                      </a:pPr>
                      <a:r>
                        <a:rPr lang="ko">
                          <a:latin typeface="KoPub돋움체 Light"/>
                          <a:ea typeface="KoPub돋움체 Light"/>
                          <a:cs typeface="+mn-cs"/>
                        </a:rPr>
                        <a:t>목적</a:t>
                      </a:r>
                      <a:endParaRPr>
                        <a:latin typeface="KoPub돋움체 Light"/>
                        <a:ea typeface="KoPub돋움체 Light"/>
                        <a:cs typeface="+mn-cs"/>
                      </a:endParaRPr>
                    </a:p>
                  </a:txBody>
                  <a:tcPr marL="91425" marR="91425" marT="91425" marB="91425">
                    <a:lnL w="12700" cap="flat" cmpd="sng" algn="ctr">
                      <a:noFill/>
                      <a:prstDash val="solid"/>
                      <a:round/>
                    </a:lnL>
                  </a:tcPr>
                </a:tc>
                <a:tc>
                  <a:txBody>
                    <a:bodyPr/>
                    <a:lstStyle/>
                    <a:p>
                      <a:pPr marL="139700" lvl="0" indent="0" algn="l" rtl="0">
                        <a:lnSpc>
                          <a:spcPct val="125000"/>
                        </a:lnSpc>
                        <a:spcBef>
                          <a:spcPts val="0"/>
                        </a:spcBef>
                        <a:spcAft>
                          <a:spcPts val="0"/>
                        </a:spcAft>
                        <a:buSzPct val="25000"/>
                        <a:buNone/>
                        <a:defRPr/>
                      </a:pPr>
                      <a:r>
                        <a:rPr lang="ko-KR" altLang="ko-KR" sz="1400" dirty="0">
                          <a:latin typeface="KoPub돋움체 Light"/>
                          <a:ea typeface="KoPub돋움체 Light"/>
                        </a:rPr>
                        <a:t>◾</a:t>
                      </a:r>
                      <a:r>
                        <a:rPr lang="en-US" altLang="ko-KR" sz="1400" dirty="0">
                          <a:latin typeface="KoPub돋움체 Light"/>
                          <a:ea typeface="KoPub돋움체 Light"/>
                        </a:rPr>
                        <a:t> </a:t>
                      </a:r>
                      <a:r>
                        <a:rPr lang="ko" dirty="0">
                          <a:latin typeface="KoPub돋움체 Light"/>
                          <a:ea typeface="KoPub돋움체 Light"/>
                          <a:cs typeface="+mn-cs"/>
                        </a:rPr>
                        <a:t>개인별 섭취 영양 분석: 사용자의 실제 영양 섭취 상황을 분석하고 적절한 섭취량 제안</a:t>
                      </a:r>
                    </a:p>
                    <a:p>
                      <a:pPr marL="139700" lvl="0" indent="0" algn="l" rtl="0">
                        <a:lnSpc>
                          <a:spcPct val="125000"/>
                        </a:lnSpc>
                        <a:spcBef>
                          <a:spcPts val="0"/>
                        </a:spcBef>
                        <a:spcAft>
                          <a:spcPts val="0"/>
                        </a:spcAft>
                        <a:buSzPct val="25000"/>
                        <a:buNone/>
                        <a:defRPr/>
                      </a:pPr>
                      <a:r>
                        <a:rPr lang="ko-KR" altLang="ko-KR" sz="1400" dirty="0">
                          <a:latin typeface="KoPub돋움체 Light"/>
                          <a:ea typeface="KoPub돋움체 Light"/>
                        </a:rPr>
                        <a:t>◾</a:t>
                      </a:r>
                      <a:r>
                        <a:rPr lang="en-US" altLang="ko-KR" sz="1400" dirty="0">
                          <a:latin typeface="KoPub돋움체 Light"/>
                          <a:ea typeface="KoPub돋움체 Light"/>
                        </a:rPr>
                        <a:t> </a:t>
                      </a:r>
                      <a:r>
                        <a:rPr lang="ko" dirty="0">
                          <a:latin typeface="KoPub돋움체 Light"/>
                          <a:ea typeface="KoPub돋움체 Light"/>
                          <a:cs typeface="+mn-cs"/>
                        </a:rPr>
                        <a:t>식단 추천: 사용자에게 적절한 섭취량을 바탕으로 식단 제안</a:t>
                      </a:r>
                    </a:p>
                    <a:p>
                      <a:pPr marL="139700" lvl="0" indent="0" algn="l" rtl="0">
                        <a:lnSpc>
                          <a:spcPct val="125000"/>
                        </a:lnSpc>
                        <a:spcBef>
                          <a:spcPts val="0"/>
                        </a:spcBef>
                        <a:spcAft>
                          <a:spcPts val="0"/>
                        </a:spcAft>
                        <a:buSzPct val="25000"/>
                        <a:buNone/>
                        <a:defRPr/>
                      </a:pPr>
                      <a:r>
                        <a:rPr lang="ko-KR" altLang="ko-KR" sz="1400" dirty="0">
                          <a:latin typeface="KoPub돋움체 Light"/>
                          <a:ea typeface="KoPub돋움체 Light"/>
                        </a:rPr>
                        <a:t>◾</a:t>
                      </a:r>
                      <a:r>
                        <a:rPr lang="en-US" altLang="ko-KR" sz="1400" dirty="0">
                          <a:latin typeface="KoPub돋움체 Light"/>
                          <a:ea typeface="KoPub돋움체 Light"/>
                        </a:rPr>
                        <a:t> </a:t>
                      </a:r>
                      <a:r>
                        <a:rPr lang="ko" dirty="0">
                          <a:latin typeface="KoPub돋움체 Light"/>
                          <a:ea typeface="KoPub돋움체 Light"/>
                          <a:cs typeface="+mn-cs"/>
                        </a:rPr>
                        <a:t>사용자의 성향/기분에 따른 다양한 식단 제안: 같은 적정 섭취량이라도 사용자의 성향이나 기분에 맞춘 식단 제안으로 사용자의 만족감 제고</a:t>
                      </a:r>
                    </a:p>
                    <a:p>
                      <a:pPr marL="139700" lvl="0" indent="0" algn="l" rtl="0">
                        <a:lnSpc>
                          <a:spcPct val="125000"/>
                        </a:lnSpc>
                        <a:spcBef>
                          <a:spcPts val="0"/>
                        </a:spcBef>
                        <a:spcAft>
                          <a:spcPts val="0"/>
                        </a:spcAft>
                        <a:buSzPct val="25000"/>
                        <a:buNone/>
                        <a:defRPr/>
                      </a:pPr>
                      <a:r>
                        <a:rPr lang="ko-KR" altLang="ko-KR" sz="1400" dirty="0">
                          <a:latin typeface="KoPub돋움체 Light"/>
                          <a:ea typeface="KoPub돋움체 Light"/>
                        </a:rPr>
                        <a:t>◾</a:t>
                      </a:r>
                      <a:r>
                        <a:rPr lang="en-US" altLang="ko-KR" sz="1400" dirty="0">
                          <a:latin typeface="KoPub돋움체 Light"/>
                          <a:ea typeface="KoPub돋움체 Light"/>
                        </a:rPr>
                        <a:t> </a:t>
                      </a:r>
                      <a:r>
                        <a:rPr lang="ko" dirty="0">
                          <a:latin typeface="KoPub돋움체 Light"/>
                          <a:ea typeface="KoPub돋움체 Light"/>
                          <a:cs typeface="+mn-cs"/>
                        </a:rPr>
                        <a:t>추천 신뢰성 강화: LLM과 머신 러닝을 사용하여 사용자의 상태에 맞는 영양소 섭취와 식단 추천 제공</a:t>
                      </a:r>
                      <a:endParaRPr dirty="0">
                        <a:latin typeface="KoPub돋움체 Light"/>
                        <a:ea typeface="KoPub돋움체 Light"/>
                        <a:cs typeface="+mn-cs"/>
                      </a:endParaRPr>
                    </a:p>
                  </a:txBody>
                  <a:tcPr marL="91425" marR="91425" marT="91425" marB="91425">
                    <a:lnR w="12700" cap="flat" cmpd="sng" algn="ctr">
                      <a:noFill/>
                      <a:prstDash val="solid"/>
                      <a:round/>
                    </a:lnR>
                  </a:tcPr>
                </a:tc>
                <a:extLst>
                  <a:ext uri="{0D108BD9-81ED-4DB2-BD59-A6C34878D82A}">
                    <a16:rowId xmlns:a16="http://schemas.microsoft.com/office/drawing/2014/main" val="10001"/>
                  </a:ext>
                </a:extLst>
              </a:tr>
              <a:tr h="803442">
                <a:tc>
                  <a:txBody>
                    <a:bodyPr/>
                    <a:lstStyle/>
                    <a:p>
                      <a:pPr marL="0" lvl="0" indent="0" algn="l" rtl="0">
                        <a:spcBef>
                          <a:spcPts val="0"/>
                        </a:spcBef>
                        <a:spcAft>
                          <a:spcPts val="0"/>
                        </a:spcAft>
                        <a:buNone/>
                        <a:defRPr/>
                      </a:pPr>
                      <a:r>
                        <a:rPr lang="ko">
                          <a:latin typeface="KoPub돋움체 Light"/>
                          <a:ea typeface="KoPub돋움체 Light"/>
                          <a:cs typeface="+mn-cs"/>
                        </a:rPr>
                        <a:t>주요 기능</a:t>
                      </a:r>
                      <a:endParaRPr>
                        <a:latin typeface="KoPub돋움체 Light"/>
                        <a:ea typeface="KoPub돋움체 Light"/>
                        <a:cs typeface="+mn-cs"/>
                      </a:endParaRPr>
                    </a:p>
                  </a:txBody>
                  <a:tcPr marL="91425" marR="91425" marT="91425" marB="91425">
                    <a:lnL w="12700" cap="flat" cmpd="sng" algn="ctr">
                      <a:noFill/>
                      <a:prstDash val="solid"/>
                      <a:round/>
                    </a:lnL>
                  </a:tcPr>
                </a:tc>
                <a:tc>
                  <a:txBody>
                    <a:bodyPr/>
                    <a:lstStyle/>
                    <a:p>
                      <a:pPr marL="139700" lvl="0" indent="0" algn="l" rtl="0">
                        <a:lnSpc>
                          <a:spcPct val="125000"/>
                        </a:lnSpc>
                        <a:spcBef>
                          <a:spcPts val="0"/>
                        </a:spcBef>
                        <a:spcAft>
                          <a:spcPts val="0"/>
                        </a:spcAft>
                        <a:buSzPct val="25000"/>
                        <a:buNone/>
                        <a:defRPr/>
                      </a:pPr>
                      <a:r>
                        <a:rPr lang="ko-KR" altLang="ko-KR" sz="1400" dirty="0">
                          <a:latin typeface="KoPub돋움체 Light"/>
                          <a:ea typeface="KoPub돋움체 Light"/>
                        </a:rPr>
                        <a:t>◾</a:t>
                      </a:r>
                      <a:r>
                        <a:rPr lang="en-US" altLang="ko-KR" sz="1400" dirty="0">
                          <a:latin typeface="KoPub돋움체 Light"/>
                          <a:ea typeface="KoPub돋움체 Light"/>
                        </a:rPr>
                        <a:t> </a:t>
                      </a:r>
                      <a:r>
                        <a:rPr lang="ko" dirty="0">
                          <a:latin typeface="KoPub돋움체 Light"/>
                          <a:ea typeface="KoPub돋움체 Light"/>
                          <a:cs typeface="+mn-cs"/>
                        </a:rPr>
                        <a:t>맞춤형 섭취량 제안: 사용자의 데이터에 기반한 최적의 영양 섭취량 추천</a:t>
                      </a:r>
                    </a:p>
                    <a:p>
                      <a:pPr marL="139700" lvl="0" indent="0" algn="l" rtl="0">
                        <a:lnSpc>
                          <a:spcPct val="125000"/>
                        </a:lnSpc>
                        <a:spcBef>
                          <a:spcPts val="0"/>
                        </a:spcBef>
                        <a:spcAft>
                          <a:spcPts val="0"/>
                        </a:spcAft>
                        <a:buSzPct val="25000"/>
                        <a:buNone/>
                        <a:defRPr/>
                      </a:pPr>
                      <a:r>
                        <a:rPr lang="ko-KR" altLang="ko-KR" sz="1400" dirty="0">
                          <a:latin typeface="KoPub돋움체 Light"/>
                          <a:ea typeface="KoPub돋움체 Light"/>
                        </a:rPr>
                        <a:t>◾</a:t>
                      </a:r>
                      <a:r>
                        <a:rPr lang="en-US" altLang="ko-KR" sz="1400" dirty="0">
                          <a:latin typeface="KoPub돋움체 Light"/>
                          <a:ea typeface="KoPub돋움체 Light"/>
                        </a:rPr>
                        <a:t> </a:t>
                      </a:r>
                      <a:r>
                        <a:rPr lang="ko" dirty="0">
                          <a:latin typeface="KoPub돋움체 Light"/>
                          <a:ea typeface="KoPub돋움체 Light"/>
                          <a:cs typeface="+mn-cs"/>
                        </a:rPr>
                        <a:t>식단 제안: 사용자의 현재 영양 상태와 취향, 기분에 따른 다양한 식단 제안</a:t>
                      </a:r>
                    </a:p>
                    <a:p>
                      <a:pPr marL="139700" lvl="0" indent="0" algn="l" rtl="0">
                        <a:lnSpc>
                          <a:spcPct val="125000"/>
                        </a:lnSpc>
                        <a:spcBef>
                          <a:spcPts val="0"/>
                        </a:spcBef>
                        <a:spcAft>
                          <a:spcPts val="0"/>
                        </a:spcAft>
                        <a:buSzPct val="25000"/>
                        <a:buNone/>
                        <a:defRPr/>
                      </a:pPr>
                      <a:r>
                        <a:rPr lang="ko-KR" altLang="ko-KR" sz="1400" dirty="0">
                          <a:latin typeface="KoPub돋움체 Light"/>
                          <a:ea typeface="KoPub돋움체 Light"/>
                        </a:rPr>
                        <a:t>◾</a:t>
                      </a:r>
                      <a:r>
                        <a:rPr lang="en-US" altLang="ko-KR" sz="1400" dirty="0">
                          <a:latin typeface="KoPub돋움체 Light"/>
                          <a:ea typeface="KoPub돋움체 Light"/>
                        </a:rPr>
                        <a:t> </a:t>
                      </a:r>
                      <a:r>
                        <a:rPr lang="ko" dirty="0">
                          <a:latin typeface="KoPub돋움체 Light"/>
                          <a:ea typeface="KoPub돋움체 Light"/>
                          <a:cs typeface="+mn-cs"/>
                        </a:rPr>
                        <a:t>개인별 식단 관리: 사용자별 영양 상태 정보와 추천받은 식단 정보 저장, 축적. 다음 식단 추천 시 더 정확한 추천 서비스 제공.</a:t>
                      </a:r>
                    </a:p>
                    <a:p>
                      <a:pPr marL="139700" lvl="0" indent="0" algn="l" rtl="0">
                        <a:lnSpc>
                          <a:spcPct val="125000"/>
                        </a:lnSpc>
                        <a:spcBef>
                          <a:spcPts val="0"/>
                        </a:spcBef>
                        <a:spcAft>
                          <a:spcPts val="0"/>
                        </a:spcAft>
                        <a:buSzPct val="25000"/>
                        <a:buNone/>
                        <a:defRPr/>
                      </a:pPr>
                      <a:r>
                        <a:rPr lang="ko-KR" altLang="ko-KR" sz="1400" dirty="0">
                          <a:latin typeface="KoPub돋움체 Light"/>
                          <a:ea typeface="KoPub돋움체 Light"/>
                        </a:rPr>
                        <a:t>◾</a:t>
                      </a:r>
                      <a:r>
                        <a:rPr lang="en-US" altLang="ko-KR" sz="1400" dirty="0">
                          <a:latin typeface="KoPub돋움체 Light"/>
                          <a:ea typeface="KoPub돋움체 Light"/>
                        </a:rPr>
                        <a:t> </a:t>
                      </a:r>
                      <a:r>
                        <a:rPr lang="ko" dirty="0">
                          <a:latin typeface="KoPub돋움체 Light"/>
                          <a:ea typeface="KoPub돋움체 Light"/>
                          <a:cs typeface="+mn-cs"/>
                        </a:rPr>
                        <a:t>개인 정보 보안: 사용자 정보에 대한 보안 강화, 개인 정보 보호.</a:t>
                      </a:r>
                      <a:endParaRPr dirty="0">
                        <a:latin typeface="KoPub돋움체 Light"/>
                        <a:ea typeface="KoPub돋움체 Light"/>
                        <a:cs typeface="+mn-cs"/>
                      </a:endParaRPr>
                    </a:p>
                  </a:txBody>
                  <a:tcPr marL="91425" marR="91425" marT="91425" marB="91425">
                    <a:lnR w="12700" cap="flat" cmpd="sng" algn="ctr">
                      <a:noFill/>
                      <a:prstDash val="solid"/>
                      <a:round/>
                    </a:lnR>
                  </a:tcPr>
                </a:tc>
                <a:extLst>
                  <a:ext uri="{0D108BD9-81ED-4DB2-BD59-A6C34878D82A}">
                    <a16:rowId xmlns:a16="http://schemas.microsoft.com/office/drawing/2014/main" val="10002"/>
                  </a:ext>
                </a:extLst>
              </a:tr>
            </a:tbl>
          </a:graphicData>
        </a:graphic>
      </p:graphicFrame>
    </p:spTree>
  </p:cSld>
  <p:clrMapOvr>
    <a:masterClrMapping/>
  </p:clrMapOvr>
  <mc:AlternateContent xmlns:mc="http://schemas.openxmlformats.org/markup-compatibility/2006" xmlns:p14="http://schemas.microsoft.com/office/powerpoint/2010/main">
    <mc:Choice Requires="p14">
      <p:transition/>
    </mc:Choice>
    <mc:Fallback xmlns:dsp="http://schemas.microsoft.com/office/drawing/2008/diagram" xmlns:dgm="http://schemas.openxmlformats.org/drawingml/2006/diagram" xmlns:c="http://schemas.openxmlformats.org/drawingml/2006/chart" xmlns="">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7" name="Google Shape;77;p16"/>
          <p:cNvGraphicFramePr/>
          <p:nvPr/>
        </p:nvGraphicFramePr>
        <p:xfrm>
          <a:off x="952500" y="1383120"/>
          <a:ext cx="7236135" cy="2331540"/>
        </p:xfrm>
        <a:graphic>
          <a:graphicData uri="http://schemas.openxmlformats.org/drawingml/2006/table">
            <a:tbl>
              <a:tblPr>
                <a:noFill/>
                <a:tableStyleId>{9C8A980B-4F89-4940-BF84-561D21B453E3}</a:tableStyleId>
              </a:tblPr>
              <a:tblGrid>
                <a:gridCol w="1185885">
                  <a:extLst>
                    <a:ext uri="{9D8B030D-6E8A-4147-A177-3AD203B41FA5}">
                      <a16:colId xmlns:a16="http://schemas.microsoft.com/office/drawing/2014/main" val="20000"/>
                    </a:ext>
                  </a:extLst>
                </a:gridCol>
                <a:gridCol w="6050250">
                  <a:extLst>
                    <a:ext uri="{9D8B030D-6E8A-4147-A177-3AD203B41FA5}">
                      <a16:colId xmlns:a16="http://schemas.microsoft.com/office/drawing/2014/main" val="20001"/>
                    </a:ext>
                  </a:extLst>
                </a:gridCol>
              </a:tblGrid>
              <a:tr h="381000">
                <a:tc>
                  <a:txBody>
                    <a:bodyPr/>
                    <a:lstStyle/>
                    <a:p>
                      <a:pPr marL="0" lvl="0" indent="0" algn="ctr" rtl="0">
                        <a:spcBef>
                          <a:spcPts val="0"/>
                        </a:spcBef>
                        <a:spcAft>
                          <a:spcPts val="0"/>
                        </a:spcAft>
                        <a:buNone/>
                        <a:defRPr/>
                      </a:pPr>
                      <a:r>
                        <a:rPr lang="ko">
                          <a:latin typeface="KoPub돋움체 Light"/>
                          <a:ea typeface="KoPub돋움체 Light"/>
                          <a:cs typeface="+mn-cs"/>
                        </a:rPr>
                        <a:t>팀원</a:t>
                      </a:r>
                      <a:endParaRPr>
                        <a:latin typeface="KoPub돋움체 Light"/>
                        <a:ea typeface="KoPub돋움체 Light"/>
                        <a:cs typeface="+mn-cs"/>
                      </a:endParaRPr>
                    </a:p>
                  </a:txBody>
                  <a:tcPr marL="91425" marR="91425" marT="91425" marB="91425">
                    <a:lnL w="12700" cap="flat" cmpd="sng" algn="ctr">
                      <a:noFill/>
                      <a:prstDash val="solid"/>
                      <a:round/>
                    </a:lnL>
                    <a:solidFill>
                      <a:srgbClr val="9BE5C8"/>
                    </a:solidFill>
                  </a:tcPr>
                </a:tc>
                <a:tc>
                  <a:txBody>
                    <a:bodyPr/>
                    <a:lstStyle/>
                    <a:p>
                      <a:pPr marL="0" lvl="0" indent="0" algn="ctr" rtl="0">
                        <a:spcBef>
                          <a:spcPts val="0"/>
                        </a:spcBef>
                        <a:spcAft>
                          <a:spcPts val="0"/>
                        </a:spcAft>
                        <a:buNone/>
                        <a:defRPr/>
                      </a:pPr>
                      <a:r>
                        <a:rPr lang="ko">
                          <a:latin typeface="KoPub돋움체 Light"/>
                          <a:ea typeface="KoPub돋움체 Light"/>
                          <a:cs typeface="+mn-cs"/>
                        </a:rPr>
                        <a:t>역할</a:t>
                      </a:r>
                      <a:endParaRPr>
                        <a:latin typeface="KoPub돋움체 Light"/>
                        <a:ea typeface="KoPub돋움체 Light"/>
                        <a:cs typeface="+mn-cs"/>
                      </a:endParaRPr>
                    </a:p>
                  </a:txBody>
                  <a:tcPr marL="91425" marR="91425" marT="91425" marB="91425">
                    <a:lnR w="12700" cap="flat" cmpd="sng" algn="ctr">
                      <a:noFill/>
                      <a:prstDash val="solid"/>
                      <a:round/>
                    </a:lnR>
                    <a:solidFill>
                      <a:srgbClr val="9BE5C8"/>
                    </a:solidFill>
                  </a:tcPr>
                </a:tc>
                <a:extLst>
                  <a:ext uri="{0D108BD9-81ED-4DB2-BD59-A6C34878D82A}">
                    <a16:rowId xmlns:a16="http://schemas.microsoft.com/office/drawing/2014/main" val="10000"/>
                  </a:ext>
                </a:extLst>
              </a:tr>
              <a:tr h="381000">
                <a:tc>
                  <a:txBody>
                    <a:bodyPr/>
                    <a:lstStyle/>
                    <a:p>
                      <a:pPr marL="0" lvl="0" indent="0" algn="l" rtl="0">
                        <a:spcBef>
                          <a:spcPts val="0"/>
                        </a:spcBef>
                        <a:spcAft>
                          <a:spcPts val="0"/>
                        </a:spcAft>
                        <a:buNone/>
                        <a:defRPr/>
                      </a:pPr>
                      <a:r>
                        <a:rPr lang="ko">
                          <a:latin typeface="KoPub돋움체 Light"/>
                          <a:ea typeface="KoPub돋움체 Light"/>
                          <a:cs typeface="+mn-cs"/>
                        </a:rPr>
                        <a:t>박정환</a:t>
                      </a:r>
                      <a:r>
                        <a:rPr lang="en-US" altLang="ko">
                          <a:latin typeface="KoPub돋움체 Light"/>
                          <a:ea typeface="KoPub돋움체 Light"/>
                          <a:cs typeface="+mn-cs"/>
                        </a:rPr>
                        <a:t>(</a:t>
                      </a:r>
                      <a:r>
                        <a:rPr lang="ko-KR" altLang="en-US">
                          <a:latin typeface="KoPub돋움체 Light"/>
                          <a:ea typeface="KoPub돋움체 Light"/>
                          <a:cs typeface="+mn-cs"/>
                        </a:rPr>
                        <a:t>팀장</a:t>
                      </a:r>
                      <a:r>
                        <a:rPr lang="en-US" altLang="ko-KR">
                          <a:latin typeface="KoPub돋움체 Light"/>
                          <a:ea typeface="KoPub돋움체 Light"/>
                          <a:cs typeface="+mn-cs"/>
                        </a:rPr>
                        <a:t>)</a:t>
                      </a:r>
                      <a:endParaRPr>
                        <a:latin typeface="KoPub돋움체 Light"/>
                        <a:ea typeface="KoPub돋움체 Light"/>
                        <a:cs typeface="+mn-cs"/>
                      </a:endParaRPr>
                    </a:p>
                  </a:txBody>
                  <a:tcPr marL="91425" marR="91425" marT="91425" marB="91425">
                    <a:lnL w="12700" cap="flat" cmpd="sng" algn="ctr">
                      <a:noFill/>
                      <a:prstDash val="solid"/>
                      <a:round/>
                    </a:lnL>
                  </a:tcPr>
                </a:tc>
                <a:tc>
                  <a:txBody>
                    <a:bodyPr/>
                    <a:lstStyle/>
                    <a:p>
                      <a:pPr marL="0" lvl="0" indent="0" algn="l" rtl="0">
                        <a:spcBef>
                          <a:spcPts val="0"/>
                        </a:spcBef>
                        <a:spcAft>
                          <a:spcPts val="0"/>
                        </a:spcAft>
                        <a:buNone/>
                        <a:defRPr/>
                      </a:pPr>
                      <a:r>
                        <a:rPr lang="ko">
                          <a:latin typeface="KoPub돋움체 Light"/>
                          <a:ea typeface="KoPub돋움체 Light"/>
                          <a:cs typeface="+mn-cs"/>
                        </a:rPr>
                        <a:t>프로젝트 총괄(PM), 진행, 테스터, DB</a:t>
                      </a:r>
                      <a:r>
                        <a:rPr lang="en-US" altLang="ko-KR">
                          <a:latin typeface="KoPub돋움체 Light"/>
                          <a:ea typeface="KoPub돋움체 Light"/>
                          <a:cs typeface="+mn-cs"/>
                        </a:rPr>
                        <a:t>,</a:t>
                      </a:r>
                      <a:r>
                        <a:rPr lang="ko-KR" altLang="en-US">
                          <a:latin typeface="KoPub돋움체 Light"/>
                          <a:ea typeface="KoPub돋움체 Light"/>
                          <a:cs typeface="+mn-cs"/>
                        </a:rPr>
                        <a:t> 웹페이지 구성</a:t>
                      </a:r>
                      <a:r>
                        <a:rPr lang="en-US" altLang="ko-KR">
                          <a:latin typeface="KoPub돋움체 Light"/>
                          <a:ea typeface="KoPub돋움체 Light"/>
                          <a:cs typeface="+mn-cs"/>
                        </a:rPr>
                        <a:t>,</a:t>
                      </a:r>
                      <a:r>
                        <a:rPr lang="ko-KR" altLang="en-US">
                          <a:latin typeface="KoPub돋움체 Light"/>
                          <a:ea typeface="KoPub돋움체 Light"/>
                          <a:cs typeface="+mn-cs"/>
                        </a:rPr>
                        <a:t> 회원 관리</a:t>
                      </a:r>
                      <a:r>
                        <a:rPr lang="en-US" altLang="ko-KR">
                          <a:latin typeface="KoPub돋움체 Light"/>
                          <a:ea typeface="KoPub돋움체 Light"/>
                          <a:cs typeface="+mn-cs"/>
                        </a:rPr>
                        <a:t>,</a:t>
                      </a:r>
                      <a:r>
                        <a:rPr lang="ko-KR" altLang="en-US">
                          <a:latin typeface="KoPub돋움체 Light"/>
                          <a:ea typeface="KoPub돋움체 Light"/>
                          <a:cs typeface="+mn-cs"/>
                        </a:rPr>
                        <a:t> 식단 기록</a:t>
                      </a:r>
                    </a:p>
                  </a:txBody>
                  <a:tcPr marL="91425" marR="91425" marT="91425" marB="91425">
                    <a:lnR w="12700" cap="flat" cmpd="sng" algn="ctr">
                      <a:noFill/>
                      <a:prstDash val="solid"/>
                      <a:round/>
                    </a:lnR>
                  </a:tcPr>
                </a:tc>
                <a:extLst>
                  <a:ext uri="{0D108BD9-81ED-4DB2-BD59-A6C34878D82A}">
                    <a16:rowId xmlns:a16="http://schemas.microsoft.com/office/drawing/2014/main" val="10001"/>
                  </a:ext>
                </a:extLst>
              </a:tr>
              <a:tr h="381000">
                <a:tc>
                  <a:txBody>
                    <a:bodyPr/>
                    <a:lstStyle/>
                    <a:p>
                      <a:pPr marL="0" lvl="0" indent="0" algn="l" rtl="0">
                        <a:spcBef>
                          <a:spcPts val="0"/>
                        </a:spcBef>
                        <a:spcAft>
                          <a:spcPts val="0"/>
                        </a:spcAft>
                        <a:buNone/>
                        <a:defRPr/>
                      </a:pPr>
                      <a:r>
                        <a:rPr lang="ko">
                          <a:latin typeface="KoPub돋움체 Light"/>
                          <a:ea typeface="KoPub돋움체 Light"/>
                          <a:cs typeface="+mn-cs"/>
                        </a:rPr>
                        <a:t>김도윤</a:t>
                      </a:r>
                      <a:r>
                        <a:rPr lang="en-US" altLang="ko">
                          <a:latin typeface="KoPub돋움체 Light"/>
                          <a:ea typeface="KoPub돋움체 Light"/>
                          <a:cs typeface="+mn-cs"/>
                        </a:rPr>
                        <a:t>(</a:t>
                      </a:r>
                      <a:r>
                        <a:rPr lang="ko-KR" altLang="en-US">
                          <a:latin typeface="KoPub돋움체 Light"/>
                          <a:ea typeface="KoPub돋움체 Light"/>
                          <a:cs typeface="+mn-cs"/>
                        </a:rPr>
                        <a:t>부팀장</a:t>
                      </a:r>
                      <a:r>
                        <a:rPr lang="en-US" altLang="ko-KR">
                          <a:latin typeface="KoPub돋움체 Light"/>
                          <a:ea typeface="KoPub돋움체 Light"/>
                          <a:cs typeface="+mn-cs"/>
                        </a:rPr>
                        <a:t>)</a:t>
                      </a:r>
                      <a:endParaRPr>
                        <a:latin typeface="KoPub돋움체 Light"/>
                        <a:ea typeface="KoPub돋움체 Light"/>
                        <a:cs typeface="+mn-cs"/>
                      </a:endParaRPr>
                    </a:p>
                  </a:txBody>
                  <a:tcPr marL="91425" marR="91425" marT="91425" marB="91425">
                    <a:lnL w="12700" cap="flat" cmpd="sng" algn="ctr">
                      <a:noFill/>
                      <a:prstDash val="solid"/>
                      <a:round/>
                    </a:lnL>
                  </a:tcPr>
                </a:tc>
                <a:tc>
                  <a:txBody>
                    <a:bodyPr/>
                    <a:lstStyle/>
                    <a:p>
                      <a:pPr marL="0" lvl="0" indent="0" algn="l" rtl="0">
                        <a:spcBef>
                          <a:spcPts val="0"/>
                        </a:spcBef>
                        <a:spcAft>
                          <a:spcPts val="0"/>
                        </a:spcAft>
                        <a:buNone/>
                        <a:defRPr/>
                      </a:pPr>
                      <a:r>
                        <a:rPr lang="ko" sz="1350">
                          <a:latin typeface="KoPub돋움체 Light"/>
                          <a:ea typeface="KoPub돋움체 Light"/>
                          <a:cs typeface="+mn-cs"/>
                        </a:rPr>
                        <a:t>주제 선정, 프로젝트 기획, </a:t>
                      </a:r>
                      <a:r>
                        <a:rPr lang="ko-KR" altLang="en-US" sz="1350">
                          <a:latin typeface="KoPub돋움체 Light"/>
                          <a:ea typeface="KoPub돋움체 Light"/>
                          <a:cs typeface="+mn-cs"/>
                        </a:rPr>
                        <a:t>식단 추천</a:t>
                      </a:r>
                      <a:r>
                        <a:rPr lang="ko" sz="1350">
                          <a:latin typeface="KoPub돋움체 Light"/>
                          <a:ea typeface="KoPub돋움체 Light"/>
                          <a:cs typeface="+mn-cs"/>
                        </a:rPr>
                        <a:t>(LLM</a:t>
                      </a:r>
                      <a:r>
                        <a:rPr lang="en-US" altLang="ko-KR" sz="1350">
                          <a:latin typeface="KoPub돋움체 Light"/>
                          <a:ea typeface="KoPub돋움체 Light"/>
                          <a:cs typeface="+mn-cs"/>
                        </a:rPr>
                        <a:t>; Ollama</a:t>
                      </a:r>
                      <a:r>
                        <a:rPr lang="ko" sz="1350">
                          <a:latin typeface="KoPub돋움체 Light"/>
                          <a:ea typeface="KoPub돋움체 Light"/>
                          <a:cs typeface="+mn-cs"/>
                        </a:rPr>
                        <a:t>)</a:t>
                      </a:r>
                    </a:p>
                  </a:txBody>
                  <a:tcPr marL="91425" marR="91425" marT="91425" marB="91425">
                    <a:lnR w="12700" cap="flat" cmpd="sng" algn="ctr">
                      <a:noFill/>
                      <a:prstDash val="solid"/>
                      <a:round/>
                    </a:lnR>
                  </a:tcPr>
                </a:tc>
                <a:extLst>
                  <a:ext uri="{0D108BD9-81ED-4DB2-BD59-A6C34878D82A}">
                    <a16:rowId xmlns:a16="http://schemas.microsoft.com/office/drawing/2014/main" val="10002"/>
                  </a:ext>
                </a:extLst>
              </a:tr>
              <a:tr h="381000">
                <a:tc>
                  <a:txBody>
                    <a:bodyPr/>
                    <a:lstStyle/>
                    <a:p>
                      <a:pPr marL="0" lvl="0" indent="0" algn="l" rtl="0">
                        <a:spcBef>
                          <a:spcPts val="0"/>
                        </a:spcBef>
                        <a:spcAft>
                          <a:spcPts val="0"/>
                        </a:spcAft>
                        <a:buNone/>
                        <a:defRPr/>
                      </a:pPr>
                      <a:r>
                        <a:rPr lang="ko">
                          <a:latin typeface="KoPub돋움체 Light"/>
                          <a:ea typeface="KoPub돋움체 Light"/>
                          <a:cs typeface="+mn-cs"/>
                        </a:rPr>
                        <a:t>강성대</a:t>
                      </a:r>
                      <a:endParaRPr>
                        <a:latin typeface="KoPub돋움체 Light"/>
                        <a:ea typeface="KoPub돋움체 Light"/>
                        <a:cs typeface="+mn-cs"/>
                      </a:endParaRPr>
                    </a:p>
                  </a:txBody>
                  <a:tcPr marL="91425" marR="91425" marT="91425" marB="91425">
                    <a:lnL w="12700" cap="flat" cmpd="sng" algn="ctr">
                      <a:noFill/>
                      <a:prstDash val="solid"/>
                      <a:round/>
                    </a:lnL>
                  </a:tcPr>
                </a:tc>
                <a:tc>
                  <a:txBody>
                    <a:bodyPr/>
                    <a:lstStyle/>
                    <a:p>
                      <a:pPr marL="0" lvl="0" indent="0" algn="l" rtl="0">
                        <a:spcBef>
                          <a:spcPts val="0"/>
                        </a:spcBef>
                        <a:spcAft>
                          <a:spcPts val="0"/>
                        </a:spcAft>
                        <a:buNone/>
                        <a:defRPr/>
                      </a:pPr>
                      <a:r>
                        <a:rPr lang="ko" sz="1350">
                          <a:latin typeface="KoPub돋움체 Light"/>
                          <a:ea typeface="KoPub돋움체 Light"/>
                          <a:cs typeface="+mn-cs"/>
                        </a:rPr>
                        <a:t>기술 총괄, 사진 분석(CNN)</a:t>
                      </a:r>
                      <a:r>
                        <a:rPr lang="en-US" altLang="ko-KR" sz="1350">
                          <a:latin typeface="KoPub돋움체 Light"/>
                          <a:ea typeface="KoPub돋움체 Light"/>
                          <a:cs typeface="+mn-cs"/>
                        </a:rPr>
                        <a:t>,</a:t>
                      </a:r>
                      <a:r>
                        <a:rPr lang="ko-KR" altLang="en-US" sz="1350">
                          <a:latin typeface="KoPub돋움체 Light"/>
                          <a:ea typeface="KoPub돋움체 Light"/>
                          <a:cs typeface="+mn-cs"/>
                        </a:rPr>
                        <a:t> </a:t>
                      </a:r>
                      <a:r>
                        <a:rPr lang="ko" sz="1350">
                          <a:latin typeface="KoPub돋움체 Light"/>
                          <a:ea typeface="KoPub돋움체 Light"/>
                          <a:cs typeface="+mn-cs"/>
                        </a:rPr>
                        <a:t>AI 학습/예측</a:t>
                      </a:r>
                      <a:r>
                        <a:rPr lang="en-US" altLang="ko-KR" sz="1350">
                          <a:latin typeface="KoPub돋움체 Light"/>
                          <a:ea typeface="KoPub돋움체 Light"/>
                          <a:cs typeface="+mn-cs"/>
                        </a:rPr>
                        <a:t>,</a:t>
                      </a:r>
                      <a:r>
                        <a:rPr lang="ko-KR" altLang="en-US" sz="1350">
                          <a:latin typeface="KoPub돋움체 Light"/>
                          <a:ea typeface="KoPub돋움체 Light"/>
                          <a:cs typeface="+mn-cs"/>
                        </a:rPr>
                        <a:t> 파일</a:t>
                      </a:r>
                      <a:r>
                        <a:rPr lang="en-US" altLang="ko-KR" sz="1350">
                          <a:latin typeface="KoPub돋움체 Light"/>
                          <a:ea typeface="KoPub돋움체 Light"/>
                          <a:cs typeface="+mn-cs"/>
                        </a:rPr>
                        <a:t>(</a:t>
                      </a:r>
                      <a:r>
                        <a:rPr lang="ko-KR" altLang="en-US" sz="1350">
                          <a:latin typeface="KoPub돋움체 Light"/>
                          <a:ea typeface="KoPub돋움체 Light"/>
                          <a:cs typeface="+mn-cs"/>
                        </a:rPr>
                        <a:t>복수</a:t>
                      </a:r>
                      <a:r>
                        <a:rPr lang="en-US" altLang="ko-KR" sz="1350">
                          <a:latin typeface="KoPub돋움체 Light"/>
                          <a:ea typeface="KoPub돋움체 Light"/>
                          <a:cs typeface="+mn-cs"/>
                        </a:rPr>
                        <a:t>)</a:t>
                      </a:r>
                      <a:r>
                        <a:rPr lang="ko-KR" altLang="en-US" sz="1350">
                          <a:latin typeface="KoPub돋움체 Light"/>
                          <a:ea typeface="KoPub돋움체 Light"/>
                          <a:cs typeface="+mn-cs"/>
                        </a:rPr>
                        <a:t> 업로드</a:t>
                      </a:r>
                    </a:p>
                  </a:txBody>
                  <a:tcPr marL="91425" marR="91425" marT="91425" marB="91425">
                    <a:lnR w="12700" cap="flat" cmpd="sng" algn="ctr">
                      <a:noFill/>
                      <a:prstDash val="solid"/>
                      <a:round/>
                    </a:lnR>
                  </a:tcPr>
                </a:tc>
                <a:extLst>
                  <a:ext uri="{0D108BD9-81ED-4DB2-BD59-A6C34878D82A}">
                    <a16:rowId xmlns:a16="http://schemas.microsoft.com/office/drawing/2014/main" val="10003"/>
                  </a:ext>
                </a:extLst>
              </a:tr>
              <a:tr h="381000">
                <a:tc>
                  <a:txBody>
                    <a:bodyPr/>
                    <a:lstStyle/>
                    <a:p>
                      <a:pPr marL="0" lvl="0" indent="0" algn="l" rtl="0">
                        <a:spcBef>
                          <a:spcPts val="0"/>
                        </a:spcBef>
                        <a:spcAft>
                          <a:spcPts val="0"/>
                        </a:spcAft>
                        <a:buNone/>
                        <a:defRPr/>
                      </a:pPr>
                      <a:r>
                        <a:rPr lang="ko">
                          <a:latin typeface="KoPub돋움체 Light"/>
                          <a:ea typeface="KoPub돋움체 Light"/>
                          <a:cs typeface="+mn-cs"/>
                        </a:rPr>
                        <a:t>이동훈</a:t>
                      </a:r>
                      <a:endParaRPr>
                        <a:latin typeface="KoPub돋움체 Light"/>
                        <a:ea typeface="KoPub돋움체 Light"/>
                        <a:cs typeface="+mn-cs"/>
                      </a:endParaRPr>
                    </a:p>
                  </a:txBody>
                  <a:tcPr marL="91425" marR="91425" marT="91425" marB="91425">
                    <a:lnL w="12700" cap="flat" cmpd="sng" algn="ctr">
                      <a:noFill/>
                      <a:prstDash val="solid"/>
                      <a:round/>
                    </a:lnL>
                  </a:tcPr>
                </a:tc>
                <a:tc>
                  <a:txBody>
                    <a:bodyPr/>
                    <a:lstStyle/>
                    <a:p>
                      <a:pPr marL="0" lvl="0" indent="0" algn="l" rtl="0">
                        <a:spcBef>
                          <a:spcPts val="0"/>
                        </a:spcBef>
                        <a:spcAft>
                          <a:spcPts val="0"/>
                        </a:spcAft>
                        <a:buNone/>
                        <a:defRPr/>
                      </a:pPr>
                      <a:r>
                        <a:rPr lang="ko" sz="1350">
                          <a:latin typeface="KoPub돋움체 Light"/>
                          <a:ea typeface="KoPub돋움체 Light"/>
                          <a:cs typeface="+mn-cs"/>
                        </a:rPr>
                        <a:t>감정 기반 </a:t>
                      </a:r>
                      <a:r>
                        <a:rPr lang="ko-KR" altLang="en-US" sz="1350">
                          <a:latin typeface="KoPub돋움체 Light"/>
                          <a:ea typeface="KoPub돋움체 Light"/>
                          <a:cs typeface="+mn-cs"/>
                        </a:rPr>
                        <a:t>식단 추천</a:t>
                      </a:r>
                      <a:r>
                        <a:rPr lang="en-US" altLang="ko-KR" sz="1350">
                          <a:latin typeface="KoPub돋움체 Light"/>
                          <a:ea typeface="KoPub돋움체 Light"/>
                          <a:cs typeface="+mn-cs"/>
                        </a:rPr>
                        <a:t>(LLM; </a:t>
                      </a:r>
                      <a:r>
                        <a:rPr lang="ko" sz="1350">
                          <a:latin typeface="KoPub돋움체 Light"/>
                          <a:ea typeface="KoPub돋움체 Light"/>
                          <a:cs typeface="+mn-cs"/>
                        </a:rPr>
                        <a:t>KoBERT</a:t>
                      </a:r>
                      <a:r>
                        <a:rPr lang="en-US" altLang="ko-KR" sz="1350">
                          <a:latin typeface="KoPub돋움체 Light"/>
                          <a:ea typeface="KoPub돋움체 Light"/>
                          <a:cs typeface="+mn-cs"/>
                        </a:rPr>
                        <a:t>)</a:t>
                      </a:r>
                    </a:p>
                  </a:txBody>
                  <a:tcPr marL="91425" marR="91425" marT="91425" marB="91425">
                    <a:lnR w="12700" cap="flat" cmpd="sng" algn="ctr">
                      <a:noFill/>
                      <a:prstDash val="solid"/>
                      <a:round/>
                    </a:lnR>
                  </a:tcPr>
                </a:tc>
                <a:extLst>
                  <a:ext uri="{0D108BD9-81ED-4DB2-BD59-A6C34878D82A}">
                    <a16:rowId xmlns:a16="http://schemas.microsoft.com/office/drawing/2014/main" val="10004"/>
                  </a:ext>
                </a:extLst>
              </a:tr>
              <a:tr h="381000">
                <a:tc>
                  <a:txBody>
                    <a:bodyPr/>
                    <a:lstStyle/>
                    <a:p>
                      <a:pPr marL="0" lvl="0" indent="0" algn="l" rtl="0">
                        <a:spcBef>
                          <a:spcPts val="0"/>
                        </a:spcBef>
                        <a:spcAft>
                          <a:spcPts val="0"/>
                        </a:spcAft>
                        <a:buNone/>
                        <a:defRPr/>
                      </a:pPr>
                      <a:r>
                        <a:rPr lang="ko">
                          <a:latin typeface="KoPub돋움체 Light"/>
                          <a:ea typeface="KoPub돋움체 Light"/>
                          <a:cs typeface="+mn-cs"/>
                        </a:rPr>
                        <a:t>김유진</a:t>
                      </a:r>
                      <a:endParaRPr>
                        <a:latin typeface="KoPub돋움체 Light"/>
                        <a:ea typeface="KoPub돋움체 Light"/>
                        <a:cs typeface="+mn-cs"/>
                      </a:endParaRPr>
                    </a:p>
                  </a:txBody>
                  <a:tcPr marL="91425" marR="91425" marT="91425" marB="91425">
                    <a:lnL w="12700" cap="flat" cmpd="sng" algn="ctr">
                      <a:noFill/>
                      <a:prstDash val="solid"/>
                      <a:round/>
                    </a:lnL>
                  </a:tcPr>
                </a:tc>
                <a:tc>
                  <a:txBody>
                    <a:bodyPr/>
                    <a:lstStyle/>
                    <a:p>
                      <a:pPr marL="0" lvl="0" indent="0" algn="l" rtl="0">
                        <a:spcBef>
                          <a:spcPts val="0"/>
                        </a:spcBef>
                        <a:spcAft>
                          <a:spcPts val="0"/>
                        </a:spcAft>
                        <a:buNone/>
                        <a:defRPr/>
                      </a:pPr>
                      <a:r>
                        <a:rPr lang="ko" sz="1350">
                          <a:latin typeface="KoPub돋움체 Light"/>
                          <a:ea typeface="KoPub돋움체 Light"/>
                          <a:cs typeface="+mn-cs"/>
                        </a:rPr>
                        <a:t>사진 분석(CNN), </a:t>
                      </a:r>
                      <a:r>
                        <a:rPr lang="ko-KR" altLang="en-US" sz="1350">
                          <a:latin typeface="KoPub돋움체 Light"/>
                          <a:ea typeface="KoPub돋움체 Light"/>
                          <a:cs typeface="+mn-cs"/>
                        </a:rPr>
                        <a:t>영양소 데이터 연동</a:t>
                      </a:r>
                      <a:r>
                        <a:rPr lang="en-US" altLang="ko-KR" sz="1350">
                          <a:latin typeface="KoPub돋움체 Light"/>
                          <a:ea typeface="KoPub돋움체 Light"/>
                          <a:cs typeface="+mn-cs"/>
                        </a:rPr>
                        <a:t>,</a:t>
                      </a:r>
                      <a:r>
                        <a:rPr lang="ko-KR" altLang="en-US" sz="1350">
                          <a:latin typeface="KoPub돋움체 Light"/>
                          <a:ea typeface="KoPub돋움체 Light"/>
                          <a:cs typeface="+mn-cs"/>
                        </a:rPr>
                        <a:t> 파일 업로드</a:t>
                      </a:r>
                    </a:p>
                  </a:txBody>
                  <a:tcPr marL="91425" marR="91425" marT="91425" marB="91425">
                    <a:lnR w="12700" cap="flat" cmpd="sng" algn="ctr">
                      <a:noFill/>
                      <a:prstDash val="solid"/>
                      <a:round/>
                    </a:lnR>
                  </a:tcPr>
                </a:tc>
                <a:extLst>
                  <a:ext uri="{0D108BD9-81ED-4DB2-BD59-A6C34878D82A}">
                    <a16:rowId xmlns:a16="http://schemas.microsoft.com/office/drawing/2014/main" val="10005"/>
                  </a:ext>
                </a:extLst>
              </a:tr>
            </a:tbl>
          </a:graphicData>
        </a:graphic>
      </p:graphicFrame>
      <p:sp>
        <p:nvSpPr>
          <p:cNvPr id="78" name="Google Shape;78;p16"/>
          <p:cNvSpPr txBox="1">
            <a:spLocks noGrp="1"/>
          </p:cNvSpPr>
          <p:nvPr>
            <p:ph type="sldNum" idx="12"/>
          </p:nvPr>
        </p:nvSpPr>
        <p:spPr>
          <a:prstGeom prst="rect">
            <a:avLst/>
          </a:prstGeom>
        </p:spPr>
        <p:txBody>
          <a:bodyPr wrap="square" lIns="91424" tIns="91424" rIns="91424" bIns="91424" anchor="ctr" anchorCtr="0">
            <a:normAutofit/>
          </a:bodyPr>
          <a:lstStyle/>
          <a:p>
            <a:pPr marL="0" lvl="0" indent="0" algn="r" rtl="0">
              <a:spcBef>
                <a:spcPts val="0"/>
              </a:spcBef>
              <a:spcAft>
                <a:spcPts val="0"/>
              </a:spcAft>
              <a:buNone/>
              <a:defRPr/>
            </a:pPr>
            <a:fld id="{00000000-1234-1234-1234-123412341234}" type="slidenum">
              <a:rPr lang="en-US" altLang="ko">
                <a:latin typeface="KoPub돋움체 Light"/>
                <a:ea typeface="KoPub돋움체 Light"/>
                <a:cs typeface="+mn-cs"/>
              </a:rPr>
              <a:pPr marL="0" lvl="0" indent="0" algn="r" rtl="0">
                <a:spcBef>
                  <a:spcPts val="0"/>
                </a:spcBef>
                <a:spcAft>
                  <a:spcPts val="0"/>
                </a:spcAft>
                <a:buNone/>
                <a:defRPr/>
              </a:pPr>
              <a:t>4</a:t>
            </a:fld>
            <a:endParaRPr>
              <a:latin typeface="KoPub돋움체 Light"/>
              <a:ea typeface="KoPub돋움체 Light"/>
              <a:cs typeface="+mn-cs"/>
            </a:endParaRPr>
          </a:p>
        </p:txBody>
      </p:sp>
      <p:sp>
        <p:nvSpPr>
          <p:cNvPr id="84" name="Google Shape;68;p15"/>
          <p:cNvSpPr txBox="1">
            <a:spLocks noGrp="1"/>
          </p:cNvSpPr>
          <p:nvPr>
            <p:ph type="title" idx="4294967295"/>
          </p:nvPr>
        </p:nvSpPr>
        <p:spPr>
          <a:xfrm>
            <a:off x="149867" y="0"/>
            <a:ext cx="8844266" cy="295272"/>
          </a:xfrm>
          <a:prstGeom prst="rect">
            <a:avLst/>
          </a:prstGeom>
          <a:solidFill>
            <a:srgbClr val="0B0B1A"/>
          </a:solidFill>
        </p:spPr>
        <p:txBody>
          <a:bodyPr vert="horz" wrap="square" lIns="91424" tIns="91424" rIns="91424" bIns="91424" anchor="t" anchorCtr="0">
            <a:noAutofit/>
          </a:bodyPr>
          <a:lstStyle/>
          <a:p>
            <a:pPr marL="68580" lvl="0" indent="0" algn="l" rtl="0">
              <a:spcBef>
                <a:spcPts val="0"/>
              </a:spcBef>
              <a:spcAft>
                <a:spcPts val="0"/>
              </a:spcAft>
              <a:buSzPct val="100000"/>
              <a:buNone/>
              <a:defRPr/>
            </a:pPr>
            <a:r>
              <a:rPr lang="en-US" altLang="ko-KR" sz="1600" b="1">
                <a:solidFill>
                  <a:schemeClr val="lt1"/>
                </a:solidFill>
                <a:latin typeface="KoPub돋움체 Light"/>
                <a:ea typeface="KoPub돋움체 Light"/>
                <a:cs typeface="+mn-cs"/>
              </a:rPr>
              <a:t>2.</a:t>
            </a:r>
            <a:r>
              <a:rPr lang="ko-KR" altLang="en-US" sz="1600" b="1">
                <a:solidFill>
                  <a:schemeClr val="lt1"/>
                </a:solidFill>
                <a:latin typeface="KoPub돋움체 Light"/>
                <a:ea typeface="KoPub돋움체 Light"/>
                <a:cs typeface="+mn-cs"/>
              </a:rPr>
              <a:t> 팀원별 역할 분담</a:t>
            </a:r>
          </a:p>
        </p:txBody>
      </p:sp>
    </p:spTree>
  </p:cSld>
  <p:clrMapOvr>
    <a:masterClrMapping/>
  </p:clrMapOvr>
  <mc:AlternateContent xmlns:mc="http://schemas.openxmlformats.org/markup-compatibility/2006" xmlns:p14="http://schemas.microsoft.com/office/powerpoint/2010/main">
    <mc:Choice Requires="p14">
      <p:transition/>
    </mc:Choice>
    <mc:Fallback xmlns:dsp="http://schemas.microsoft.com/office/drawing/2008/diagram" xmlns:dgm="http://schemas.openxmlformats.org/drawingml/2006/diagram" xmlns:c="http://schemas.openxmlformats.org/drawingml/2006/chart" xmlns="">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84" name="Google Shape;84;p17"/>
          <p:cNvGraphicFramePr/>
          <p:nvPr/>
        </p:nvGraphicFramePr>
        <p:xfrm>
          <a:off x="430682" y="555346"/>
          <a:ext cx="8282635" cy="3529922"/>
        </p:xfrm>
        <a:graphic>
          <a:graphicData uri="http://schemas.openxmlformats.org/drawingml/2006/table">
            <a:tbl>
              <a:tblPr>
                <a:noFill/>
                <a:tableStyleId>{9C8A980B-4F89-4940-BF84-561D21B453E3}</a:tableStyleId>
              </a:tblPr>
              <a:tblGrid>
                <a:gridCol w="1215677">
                  <a:extLst>
                    <a:ext uri="{9D8B030D-6E8A-4147-A177-3AD203B41FA5}">
                      <a16:colId xmlns:a16="http://schemas.microsoft.com/office/drawing/2014/main" val="20000"/>
                    </a:ext>
                  </a:extLst>
                </a:gridCol>
                <a:gridCol w="1301528">
                  <a:extLst>
                    <a:ext uri="{9D8B030D-6E8A-4147-A177-3AD203B41FA5}">
                      <a16:colId xmlns:a16="http://schemas.microsoft.com/office/drawing/2014/main" val="20001"/>
                    </a:ext>
                  </a:extLst>
                </a:gridCol>
                <a:gridCol w="4662238">
                  <a:extLst>
                    <a:ext uri="{9D8B030D-6E8A-4147-A177-3AD203B41FA5}">
                      <a16:colId xmlns:a16="http://schemas.microsoft.com/office/drawing/2014/main" val="20002"/>
                    </a:ext>
                  </a:extLst>
                </a:gridCol>
                <a:gridCol w="1103192">
                  <a:extLst>
                    <a:ext uri="{9D8B030D-6E8A-4147-A177-3AD203B41FA5}">
                      <a16:colId xmlns:a16="http://schemas.microsoft.com/office/drawing/2014/main" val="20003"/>
                    </a:ext>
                  </a:extLst>
                </a:gridCol>
              </a:tblGrid>
              <a:tr h="320902">
                <a:tc>
                  <a:txBody>
                    <a:bodyPr/>
                    <a:lstStyle/>
                    <a:p>
                      <a:pPr marL="0" lvl="0" indent="0" algn="ctr" rtl="0">
                        <a:spcBef>
                          <a:spcPts val="0"/>
                        </a:spcBef>
                        <a:spcAft>
                          <a:spcPts val="0"/>
                        </a:spcAft>
                        <a:buNone/>
                        <a:defRPr/>
                      </a:pPr>
                      <a:r>
                        <a:rPr lang="ko" sz="900">
                          <a:latin typeface="KoPub돋움체 Medium"/>
                          <a:ea typeface="KoPub돋움체 Medium"/>
                        </a:rPr>
                        <a:t>구분</a:t>
                      </a:r>
                      <a:endParaRPr sz="900">
                        <a:latin typeface="KoPub돋움체 Medium"/>
                        <a:ea typeface="KoPub돋움체 Medium"/>
                      </a:endParaRPr>
                    </a:p>
                  </a:txBody>
                  <a:tcPr marL="91425" marR="91425" marT="91425" marB="91425">
                    <a:lnL w="12700" cap="flat" cmpd="sng" algn="ctr">
                      <a:noFill/>
                      <a:prstDash val="solid"/>
                      <a:round/>
                    </a:lnL>
                    <a:solidFill>
                      <a:srgbClr val="9BE5C8"/>
                    </a:solidFill>
                  </a:tcPr>
                </a:tc>
                <a:tc>
                  <a:txBody>
                    <a:bodyPr/>
                    <a:lstStyle/>
                    <a:p>
                      <a:pPr marL="0" lvl="0" indent="0" algn="ctr" rtl="0">
                        <a:spcBef>
                          <a:spcPts val="0"/>
                        </a:spcBef>
                        <a:spcAft>
                          <a:spcPts val="0"/>
                        </a:spcAft>
                        <a:buNone/>
                        <a:defRPr/>
                      </a:pPr>
                      <a:r>
                        <a:rPr lang="ko" sz="900">
                          <a:latin typeface="KoPub돋움체 Medium"/>
                          <a:ea typeface="KoPub돋움체 Medium"/>
                        </a:rPr>
                        <a:t>항목</a:t>
                      </a:r>
                      <a:endParaRPr sz="900">
                        <a:latin typeface="KoPub돋움체 Medium"/>
                        <a:ea typeface="KoPub돋움체 Medium"/>
                      </a:endParaRPr>
                    </a:p>
                  </a:txBody>
                  <a:tcPr marL="91425" marR="91425" marT="91425" marB="91425">
                    <a:solidFill>
                      <a:srgbClr val="9BE5C8"/>
                    </a:solidFill>
                  </a:tcPr>
                </a:tc>
                <a:tc>
                  <a:txBody>
                    <a:bodyPr/>
                    <a:lstStyle/>
                    <a:p>
                      <a:pPr marL="0" lvl="0" indent="0" algn="ctr" rtl="0">
                        <a:spcBef>
                          <a:spcPts val="0"/>
                        </a:spcBef>
                        <a:spcAft>
                          <a:spcPts val="0"/>
                        </a:spcAft>
                        <a:buNone/>
                        <a:defRPr/>
                      </a:pPr>
                      <a:r>
                        <a:rPr lang="ko" sz="900">
                          <a:latin typeface="KoPub돋움체 Medium"/>
                          <a:ea typeface="KoPub돋움체 Medium"/>
                        </a:rPr>
                        <a:t>설명</a:t>
                      </a:r>
                      <a:endParaRPr sz="900">
                        <a:latin typeface="KoPub돋움체 Medium"/>
                        <a:ea typeface="KoPub돋움체 Medium"/>
                      </a:endParaRPr>
                    </a:p>
                  </a:txBody>
                  <a:tcPr marL="91425" marR="91425" marT="91425" marB="91425">
                    <a:solidFill>
                      <a:srgbClr val="9BE5C8"/>
                    </a:solidFill>
                  </a:tcPr>
                </a:tc>
                <a:tc>
                  <a:txBody>
                    <a:bodyPr/>
                    <a:lstStyle/>
                    <a:p>
                      <a:pPr marL="0" lvl="0" indent="0" algn="ctr" rtl="0">
                        <a:spcBef>
                          <a:spcPts val="0"/>
                        </a:spcBef>
                        <a:spcAft>
                          <a:spcPts val="0"/>
                        </a:spcAft>
                        <a:buNone/>
                        <a:defRPr/>
                      </a:pPr>
                      <a:r>
                        <a:rPr lang="ko" sz="900">
                          <a:latin typeface="KoPub돋움체 Medium"/>
                          <a:ea typeface="KoPub돋움체 Medium"/>
                        </a:rPr>
                        <a:t>버전</a:t>
                      </a:r>
                      <a:endParaRPr sz="900">
                        <a:latin typeface="KoPub돋움체 Medium"/>
                        <a:ea typeface="KoPub돋움체 Medium"/>
                      </a:endParaRPr>
                    </a:p>
                  </a:txBody>
                  <a:tcPr marL="91425" marR="91425" marT="91425" marB="91425">
                    <a:lnR w="12700" cap="flat" cmpd="sng" algn="ctr">
                      <a:noFill/>
                      <a:prstDash val="solid"/>
                      <a:round/>
                    </a:lnR>
                    <a:solidFill>
                      <a:srgbClr val="9BE5C8"/>
                    </a:solidFill>
                  </a:tcPr>
                </a:tc>
                <a:extLst>
                  <a:ext uri="{0D108BD9-81ED-4DB2-BD59-A6C34878D82A}">
                    <a16:rowId xmlns:a16="http://schemas.microsoft.com/office/drawing/2014/main" val="10000"/>
                  </a:ext>
                </a:extLst>
              </a:tr>
              <a:tr h="320902">
                <a:tc rowSpan="3">
                  <a:txBody>
                    <a:bodyPr/>
                    <a:lstStyle/>
                    <a:p>
                      <a:pPr marL="0" lvl="0" indent="0" algn="l" rtl="0">
                        <a:spcBef>
                          <a:spcPts val="0"/>
                        </a:spcBef>
                        <a:spcAft>
                          <a:spcPts val="0"/>
                        </a:spcAft>
                        <a:buNone/>
                        <a:defRPr/>
                      </a:pPr>
                      <a:r>
                        <a:rPr lang="ko" sz="900">
                          <a:latin typeface="KoPub돋움체 Medium"/>
                          <a:ea typeface="KoPub돋움체 Medium"/>
                        </a:rPr>
                        <a:t>프론트 엔드</a:t>
                      </a:r>
                      <a:endParaRPr sz="900">
                        <a:latin typeface="KoPub돋움체 Medium"/>
                        <a:ea typeface="KoPub돋움체 Medium"/>
                      </a:endParaRPr>
                    </a:p>
                  </a:txBody>
                  <a:tcPr marL="91425" marR="91425" marT="91425" marB="91425">
                    <a:lnL w="12700" cap="flat" cmpd="sng" algn="ctr">
                      <a:noFill/>
                      <a:prstDash val="solid"/>
                      <a:round/>
                    </a:lnL>
                  </a:tcPr>
                </a:tc>
                <a:tc>
                  <a:txBody>
                    <a:bodyPr/>
                    <a:lstStyle/>
                    <a:p>
                      <a:pPr marL="0" lvl="0" indent="0" algn="l" rtl="0">
                        <a:spcBef>
                          <a:spcPts val="0"/>
                        </a:spcBef>
                        <a:spcAft>
                          <a:spcPts val="0"/>
                        </a:spcAft>
                        <a:buNone/>
                        <a:defRPr/>
                      </a:pPr>
                      <a:r>
                        <a:rPr lang="ko" sz="900">
                          <a:latin typeface="KoPub돋움체 Medium"/>
                          <a:ea typeface="KoPub돋움체 Medium"/>
                        </a:rPr>
                        <a:t>HTML/CSS</a:t>
                      </a:r>
                      <a:endParaRPr sz="900">
                        <a:latin typeface="KoPub돋움체 Medium"/>
                        <a:ea typeface="KoPub돋움체 Medium"/>
                      </a:endParaRPr>
                    </a:p>
                  </a:txBody>
                  <a:tcPr marL="91425" marR="91425" marT="91425" marB="91425"/>
                </a:tc>
                <a:tc>
                  <a:txBody>
                    <a:bodyPr/>
                    <a:lstStyle/>
                    <a:p>
                      <a:pPr marL="0" lvl="0" indent="0" algn="l" rtl="0">
                        <a:spcBef>
                          <a:spcPts val="0"/>
                        </a:spcBef>
                        <a:spcAft>
                          <a:spcPts val="0"/>
                        </a:spcAft>
                        <a:buNone/>
                        <a:defRPr/>
                      </a:pPr>
                      <a:r>
                        <a:rPr lang="ko" sz="900">
                          <a:latin typeface="KoPub돋움체 Medium"/>
                          <a:ea typeface="KoPub돋움체 Medium"/>
                        </a:rPr>
                        <a:t>웹 페이지 구조 및 스타일링</a:t>
                      </a:r>
                      <a:endParaRPr sz="900">
                        <a:latin typeface="KoPub돋움체 Medium"/>
                        <a:ea typeface="KoPub돋움체 Medium"/>
                      </a:endParaRPr>
                    </a:p>
                  </a:txBody>
                  <a:tcPr marL="91425" marR="91425" marT="91425" marB="91425"/>
                </a:tc>
                <a:tc>
                  <a:txBody>
                    <a:bodyPr/>
                    <a:lstStyle/>
                    <a:p>
                      <a:pPr marL="0" lvl="0" indent="0" algn="l" rtl="0">
                        <a:spcBef>
                          <a:spcPts val="0"/>
                        </a:spcBef>
                        <a:spcAft>
                          <a:spcPts val="0"/>
                        </a:spcAft>
                        <a:buNone/>
                        <a:defRPr/>
                      </a:pPr>
                      <a:endParaRPr sz="900">
                        <a:latin typeface="KoPub돋움체 Medium"/>
                        <a:ea typeface="KoPub돋움체 Medium"/>
                      </a:endParaRPr>
                    </a:p>
                  </a:txBody>
                  <a:tcPr marL="91425" marR="91425" marT="91425" marB="91425">
                    <a:lnR w="12700" cap="flat" cmpd="sng" algn="ctr">
                      <a:noFill/>
                      <a:prstDash val="solid"/>
                      <a:round/>
                    </a:lnR>
                  </a:tcPr>
                </a:tc>
                <a:extLst>
                  <a:ext uri="{0D108BD9-81ED-4DB2-BD59-A6C34878D82A}">
                    <a16:rowId xmlns:a16="http://schemas.microsoft.com/office/drawing/2014/main" val="10001"/>
                  </a:ext>
                </a:extLst>
              </a:tr>
              <a:tr h="320902">
                <a:tc vMerge="1">
                  <a:txBody>
                    <a:bodyPr/>
                    <a:lstStyle/>
                    <a:p>
                      <a:pPr marL="0" lvl="0" indent="0" algn="l" rtl="0">
                        <a:spcBef>
                          <a:spcPts val="0"/>
                        </a:spcBef>
                        <a:spcAft>
                          <a:spcPts val="0"/>
                        </a:spcAft>
                        <a:buNone/>
                        <a:defRPr/>
                      </a:pPr>
                      <a:endParaRPr sz="900">
                        <a:latin typeface="KoPub돋움체 Medium"/>
                        <a:ea typeface="KoPub돋움체 Medium"/>
                      </a:endParaRPr>
                    </a:p>
                  </a:txBody>
                  <a:tcPr marL="91425" marR="91425" marT="91425" marB="91425"/>
                </a:tc>
                <a:tc>
                  <a:txBody>
                    <a:bodyPr/>
                    <a:lstStyle/>
                    <a:p>
                      <a:pPr marL="0" lvl="0" indent="0" algn="l" rtl="0">
                        <a:spcBef>
                          <a:spcPts val="0"/>
                        </a:spcBef>
                        <a:spcAft>
                          <a:spcPts val="0"/>
                        </a:spcAft>
                        <a:buNone/>
                        <a:defRPr/>
                      </a:pPr>
                      <a:r>
                        <a:rPr lang="ko" sz="900">
                          <a:latin typeface="KoPub돋움체 Medium"/>
                          <a:ea typeface="KoPub돋움체 Medium"/>
                        </a:rPr>
                        <a:t>JavaScript</a:t>
                      </a:r>
                      <a:endParaRPr sz="900">
                        <a:latin typeface="KoPub돋움체 Medium"/>
                        <a:ea typeface="KoPub돋움체 Medium"/>
                      </a:endParaRPr>
                    </a:p>
                  </a:txBody>
                  <a:tcPr marL="91425" marR="91425" marT="91425" marB="91425"/>
                </a:tc>
                <a:tc>
                  <a:txBody>
                    <a:bodyPr/>
                    <a:lstStyle/>
                    <a:p>
                      <a:pPr marL="0" lvl="0" indent="0" algn="l" rtl="0">
                        <a:spcBef>
                          <a:spcPts val="0"/>
                        </a:spcBef>
                        <a:spcAft>
                          <a:spcPts val="0"/>
                        </a:spcAft>
                        <a:buNone/>
                        <a:defRPr/>
                      </a:pPr>
                      <a:r>
                        <a:rPr lang="ko" sz="900">
                          <a:latin typeface="KoPub돋움체 Medium"/>
                          <a:ea typeface="KoPub돋움체 Medium"/>
                        </a:rPr>
                        <a:t>동적 기능 및 클라이언트 측 로직 구현</a:t>
                      </a:r>
                      <a:endParaRPr sz="900">
                        <a:latin typeface="KoPub돋움체 Medium"/>
                        <a:ea typeface="KoPub돋움체 Medium"/>
                      </a:endParaRPr>
                    </a:p>
                  </a:txBody>
                  <a:tcPr marL="91425" marR="91425" marT="91425" marB="91425"/>
                </a:tc>
                <a:tc>
                  <a:txBody>
                    <a:bodyPr/>
                    <a:lstStyle/>
                    <a:p>
                      <a:pPr marL="0" lvl="0" indent="0" algn="l" rtl="0">
                        <a:spcBef>
                          <a:spcPts val="0"/>
                        </a:spcBef>
                        <a:spcAft>
                          <a:spcPts val="0"/>
                        </a:spcAft>
                        <a:buNone/>
                        <a:defRPr/>
                      </a:pPr>
                      <a:endParaRPr sz="900">
                        <a:latin typeface="KoPub돋움체 Medium"/>
                        <a:ea typeface="KoPub돋움체 Medium"/>
                      </a:endParaRPr>
                    </a:p>
                  </a:txBody>
                  <a:tcPr marL="91425" marR="91425" marT="91425" marB="91425">
                    <a:lnR w="12700" cap="flat" cmpd="sng" algn="ctr">
                      <a:noFill/>
                      <a:prstDash val="solid"/>
                      <a:round/>
                    </a:lnR>
                  </a:tcPr>
                </a:tc>
                <a:extLst>
                  <a:ext uri="{0D108BD9-81ED-4DB2-BD59-A6C34878D82A}">
                    <a16:rowId xmlns:a16="http://schemas.microsoft.com/office/drawing/2014/main" val="10002"/>
                  </a:ext>
                </a:extLst>
              </a:tr>
              <a:tr h="320902">
                <a:tc vMerge="1">
                  <a:txBody>
                    <a:bodyPr/>
                    <a:lstStyle/>
                    <a:p>
                      <a:pPr marL="0" lvl="0" indent="0" algn="l" rtl="0">
                        <a:spcBef>
                          <a:spcPts val="0"/>
                        </a:spcBef>
                        <a:spcAft>
                          <a:spcPts val="0"/>
                        </a:spcAft>
                        <a:buNone/>
                        <a:defRPr/>
                      </a:pPr>
                      <a:endParaRPr sz="900">
                        <a:latin typeface="KoPub돋움체 Medium"/>
                        <a:ea typeface="KoPub돋움체 Medium"/>
                      </a:endParaRPr>
                    </a:p>
                  </a:txBody>
                  <a:tcPr marL="91425" marR="91425" marT="91425" marB="91425"/>
                </a:tc>
                <a:tc>
                  <a:txBody>
                    <a:bodyPr/>
                    <a:lstStyle/>
                    <a:p>
                      <a:pPr marL="0" lvl="0" indent="0" algn="l" rtl="0">
                        <a:spcBef>
                          <a:spcPts val="0"/>
                        </a:spcBef>
                        <a:spcAft>
                          <a:spcPts val="0"/>
                        </a:spcAft>
                        <a:buNone/>
                        <a:defRPr/>
                      </a:pPr>
                      <a:r>
                        <a:rPr lang="en-US" altLang="ko-KR" sz="900">
                          <a:latin typeface="KoPub돋움체 Medium"/>
                          <a:ea typeface="KoPub돋움체 Medium"/>
                        </a:rPr>
                        <a:t>Thymeleaf</a:t>
                      </a:r>
                    </a:p>
                  </a:txBody>
                  <a:tcPr marL="91425" marR="91425" marT="91425" marB="91425"/>
                </a:tc>
                <a:tc>
                  <a:txBody>
                    <a:bodyPr/>
                    <a:lstStyle/>
                    <a:p>
                      <a:pPr marL="0" lvl="0" indent="0" algn="l" rtl="0">
                        <a:spcBef>
                          <a:spcPts val="0"/>
                        </a:spcBef>
                        <a:spcAft>
                          <a:spcPts val="0"/>
                        </a:spcAft>
                        <a:buNone/>
                        <a:defRPr/>
                      </a:pPr>
                      <a:r>
                        <a:rPr lang="en-US" altLang="ko-KR" sz="900">
                          <a:latin typeface="KoPub돋움체 Medium"/>
                          <a:ea typeface="KoPub돋움체 Medium"/>
                        </a:rPr>
                        <a:t>html5 </a:t>
                      </a:r>
                      <a:r>
                        <a:rPr lang="ko-KR" altLang="en-US" sz="900">
                          <a:latin typeface="KoPub돋움체 Medium"/>
                          <a:ea typeface="KoPub돋움체 Medium"/>
                        </a:rPr>
                        <a:t>기반 템플릿 엔진</a:t>
                      </a:r>
                      <a:r>
                        <a:rPr lang="en-US" altLang="ko-KR" sz="900">
                          <a:latin typeface="KoPub돋움체 Medium"/>
                          <a:ea typeface="KoPub돋움체 Medium"/>
                        </a:rPr>
                        <a:t>,</a:t>
                      </a:r>
                      <a:r>
                        <a:rPr lang="ko-KR" altLang="en-US" sz="900">
                          <a:latin typeface="KoPub돋움체 Medium"/>
                          <a:ea typeface="KoPub돋움체 Medium"/>
                        </a:rPr>
                        <a:t> </a:t>
                      </a:r>
                      <a:r>
                        <a:rPr lang="en-US" altLang="ko-KR" sz="900">
                          <a:latin typeface="KoPub돋움체 Medium"/>
                          <a:ea typeface="KoPub돋움체 Medium"/>
                        </a:rPr>
                        <a:t>Spring Security,</a:t>
                      </a:r>
                      <a:r>
                        <a:rPr lang="ko-KR" altLang="en-US" sz="900">
                          <a:latin typeface="KoPub돋움체 Medium"/>
                          <a:ea typeface="KoPub돋움체 Medium"/>
                        </a:rPr>
                        <a:t> </a:t>
                      </a:r>
                      <a:r>
                        <a:rPr lang="en-US" altLang="ko-KR" sz="900">
                          <a:latin typeface="KoPub돋움체 Medium"/>
                          <a:ea typeface="KoPub돋움체 Medium"/>
                        </a:rPr>
                        <a:t>DB</a:t>
                      </a:r>
                      <a:r>
                        <a:rPr lang="ko-KR" altLang="en-US" sz="900">
                          <a:latin typeface="KoPub돋움체 Medium"/>
                          <a:ea typeface="KoPub돋움체 Medium"/>
                        </a:rPr>
                        <a:t> 연계 등을 위해 사용</a:t>
                      </a:r>
                    </a:p>
                  </a:txBody>
                  <a:tcPr marL="91425" marR="91425" marT="91425" marB="91425"/>
                </a:tc>
                <a:tc>
                  <a:txBody>
                    <a:bodyPr/>
                    <a:lstStyle/>
                    <a:p>
                      <a:pPr marL="0" lvl="0" indent="0" algn="l" rtl="0">
                        <a:spcBef>
                          <a:spcPts val="0"/>
                        </a:spcBef>
                        <a:spcAft>
                          <a:spcPts val="0"/>
                        </a:spcAft>
                        <a:buNone/>
                        <a:defRPr/>
                      </a:pPr>
                      <a:r>
                        <a:rPr lang="en-US" altLang="ko-KR" sz="900">
                          <a:latin typeface="KoPub돋움체 Medium"/>
                          <a:ea typeface="KoPub돋움체 Medium"/>
                        </a:rPr>
                        <a:t>3.1.3</a:t>
                      </a:r>
                    </a:p>
                  </a:txBody>
                  <a:tcPr marL="91425" marR="91425" marT="91425" marB="91425">
                    <a:lnR w="12700" cap="flat" cmpd="sng" algn="ctr">
                      <a:noFill/>
                      <a:prstDash val="solid"/>
                      <a:round/>
                    </a:lnR>
                  </a:tcPr>
                </a:tc>
                <a:extLst>
                  <a:ext uri="{0D108BD9-81ED-4DB2-BD59-A6C34878D82A}">
                    <a16:rowId xmlns:a16="http://schemas.microsoft.com/office/drawing/2014/main" val="10003"/>
                  </a:ext>
                </a:extLst>
              </a:tr>
              <a:tr h="320902">
                <a:tc rowSpan="7">
                  <a:txBody>
                    <a:bodyPr/>
                    <a:lstStyle/>
                    <a:p>
                      <a:pPr marL="0" lvl="0" indent="0" algn="l" rtl="0">
                        <a:spcBef>
                          <a:spcPts val="0"/>
                        </a:spcBef>
                        <a:spcAft>
                          <a:spcPts val="0"/>
                        </a:spcAft>
                        <a:buNone/>
                        <a:defRPr/>
                      </a:pPr>
                      <a:r>
                        <a:rPr lang="ko" sz="900">
                          <a:latin typeface="KoPub돋움체 Medium"/>
                          <a:ea typeface="KoPub돋움체 Medium"/>
                        </a:rPr>
                        <a:t>백엔드</a:t>
                      </a:r>
                      <a:endParaRPr sz="900">
                        <a:latin typeface="KoPub돋움체 Medium"/>
                        <a:ea typeface="KoPub돋움체 Medium"/>
                      </a:endParaRPr>
                    </a:p>
                  </a:txBody>
                  <a:tcPr marL="91425" marR="91425" marT="91425" marB="91425">
                    <a:lnL w="12700" cap="flat" cmpd="sng" algn="ctr">
                      <a:noFill/>
                      <a:prstDash val="solid"/>
                      <a:round/>
                    </a:lnL>
                  </a:tcPr>
                </a:tc>
                <a:tc>
                  <a:txBody>
                    <a:bodyPr/>
                    <a:lstStyle/>
                    <a:p>
                      <a:pPr marL="0" lvl="0" indent="0" algn="l" rtl="0">
                        <a:spcBef>
                          <a:spcPts val="0"/>
                        </a:spcBef>
                        <a:spcAft>
                          <a:spcPts val="0"/>
                        </a:spcAft>
                        <a:buNone/>
                        <a:defRPr/>
                      </a:pPr>
                      <a:r>
                        <a:rPr lang="ko" sz="900">
                          <a:latin typeface="KoPub돋움체 Medium"/>
                          <a:ea typeface="KoPub돋움체 Medium"/>
                        </a:rPr>
                        <a:t>Spring Boot</a:t>
                      </a:r>
                      <a:endParaRPr sz="900">
                        <a:latin typeface="KoPub돋움체 Medium"/>
                        <a:ea typeface="KoPub돋움체 Medium"/>
                      </a:endParaRPr>
                    </a:p>
                  </a:txBody>
                  <a:tcPr marL="91425" marR="91425" marT="91425" marB="91425"/>
                </a:tc>
                <a:tc>
                  <a:txBody>
                    <a:bodyPr/>
                    <a:lstStyle/>
                    <a:p>
                      <a:pPr marL="0" lvl="0" indent="0" algn="l" rtl="0">
                        <a:spcBef>
                          <a:spcPts val="0"/>
                        </a:spcBef>
                        <a:spcAft>
                          <a:spcPts val="0"/>
                        </a:spcAft>
                        <a:buNone/>
                        <a:defRPr/>
                      </a:pPr>
                      <a:r>
                        <a:rPr lang="ko" sz="900">
                          <a:latin typeface="KoPub돋움체 Medium"/>
                          <a:ea typeface="KoPub돋움체 Medium"/>
                        </a:rPr>
                        <a:t>웹 애플리케이션 프레임워크</a:t>
                      </a:r>
                      <a:endParaRPr sz="900">
                        <a:latin typeface="KoPub돋움체 Medium"/>
                        <a:ea typeface="KoPub돋움체 Medium"/>
                      </a:endParaRPr>
                    </a:p>
                  </a:txBody>
                  <a:tcPr marL="91425" marR="91425" marT="91425" marB="91425"/>
                </a:tc>
                <a:tc>
                  <a:txBody>
                    <a:bodyPr/>
                    <a:lstStyle/>
                    <a:p>
                      <a:pPr marL="0" lvl="0" indent="0" algn="l" rtl="0">
                        <a:spcBef>
                          <a:spcPts val="0"/>
                        </a:spcBef>
                        <a:spcAft>
                          <a:spcPts val="0"/>
                        </a:spcAft>
                        <a:buNone/>
                        <a:defRPr/>
                      </a:pPr>
                      <a:r>
                        <a:rPr lang="ko" sz="900">
                          <a:latin typeface="KoPub돋움체 Medium"/>
                          <a:ea typeface="KoPub돋움체 Medium"/>
                        </a:rPr>
                        <a:t>3.5.4</a:t>
                      </a:r>
                      <a:endParaRPr sz="900">
                        <a:latin typeface="KoPub돋움체 Medium"/>
                        <a:ea typeface="KoPub돋움체 Medium"/>
                      </a:endParaRPr>
                    </a:p>
                  </a:txBody>
                  <a:tcPr marL="91425" marR="91425" marT="91425" marB="91425">
                    <a:lnR w="12700" cap="flat" cmpd="sng" algn="ctr">
                      <a:noFill/>
                      <a:prstDash val="solid"/>
                      <a:round/>
                    </a:lnR>
                  </a:tcPr>
                </a:tc>
                <a:extLst>
                  <a:ext uri="{0D108BD9-81ED-4DB2-BD59-A6C34878D82A}">
                    <a16:rowId xmlns:a16="http://schemas.microsoft.com/office/drawing/2014/main" val="10004"/>
                  </a:ext>
                </a:extLst>
              </a:tr>
              <a:tr h="320902">
                <a:tc vMerge="1">
                  <a:txBody>
                    <a:bodyPr/>
                    <a:lstStyle/>
                    <a:p>
                      <a:pPr marL="0" lvl="0" indent="0" algn="l" rtl="0">
                        <a:spcBef>
                          <a:spcPts val="0"/>
                        </a:spcBef>
                        <a:spcAft>
                          <a:spcPts val="0"/>
                        </a:spcAft>
                        <a:buNone/>
                        <a:defRPr/>
                      </a:pPr>
                      <a:endParaRPr sz="900">
                        <a:latin typeface="KoPub돋움체 Medium"/>
                        <a:ea typeface="KoPub돋움체 Medium"/>
                      </a:endParaRPr>
                    </a:p>
                  </a:txBody>
                  <a:tcPr marL="91425" marR="91425" marT="91425" marB="91425"/>
                </a:tc>
                <a:tc>
                  <a:txBody>
                    <a:bodyPr/>
                    <a:lstStyle/>
                    <a:p>
                      <a:pPr marL="0" lvl="0" indent="0" algn="l" rtl="0">
                        <a:spcBef>
                          <a:spcPts val="0"/>
                        </a:spcBef>
                        <a:spcAft>
                          <a:spcPts val="0"/>
                        </a:spcAft>
                        <a:buNone/>
                        <a:defRPr/>
                      </a:pPr>
                      <a:r>
                        <a:rPr lang="ko" sz="900">
                          <a:latin typeface="KoPub돋움체 Medium"/>
                          <a:ea typeface="KoPub돋움체 Medium"/>
                        </a:rPr>
                        <a:t>Java</a:t>
                      </a:r>
                      <a:endParaRPr sz="900">
                        <a:latin typeface="KoPub돋움체 Medium"/>
                        <a:ea typeface="KoPub돋움체 Medium"/>
                      </a:endParaRPr>
                    </a:p>
                  </a:txBody>
                  <a:tcPr marL="91425" marR="91425" marT="91425" marB="91425"/>
                </a:tc>
                <a:tc>
                  <a:txBody>
                    <a:bodyPr/>
                    <a:lstStyle/>
                    <a:p>
                      <a:pPr marL="0" lvl="0" indent="0" algn="l" rtl="0">
                        <a:spcBef>
                          <a:spcPts val="0"/>
                        </a:spcBef>
                        <a:spcAft>
                          <a:spcPts val="0"/>
                        </a:spcAft>
                        <a:buNone/>
                        <a:defRPr/>
                      </a:pPr>
                      <a:r>
                        <a:rPr lang="ko" sz="900">
                          <a:latin typeface="KoPub돋움체 Medium"/>
                          <a:ea typeface="KoPub돋움체 Medium"/>
                        </a:rPr>
                        <a:t>비즈니스 로직 구현</a:t>
                      </a:r>
                      <a:endParaRPr sz="900">
                        <a:latin typeface="KoPub돋움체 Medium"/>
                        <a:ea typeface="KoPub돋움체 Medium"/>
                      </a:endParaRPr>
                    </a:p>
                  </a:txBody>
                  <a:tcPr marL="91425" marR="91425" marT="91425" marB="91425"/>
                </a:tc>
                <a:tc>
                  <a:txBody>
                    <a:bodyPr/>
                    <a:lstStyle/>
                    <a:p>
                      <a:pPr marL="0" lvl="0" indent="0" algn="l" rtl="0">
                        <a:spcBef>
                          <a:spcPts val="0"/>
                        </a:spcBef>
                        <a:spcAft>
                          <a:spcPts val="0"/>
                        </a:spcAft>
                        <a:buNone/>
                        <a:defRPr/>
                      </a:pPr>
                      <a:r>
                        <a:rPr lang="ko" sz="900">
                          <a:latin typeface="KoPub돋움체 Medium"/>
                          <a:ea typeface="KoPub돋움체 Medium"/>
                        </a:rPr>
                        <a:t>JDK17</a:t>
                      </a:r>
                      <a:endParaRPr sz="900">
                        <a:latin typeface="KoPub돋움체 Medium"/>
                        <a:ea typeface="KoPub돋움체 Medium"/>
                      </a:endParaRPr>
                    </a:p>
                  </a:txBody>
                  <a:tcPr marL="91425" marR="91425" marT="91425" marB="91425">
                    <a:lnR w="12700" cap="flat" cmpd="sng" algn="ctr">
                      <a:noFill/>
                      <a:prstDash val="solid"/>
                      <a:round/>
                    </a:lnR>
                  </a:tcPr>
                </a:tc>
                <a:extLst>
                  <a:ext uri="{0D108BD9-81ED-4DB2-BD59-A6C34878D82A}">
                    <a16:rowId xmlns:a16="http://schemas.microsoft.com/office/drawing/2014/main" val="10005"/>
                  </a:ext>
                </a:extLst>
              </a:tr>
              <a:tr h="320902">
                <a:tc vMerge="1">
                  <a:txBody>
                    <a:bodyPr/>
                    <a:lstStyle/>
                    <a:p>
                      <a:pPr marL="0" lvl="0" indent="0" algn="l" rtl="0">
                        <a:spcBef>
                          <a:spcPts val="0"/>
                        </a:spcBef>
                        <a:spcAft>
                          <a:spcPts val="0"/>
                        </a:spcAft>
                        <a:buNone/>
                        <a:defRPr/>
                      </a:pPr>
                      <a:endParaRPr sz="900">
                        <a:latin typeface="KoPub돋움체 Medium"/>
                        <a:ea typeface="KoPub돋움체 Medium"/>
                      </a:endParaRPr>
                    </a:p>
                  </a:txBody>
                  <a:tcPr marL="91425" marR="91425" marT="91425" marB="91425"/>
                </a:tc>
                <a:tc>
                  <a:txBody>
                    <a:bodyPr/>
                    <a:lstStyle/>
                    <a:p>
                      <a:pPr marL="0" lvl="0" indent="0" algn="l" rtl="0">
                        <a:spcBef>
                          <a:spcPts val="0"/>
                        </a:spcBef>
                        <a:spcAft>
                          <a:spcPts val="0"/>
                        </a:spcAft>
                        <a:buNone/>
                        <a:defRPr/>
                      </a:pPr>
                      <a:r>
                        <a:rPr lang="ko" sz="900">
                          <a:latin typeface="KoPub돋움체 Medium"/>
                          <a:ea typeface="KoPub돋움체 Medium"/>
                        </a:rPr>
                        <a:t>Gradle</a:t>
                      </a:r>
                      <a:endParaRPr sz="900">
                        <a:latin typeface="KoPub돋움체 Medium"/>
                        <a:ea typeface="KoPub돋움체 Medium"/>
                      </a:endParaRPr>
                    </a:p>
                  </a:txBody>
                  <a:tcPr marL="91425" marR="91425" marT="91425" marB="91425"/>
                </a:tc>
                <a:tc>
                  <a:txBody>
                    <a:bodyPr/>
                    <a:lstStyle/>
                    <a:p>
                      <a:pPr marL="0" lvl="0" indent="0" algn="l" rtl="0">
                        <a:spcBef>
                          <a:spcPts val="0"/>
                        </a:spcBef>
                        <a:spcAft>
                          <a:spcPts val="0"/>
                        </a:spcAft>
                        <a:buNone/>
                        <a:defRPr/>
                      </a:pPr>
                      <a:r>
                        <a:rPr lang="ko" sz="900">
                          <a:latin typeface="KoPub돋움체 Medium"/>
                          <a:ea typeface="KoPub돋움체 Medium"/>
                        </a:rPr>
                        <a:t>Groovy 기반 빌드 도구</a:t>
                      </a:r>
                      <a:endParaRPr sz="900">
                        <a:latin typeface="KoPub돋움체 Medium"/>
                        <a:ea typeface="KoPub돋움체 Medium"/>
                      </a:endParaRPr>
                    </a:p>
                  </a:txBody>
                  <a:tcPr marL="91425" marR="91425" marT="91425" marB="91425"/>
                </a:tc>
                <a:tc>
                  <a:txBody>
                    <a:bodyPr/>
                    <a:lstStyle/>
                    <a:p>
                      <a:pPr marL="0" lvl="0" indent="0" algn="l" rtl="0">
                        <a:spcBef>
                          <a:spcPts val="0"/>
                        </a:spcBef>
                        <a:spcAft>
                          <a:spcPts val="0"/>
                        </a:spcAft>
                        <a:buNone/>
                        <a:defRPr/>
                      </a:pPr>
                      <a:r>
                        <a:rPr lang="ko" sz="900">
                          <a:latin typeface="KoPub돋움체 Medium"/>
                          <a:ea typeface="KoPub돋움체 Medium"/>
                        </a:rPr>
                        <a:t>8.11.1</a:t>
                      </a:r>
                      <a:endParaRPr sz="900">
                        <a:latin typeface="KoPub돋움체 Medium"/>
                        <a:ea typeface="KoPub돋움체 Medium"/>
                      </a:endParaRPr>
                    </a:p>
                  </a:txBody>
                  <a:tcPr marL="91425" marR="91425" marT="91425" marB="91425">
                    <a:lnR w="12700" cap="flat" cmpd="sng" algn="ctr">
                      <a:noFill/>
                      <a:prstDash val="solid"/>
                      <a:round/>
                    </a:lnR>
                  </a:tcPr>
                </a:tc>
                <a:extLst>
                  <a:ext uri="{0D108BD9-81ED-4DB2-BD59-A6C34878D82A}">
                    <a16:rowId xmlns:a16="http://schemas.microsoft.com/office/drawing/2014/main" val="10006"/>
                  </a:ext>
                </a:extLst>
              </a:tr>
              <a:tr h="320902">
                <a:tc vMerge="1">
                  <a:txBody>
                    <a:bodyPr/>
                    <a:lstStyle/>
                    <a:p>
                      <a:pPr marL="0" lvl="0" indent="0" algn="l" rtl="0">
                        <a:spcBef>
                          <a:spcPts val="0"/>
                        </a:spcBef>
                        <a:spcAft>
                          <a:spcPts val="0"/>
                        </a:spcAft>
                        <a:buNone/>
                        <a:defRPr/>
                      </a:pPr>
                      <a:endParaRPr sz="900">
                        <a:latin typeface="KoPub돋움체 Medium"/>
                        <a:ea typeface="KoPub돋움체 Medium"/>
                      </a:endParaRPr>
                    </a:p>
                  </a:txBody>
                  <a:tcPr marL="91425" marR="91425" marT="91425" marB="91425"/>
                </a:tc>
                <a:tc>
                  <a:txBody>
                    <a:bodyPr/>
                    <a:lstStyle/>
                    <a:p>
                      <a:pPr marL="0" lvl="0" indent="0" algn="l" rtl="0">
                        <a:spcBef>
                          <a:spcPts val="0"/>
                        </a:spcBef>
                        <a:spcAft>
                          <a:spcPts val="0"/>
                        </a:spcAft>
                        <a:buNone/>
                        <a:defRPr/>
                      </a:pPr>
                      <a:r>
                        <a:rPr lang="ko" sz="900">
                          <a:latin typeface="KoPub돋움체 Medium"/>
                          <a:ea typeface="KoPub돋움체 Medium"/>
                        </a:rPr>
                        <a:t>MariaDB</a:t>
                      </a:r>
                      <a:endParaRPr sz="900">
                        <a:latin typeface="KoPub돋움체 Medium"/>
                        <a:ea typeface="KoPub돋움체 Medium"/>
                      </a:endParaRPr>
                    </a:p>
                  </a:txBody>
                  <a:tcPr marL="91425" marR="91425" marT="91425" marB="91425"/>
                </a:tc>
                <a:tc>
                  <a:txBody>
                    <a:bodyPr/>
                    <a:lstStyle/>
                    <a:p>
                      <a:pPr marL="0" lvl="0" indent="0" algn="l" rtl="0">
                        <a:spcBef>
                          <a:spcPts val="0"/>
                        </a:spcBef>
                        <a:spcAft>
                          <a:spcPts val="0"/>
                        </a:spcAft>
                        <a:buNone/>
                        <a:defRPr/>
                      </a:pPr>
                      <a:r>
                        <a:rPr lang="ko" sz="900">
                          <a:latin typeface="KoPub돋움체 Medium"/>
                          <a:ea typeface="KoPub돋움체 Medium"/>
                        </a:rPr>
                        <a:t>데이터 저장소 (RDBMS)</a:t>
                      </a:r>
                      <a:endParaRPr sz="900">
                        <a:latin typeface="KoPub돋움체 Medium"/>
                        <a:ea typeface="KoPub돋움체 Medium"/>
                      </a:endParaRPr>
                    </a:p>
                  </a:txBody>
                  <a:tcPr marL="91425" marR="91425" marT="91425" marB="91425"/>
                </a:tc>
                <a:tc>
                  <a:txBody>
                    <a:bodyPr/>
                    <a:lstStyle/>
                    <a:p>
                      <a:pPr marL="0" lvl="0" indent="0" algn="l" rtl="0">
                        <a:spcBef>
                          <a:spcPts val="0"/>
                        </a:spcBef>
                        <a:spcAft>
                          <a:spcPts val="0"/>
                        </a:spcAft>
                        <a:buNone/>
                        <a:defRPr/>
                      </a:pPr>
                      <a:r>
                        <a:rPr lang="ko" sz="900">
                          <a:latin typeface="KoPub돋움체 Medium"/>
                          <a:ea typeface="KoPub돋움체 Medium"/>
                        </a:rPr>
                        <a:t>10.6</a:t>
                      </a:r>
                      <a:endParaRPr sz="900">
                        <a:latin typeface="KoPub돋움체 Medium"/>
                        <a:ea typeface="KoPub돋움체 Medium"/>
                      </a:endParaRPr>
                    </a:p>
                  </a:txBody>
                  <a:tcPr marL="91425" marR="91425" marT="91425" marB="91425">
                    <a:lnR w="12700" cap="flat" cmpd="sng" algn="ctr">
                      <a:noFill/>
                      <a:prstDash val="solid"/>
                      <a:round/>
                    </a:lnR>
                  </a:tcPr>
                </a:tc>
                <a:extLst>
                  <a:ext uri="{0D108BD9-81ED-4DB2-BD59-A6C34878D82A}">
                    <a16:rowId xmlns:a16="http://schemas.microsoft.com/office/drawing/2014/main" val="10007"/>
                  </a:ext>
                </a:extLst>
              </a:tr>
              <a:tr h="320902">
                <a:tc vMerge="1">
                  <a:txBody>
                    <a:bodyPr/>
                    <a:lstStyle/>
                    <a:p>
                      <a:pPr marL="0" lvl="0" indent="0" algn="l" rtl="0">
                        <a:spcBef>
                          <a:spcPts val="0"/>
                        </a:spcBef>
                        <a:spcAft>
                          <a:spcPts val="0"/>
                        </a:spcAft>
                        <a:buNone/>
                        <a:defRPr/>
                      </a:pPr>
                      <a:endParaRPr sz="900">
                        <a:latin typeface="KoPub돋움체 Medium"/>
                        <a:ea typeface="KoPub돋움체 Medium"/>
                      </a:endParaRPr>
                    </a:p>
                  </a:txBody>
                  <a:tcPr marL="91425" marR="91425" marT="91425" marB="91425"/>
                </a:tc>
                <a:tc>
                  <a:txBody>
                    <a:bodyPr/>
                    <a:lstStyle/>
                    <a:p>
                      <a:pPr marL="0" lvl="0" indent="0" algn="l" rtl="0">
                        <a:spcBef>
                          <a:spcPts val="0"/>
                        </a:spcBef>
                        <a:spcAft>
                          <a:spcPts val="0"/>
                        </a:spcAft>
                        <a:buNone/>
                        <a:defRPr/>
                      </a:pPr>
                      <a:r>
                        <a:rPr lang="en-US" altLang="ko-KR" sz="900">
                          <a:latin typeface="KoPub돋움체 Medium"/>
                          <a:ea typeface="KoPub돋움체 Medium"/>
                        </a:rPr>
                        <a:t>MariaDB client</a:t>
                      </a:r>
                    </a:p>
                  </a:txBody>
                  <a:tcPr marL="91425" marR="91425" marT="91425" marB="91425"/>
                </a:tc>
                <a:tc>
                  <a:txBody>
                    <a:bodyPr/>
                    <a:lstStyle/>
                    <a:p>
                      <a:pPr marL="0" lvl="0" indent="0" algn="l" rtl="0">
                        <a:spcBef>
                          <a:spcPts val="0"/>
                        </a:spcBef>
                        <a:spcAft>
                          <a:spcPts val="0"/>
                        </a:spcAft>
                        <a:buNone/>
                        <a:defRPr/>
                      </a:pPr>
                      <a:r>
                        <a:rPr lang="en-US" altLang="ko-KR" sz="900">
                          <a:latin typeface="KoPub돋움체 Medium"/>
                          <a:ea typeface="KoPub돋움체 Medium"/>
                        </a:rPr>
                        <a:t>Spring Boot</a:t>
                      </a:r>
                      <a:r>
                        <a:rPr lang="ko-KR" altLang="en-US" sz="900">
                          <a:latin typeface="KoPub돋움체 Medium"/>
                          <a:ea typeface="KoPub돋움체 Medium"/>
                        </a:rPr>
                        <a:t>와 </a:t>
                      </a:r>
                      <a:r>
                        <a:rPr lang="en-US" altLang="ko-KR" sz="900">
                          <a:latin typeface="KoPub돋움체 Medium"/>
                          <a:ea typeface="KoPub돋움체 Medium"/>
                        </a:rPr>
                        <a:t>MariaDB</a:t>
                      </a:r>
                      <a:r>
                        <a:rPr lang="ko-KR" altLang="en-US" sz="900">
                          <a:latin typeface="KoPub돋움체 Medium"/>
                          <a:ea typeface="KoPub돋움체 Medium"/>
                        </a:rPr>
                        <a:t>를 연결하기 위한 도구</a:t>
                      </a:r>
                    </a:p>
                  </a:txBody>
                  <a:tcPr marL="91425" marR="91425" marT="91425" marB="91425"/>
                </a:tc>
                <a:tc>
                  <a:txBody>
                    <a:bodyPr/>
                    <a:lstStyle/>
                    <a:p>
                      <a:pPr marL="0" lvl="0" indent="0" algn="l" rtl="0">
                        <a:spcBef>
                          <a:spcPts val="0"/>
                        </a:spcBef>
                        <a:spcAft>
                          <a:spcPts val="0"/>
                        </a:spcAft>
                        <a:buNone/>
                        <a:defRPr/>
                      </a:pPr>
                      <a:r>
                        <a:rPr lang="en-US" altLang="ko-KR" sz="900">
                          <a:latin typeface="KoPub돋움체 Medium"/>
                          <a:ea typeface="KoPub돋움체 Medium"/>
                        </a:rPr>
                        <a:t>3.3.3</a:t>
                      </a:r>
                    </a:p>
                  </a:txBody>
                  <a:tcPr marL="91425" marR="91425" marT="91425" marB="91425">
                    <a:lnR w="12700" cap="flat" cmpd="sng" algn="ctr">
                      <a:noFill/>
                      <a:prstDash val="solid"/>
                      <a:round/>
                    </a:lnR>
                  </a:tcPr>
                </a:tc>
                <a:extLst>
                  <a:ext uri="{0D108BD9-81ED-4DB2-BD59-A6C34878D82A}">
                    <a16:rowId xmlns:a16="http://schemas.microsoft.com/office/drawing/2014/main" val="10008"/>
                  </a:ext>
                </a:extLst>
              </a:tr>
              <a:tr h="320902">
                <a:tc vMerge="1">
                  <a:txBody>
                    <a:bodyPr/>
                    <a:lstStyle/>
                    <a:p>
                      <a:pPr marL="0" lvl="0" indent="0" algn="l" rtl="0">
                        <a:spcBef>
                          <a:spcPts val="0"/>
                        </a:spcBef>
                        <a:spcAft>
                          <a:spcPts val="0"/>
                        </a:spcAft>
                        <a:buNone/>
                        <a:defRPr/>
                      </a:pPr>
                      <a:endParaRPr sz="900">
                        <a:latin typeface="KoPub돋움체 Medium"/>
                        <a:ea typeface="KoPub돋움체 Medium"/>
                      </a:endParaRPr>
                    </a:p>
                  </a:txBody>
                  <a:tcPr marL="91425" marR="91425" marT="91425" marB="91425"/>
                </a:tc>
                <a:tc>
                  <a:txBody>
                    <a:bodyPr/>
                    <a:lstStyle/>
                    <a:p>
                      <a:pPr marL="0" lvl="0" indent="0" algn="l" rtl="0">
                        <a:spcBef>
                          <a:spcPts val="0"/>
                        </a:spcBef>
                        <a:spcAft>
                          <a:spcPts val="0"/>
                        </a:spcAft>
                        <a:buNone/>
                        <a:defRPr/>
                      </a:pPr>
                      <a:r>
                        <a:rPr lang="en-US" altLang="ko-KR" sz="900">
                          <a:latin typeface="KoPub돋움체 Medium"/>
                          <a:ea typeface="KoPub돋움체 Medium"/>
                        </a:rPr>
                        <a:t>JPA</a:t>
                      </a:r>
                    </a:p>
                  </a:txBody>
                  <a:tcPr marL="91425" marR="91425" marT="91425" marB="91425"/>
                </a:tc>
                <a:tc>
                  <a:txBody>
                    <a:bodyPr/>
                    <a:lstStyle/>
                    <a:p>
                      <a:pPr marL="0" lvl="0" indent="0" algn="l" rtl="0">
                        <a:spcBef>
                          <a:spcPts val="0"/>
                        </a:spcBef>
                        <a:spcAft>
                          <a:spcPts val="0"/>
                        </a:spcAft>
                        <a:buNone/>
                        <a:defRPr/>
                      </a:pPr>
                      <a:r>
                        <a:rPr lang="en-US" altLang="ko-KR" sz="900">
                          <a:latin typeface="KoPub돋움체 Medium"/>
                          <a:ea typeface="KoPub돋움체 Medium"/>
                        </a:rPr>
                        <a:t>Java</a:t>
                      </a:r>
                      <a:r>
                        <a:rPr lang="ko-KR" altLang="en-US" sz="900">
                          <a:latin typeface="KoPub돋움체 Medium"/>
                          <a:ea typeface="KoPub돋움체 Medium"/>
                        </a:rPr>
                        <a:t>에서 </a:t>
                      </a:r>
                      <a:r>
                        <a:rPr lang="en-US" altLang="ko-KR" sz="900">
                          <a:latin typeface="KoPub돋움체 Medium"/>
                          <a:ea typeface="KoPub돋움체 Medium"/>
                        </a:rPr>
                        <a:t>DB</a:t>
                      </a:r>
                      <a:r>
                        <a:rPr lang="ko-KR" altLang="en-US" sz="900">
                          <a:latin typeface="KoPub돋움체 Medium"/>
                          <a:ea typeface="KoPub돋움체 Medium"/>
                        </a:rPr>
                        <a:t>를 자동으로 매핑</a:t>
                      </a:r>
                    </a:p>
                  </a:txBody>
                  <a:tcPr marL="91425" marR="91425" marT="91425" marB="91425"/>
                </a:tc>
                <a:tc>
                  <a:txBody>
                    <a:bodyPr/>
                    <a:lstStyle/>
                    <a:p>
                      <a:pPr marL="0" lvl="0" indent="0" algn="l" rtl="0">
                        <a:spcBef>
                          <a:spcPts val="0"/>
                        </a:spcBef>
                        <a:spcAft>
                          <a:spcPts val="0"/>
                        </a:spcAft>
                        <a:buNone/>
                        <a:defRPr/>
                      </a:pPr>
                      <a:r>
                        <a:rPr lang="en-US" altLang="ko-KR" sz="900">
                          <a:latin typeface="KoPub돋움체 Medium"/>
                          <a:ea typeface="KoPub돋움체 Medium"/>
                        </a:rPr>
                        <a:t>3.5.2</a:t>
                      </a:r>
                    </a:p>
                  </a:txBody>
                  <a:tcPr marL="91425" marR="91425" marT="91425" marB="91425">
                    <a:lnR w="12700" cap="flat" cmpd="sng" algn="ctr">
                      <a:noFill/>
                      <a:prstDash val="solid"/>
                      <a:round/>
                    </a:lnR>
                  </a:tcPr>
                </a:tc>
                <a:extLst>
                  <a:ext uri="{0D108BD9-81ED-4DB2-BD59-A6C34878D82A}">
                    <a16:rowId xmlns:a16="http://schemas.microsoft.com/office/drawing/2014/main" val="10009"/>
                  </a:ext>
                </a:extLst>
              </a:tr>
              <a:tr h="320902">
                <a:tc vMerge="1">
                  <a:txBody>
                    <a:bodyPr/>
                    <a:lstStyle/>
                    <a:p>
                      <a:pPr marL="0" lvl="0" indent="0" algn="l" rtl="0">
                        <a:spcBef>
                          <a:spcPts val="0"/>
                        </a:spcBef>
                        <a:spcAft>
                          <a:spcPts val="0"/>
                        </a:spcAft>
                        <a:buNone/>
                        <a:defRPr/>
                      </a:pPr>
                      <a:endParaRPr sz="900">
                        <a:latin typeface="KoPub돋움체 Medium"/>
                        <a:ea typeface="KoPub돋움체 Medium"/>
                      </a:endParaRPr>
                    </a:p>
                  </a:txBody>
                  <a:tcPr marL="91425" marR="91425" marT="91425" marB="91425"/>
                </a:tc>
                <a:tc>
                  <a:txBody>
                    <a:bodyPr/>
                    <a:lstStyle/>
                    <a:p>
                      <a:pPr marL="0" lvl="0" indent="0" algn="l" rtl="0">
                        <a:spcBef>
                          <a:spcPts val="0"/>
                        </a:spcBef>
                        <a:spcAft>
                          <a:spcPts val="0"/>
                        </a:spcAft>
                        <a:buNone/>
                        <a:defRPr/>
                      </a:pPr>
                      <a:r>
                        <a:rPr lang="en-US" altLang="ko-KR" sz="900">
                          <a:latin typeface="KoPub돋움체 Medium"/>
                          <a:ea typeface="KoPub돋움체 Medium"/>
                        </a:rPr>
                        <a:t>Spring Security</a:t>
                      </a:r>
                    </a:p>
                  </a:txBody>
                  <a:tcPr marL="91425" marR="91425" marT="91425" marB="91425"/>
                </a:tc>
                <a:tc>
                  <a:txBody>
                    <a:bodyPr/>
                    <a:lstStyle/>
                    <a:p>
                      <a:pPr marL="0" lvl="0" indent="0" algn="l" rtl="0">
                        <a:spcBef>
                          <a:spcPts val="0"/>
                        </a:spcBef>
                        <a:spcAft>
                          <a:spcPts val="0"/>
                        </a:spcAft>
                        <a:buNone/>
                        <a:defRPr/>
                      </a:pPr>
                      <a:r>
                        <a:rPr lang="ko-KR" altLang="en-US" sz="900">
                          <a:latin typeface="KoPub돋움체 Medium"/>
                          <a:ea typeface="KoPub돋움체 Medium"/>
                        </a:rPr>
                        <a:t>계정 비밀번호 암호화</a:t>
                      </a:r>
                      <a:r>
                        <a:rPr lang="en-US" altLang="ko-KR" sz="900">
                          <a:latin typeface="KoPub돋움체 Medium"/>
                          <a:ea typeface="KoPub돋움체 Medium"/>
                        </a:rPr>
                        <a:t>,</a:t>
                      </a:r>
                      <a:r>
                        <a:rPr lang="ko-KR" altLang="en-US" sz="900">
                          <a:latin typeface="KoPub돋움체 Medium"/>
                          <a:ea typeface="KoPub돋움체 Medium"/>
                        </a:rPr>
                        <a:t> 회원 권한 부여</a:t>
                      </a:r>
                    </a:p>
                  </a:txBody>
                  <a:tcPr marL="91425" marR="91425" marT="91425" marB="91425"/>
                </a:tc>
                <a:tc>
                  <a:txBody>
                    <a:bodyPr/>
                    <a:lstStyle/>
                    <a:p>
                      <a:pPr marL="0" lvl="0" indent="0" algn="l" rtl="0">
                        <a:spcBef>
                          <a:spcPts val="0"/>
                        </a:spcBef>
                        <a:spcAft>
                          <a:spcPts val="0"/>
                        </a:spcAft>
                        <a:buNone/>
                        <a:defRPr/>
                      </a:pPr>
                      <a:r>
                        <a:rPr lang="en-US" altLang="ko-KR" sz="900">
                          <a:latin typeface="KoPub돋움체 Medium"/>
                          <a:ea typeface="KoPub돋움체 Medium"/>
                        </a:rPr>
                        <a:t>6</a:t>
                      </a:r>
                    </a:p>
                  </a:txBody>
                  <a:tcPr marL="91425" marR="91425" marT="91425" marB="91425">
                    <a:lnR w="12700" cap="flat" cmpd="sng" algn="ctr">
                      <a:noFill/>
                      <a:prstDash val="solid"/>
                      <a:round/>
                    </a:lnR>
                  </a:tcPr>
                </a:tc>
                <a:extLst>
                  <a:ext uri="{0D108BD9-81ED-4DB2-BD59-A6C34878D82A}">
                    <a16:rowId xmlns:a16="http://schemas.microsoft.com/office/drawing/2014/main" val="10010"/>
                  </a:ext>
                </a:extLst>
              </a:tr>
            </a:tbl>
          </a:graphicData>
        </a:graphic>
      </p:graphicFrame>
      <p:sp>
        <p:nvSpPr>
          <p:cNvPr id="85" name="Google Shape;85;p17"/>
          <p:cNvSpPr txBox="1">
            <a:spLocks noGrp="1"/>
          </p:cNvSpPr>
          <p:nvPr>
            <p:ph type="sldNum" idx="12"/>
          </p:nvPr>
        </p:nvSpPr>
        <p:spPr>
          <a:prstGeom prst="rect">
            <a:avLst/>
          </a:prstGeom>
        </p:spPr>
        <p:txBody>
          <a:bodyPr wrap="square" lIns="91424" tIns="91424" rIns="91424" bIns="91424" anchor="ctr" anchorCtr="0">
            <a:normAutofit/>
          </a:bodyPr>
          <a:lstStyle/>
          <a:p>
            <a:pPr marL="0" lvl="0" indent="0" algn="r" rtl="0">
              <a:spcBef>
                <a:spcPts val="0"/>
              </a:spcBef>
              <a:spcAft>
                <a:spcPts val="0"/>
              </a:spcAft>
              <a:buNone/>
              <a:defRPr/>
            </a:pPr>
            <a:fld id="{00000000-1234-1234-1234-123412341234}" type="slidenum">
              <a:rPr lang="en-US" altLang="ko">
                <a:latin typeface="KoPub돋움체 Medium"/>
                <a:ea typeface="KoPub돋움체 Medium"/>
              </a:rPr>
              <a:pPr marL="0" lvl="0" indent="0" algn="r" rtl="0">
                <a:spcBef>
                  <a:spcPts val="0"/>
                </a:spcBef>
                <a:spcAft>
                  <a:spcPts val="0"/>
                </a:spcAft>
                <a:buNone/>
                <a:defRPr/>
              </a:pPr>
              <a:t>5</a:t>
            </a:fld>
            <a:endParaRPr lang="en-US" altLang="ko">
              <a:latin typeface="KoPub돋움체 Medium"/>
              <a:ea typeface="KoPub돋움체 Medium"/>
            </a:endParaRPr>
          </a:p>
        </p:txBody>
      </p:sp>
      <p:sp>
        <p:nvSpPr>
          <p:cNvPr id="90" name="Google Shape;68;p15"/>
          <p:cNvSpPr txBox="1">
            <a:spLocks noGrp="1"/>
          </p:cNvSpPr>
          <p:nvPr>
            <p:ph type="title" idx="4294967295"/>
          </p:nvPr>
        </p:nvSpPr>
        <p:spPr>
          <a:xfrm>
            <a:off x="149867" y="0"/>
            <a:ext cx="8844266" cy="295272"/>
          </a:xfrm>
          <a:prstGeom prst="rect">
            <a:avLst/>
          </a:prstGeom>
          <a:solidFill>
            <a:srgbClr val="0B0B1A"/>
          </a:solidFill>
        </p:spPr>
        <p:txBody>
          <a:bodyPr vert="horz" wrap="square" lIns="91424" tIns="91424" rIns="91424" bIns="91424" anchor="t" anchorCtr="0">
            <a:noAutofit/>
          </a:bodyPr>
          <a:lstStyle/>
          <a:p>
            <a:pPr marL="68580" lvl="0" indent="0" algn="l" rtl="0">
              <a:spcBef>
                <a:spcPts val="0"/>
              </a:spcBef>
              <a:spcAft>
                <a:spcPts val="0"/>
              </a:spcAft>
              <a:buSzPct val="100000"/>
              <a:buNone/>
              <a:defRPr/>
            </a:pPr>
            <a:r>
              <a:rPr lang="en-US" altLang="ko-KR" sz="1600" b="1">
                <a:solidFill>
                  <a:schemeClr val="lt1"/>
                </a:solidFill>
                <a:latin typeface="KoPub돋움체 Light"/>
                <a:ea typeface="KoPub돋움체 Light"/>
                <a:cs typeface="+mn-cs"/>
              </a:rPr>
              <a:t>3.</a:t>
            </a:r>
            <a:r>
              <a:rPr lang="ko-KR" altLang="en-US" sz="1600" b="1">
                <a:solidFill>
                  <a:schemeClr val="lt1"/>
                </a:solidFill>
                <a:latin typeface="KoPub돋움체 Light"/>
                <a:ea typeface="KoPub돋움체 Light"/>
                <a:cs typeface="+mn-cs"/>
              </a:rPr>
              <a:t> 개발 환경</a:t>
            </a:r>
            <a:r>
              <a:rPr lang="en-US" altLang="ko-KR" sz="1600" b="1">
                <a:solidFill>
                  <a:schemeClr val="lt1"/>
                </a:solidFill>
                <a:latin typeface="KoPub돋움체 Light"/>
                <a:ea typeface="KoPub돋움체 Light"/>
                <a:cs typeface="+mn-cs"/>
              </a:rPr>
              <a:t> </a:t>
            </a:r>
            <a:r>
              <a:rPr lang="en-US" altLang="ko-KR" sz="1200" b="1">
                <a:solidFill>
                  <a:schemeClr val="lt1"/>
                </a:solidFill>
                <a:latin typeface="KoPub돋움체 Light"/>
                <a:ea typeface="KoPub돋움체 Light"/>
                <a:cs typeface="+mn-cs"/>
              </a:rPr>
              <a:t>(1/2)</a:t>
            </a:r>
          </a:p>
        </p:txBody>
      </p:sp>
    </p:spTree>
  </p:cSld>
  <p:clrMapOvr>
    <a:masterClrMapping/>
  </p:clrMapOvr>
  <mc:AlternateContent xmlns:mc="http://schemas.openxmlformats.org/markup-compatibility/2006" xmlns:p14="http://schemas.microsoft.com/office/powerpoint/2010/main">
    <mc:Choice Requires="p14">
      <p:transition/>
    </mc:Choice>
    <mc:Fallback xmlns:dsp="http://schemas.microsoft.com/office/drawing/2008/diagram" xmlns:dgm="http://schemas.openxmlformats.org/drawingml/2006/diagram" xmlns:c="http://schemas.openxmlformats.org/drawingml/2006/chart" xmlns="">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84" name="Google Shape;84;p17"/>
          <p:cNvGraphicFramePr/>
          <p:nvPr/>
        </p:nvGraphicFramePr>
        <p:xfrm>
          <a:off x="433653" y="555346"/>
          <a:ext cx="8276694" cy="2703484"/>
        </p:xfrm>
        <a:graphic>
          <a:graphicData uri="http://schemas.openxmlformats.org/drawingml/2006/table">
            <a:tbl>
              <a:tblPr>
                <a:noFill/>
                <a:tableStyleId>{9C8A980B-4F89-4940-BF84-561D21B453E3}</a:tableStyleId>
              </a:tblPr>
              <a:tblGrid>
                <a:gridCol w="1215677">
                  <a:extLst>
                    <a:ext uri="{9D8B030D-6E8A-4147-A177-3AD203B41FA5}">
                      <a16:colId xmlns:a16="http://schemas.microsoft.com/office/drawing/2014/main" val="20000"/>
                    </a:ext>
                  </a:extLst>
                </a:gridCol>
                <a:gridCol w="1301528">
                  <a:extLst>
                    <a:ext uri="{9D8B030D-6E8A-4147-A177-3AD203B41FA5}">
                      <a16:colId xmlns:a16="http://schemas.microsoft.com/office/drawing/2014/main" val="20001"/>
                    </a:ext>
                  </a:extLst>
                </a:gridCol>
                <a:gridCol w="4662238">
                  <a:extLst>
                    <a:ext uri="{9D8B030D-6E8A-4147-A177-3AD203B41FA5}">
                      <a16:colId xmlns:a16="http://schemas.microsoft.com/office/drawing/2014/main" val="20002"/>
                    </a:ext>
                  </a:extLst>
                </a:gridCol>
                <a:gridCol w="1097251">
                  <a:extLst>
                    <a:ext uri="{9D8B030D-6E8A-4147-A177-3AD203B41FA5}">
                      <a16:colId xmlns:a16="http://schemas.microsoft.com/office/drawing/2014/main" val="20003"/>
                    </a:ext>
                  </a:extLst>
                </a:gridCol>
              </a:tblGrid>
              <a:tr h="320902">
                <a:tc>
                  <a:txBody>
                    <a:bodyPr/>
                    <a:lstStyle/>
                    <a:p>
                      <a:pPr marL="0" lvl="0" indent="0" algn="ctr" rtl="0">
                        <a:spcBef>
                          <a:spcPts val="0"/>
                        </a:spcBef>
                        <a:spcAft>
                          <a:spcPts val="0"/>
                        </a:spcAft>
                        <a:buNone/>
                        <a:defRPr/>
                      </a:pPr>
                      <a:r>
                        <a:rPr lang="ko" sz="900">
                          <a:latin typeface="KoPub돋움체 Medium"/>
                          <a:ea typeface="KoPub돋움체 Medium"/>
                        </a:rPr>
                        <a:t>구분</a:t>
                      </a:r>
                      <a:endParaRPr sz="900">
                        <a:latin typeface="KoPub돋움체 Medium"/>
                        <a:ea typeface="KoPub돋움체 Medium"/>
                      </a:endParaRPr>
                    </a:p>
                  </a:txBody>
                  <a:tcPr marL="91425" marR="91425" marT="91425" marB="91425">
                    <a:lnL w="12700" cap="flat" cmpd="sng" algn="ctr">
                      <a:noFill/>
                      <a:prstDash val="solid"/>
                      <a:round/>
                    </a:lnL>
                    <a:solidFill>
                      <a:srgbClr val="9BE5C8"/>
                    </a:solidFill>
                  </a:tcPr>
                </a:tc>
                <a:tc>
                  <a:txBody>
                    <a:bodyPr/>
                    <a:lstStyle/>
                    <a:p>
                      <a:pPr marL="0" lvl="0" indent="0" algn="ctr" rtl="0">
                        <a:spcBef>
                          <a:spcPts val="0"/>
                        </a:spcBef>
                        <a:spcAft>
                          <a:spcPts val="0"/>
                        </a:spcAft>
                        <a:buNone/>
                        <a:defRPr/>
                      </a:pPr>
                      <a:r>
                        <a:rPr lang="ko" sz="900">
                          <a:latin typeface="KoPub돋움체 Medium"/>
                          <a:ea typeface="KoPub돋움체 Medium"/>
                        </a:rPr>
                        <a:t>항목</a:t>
                      </a:r>
                      <a:endParaRPr sz="900">
                        <a:latin typeface="KoPub돋움체 Medium"/>
                        <a:ea typeface="KoPub돋움체 Medium"/>
                      </a:endParaRPr>
                    </a:p>
                  </a:txBody>
                  <a:tcPr marL="91425" marR="91425" marT="91425" marB="91425">
                    <a:solidFill>
                      <a:srgbClr val="9BE5C8"/>
                    </a:solidFill>
                  </a:tcPr>
                </a:tc>
                <a:tc>
                  <a:txBody>
                    <a:bodyPr/>
                    <a:lstStyle/>
                    <a:p>
                      <a:pPr marL="0" lvl="0" indent="0" algn="ctr" rtl="0">
                        <a:spcBef>
                          <a:spcPts val="0"/>
                        </a:spcBef>
                        <a:spcAft>
                          <a:spcPts val="0"/>
                        </a:spcAft>
                        <a:buNone/>
                        <a:defRPr/>
                      </a:pPr>
                      <a:r>
                        <a:rPr lang="ko" sz="900">
                          <a:latin typeface="KoPub돋움체 Medium"/>
                          <a:ea typeface="KoPub돋움체 Medium"/>
                        </a:rPr>
                        <a:t>설명</a:t>
                      </a:r>
                      <a:endParaRPr sz="900">
                        <a:latin typeface="KoPub돋움체 Medium"/>
                        <a:ea typeface="KoPub돋움체 Medium"/>
                      </a:endParaRPr>
                    </a:p>
                  </a:txBody>
                  <a:tcPr marL="91425" marR="91425" marT="91425" marB="91425">
                    <a:solidFill>
                      <a:srgbClr val="9BE5C8"/>
                    </a:solidFill>
                  </a:tcPr>
                </a:tc>
                <a:tc>
                  <a:txBody>
                    <a:bodyPr/>
                    <a:lstStyle/>
                    <a:p>
                      <a:pPr marL="0" lvl="0" indent="0" algn="ctr" rtl="0">
                        <a:spcBef>
                          <a:spcPts val="0"/>
                        </a:spcBef>
                        <a:spcAft>
                          <a:spcPts val="0"/>
                        </a:spcAft>
                        <a:buNone/>
                        <a:defRPr/>
                      </a:pPr>
                      <a:r>
                        <a:rPr lang="ko" sz="900">
                          <a:latin typeface="KoPub돋움체 Medium"/>
                          <a:ea typeface="KoPub돋움체 Medium"/>
                        </a:rPr>
                        <a:t>버전</a:t>
                      </a:r>
                      <a:endParaRPr sz="900">
                        <a:latin typeface="KoPub돋움체 Medium"/>
                        <a:ea typeface="KoPub돋움체 Medium"/>
                      </a:endParaRPr>
                    </a:p>
                  </a:txBody>
                  <a:tcPr marL="91425" marR="91425" marT="91425" marB="91425">
                    <a:lnR w="12700" cap="flat" cmpd="sng" algn="ctr">
                      <a:noFill/>
                      <a:prstDash val="solid"/>
                      <a:round/>
                    </a:lnR>
                    <a:solidFill>
                      <a:srgbClr val="9BE5C8"/>
                    </a:solidFill>
                  </a:tcPr>
                </a:tc>
                <a:extLst>
                  <a:ext uri="{0D108BD9-81ED-4DB2-BD59-A6C34878D82A}">
                    <a16:rowId xmlns:a16="http://schemas.microsoft.com/office/drawing/2014/main" val="10000"/>
                  </a:ext>
                </a:extLst>
              </a:tr>
              <a:tr h="320902">
                <a:tc rowSpan="7">
                  <a:txBody>
                    <a:bodyPr/>
                    <a:lstStyle/>
                    <a:p>
                      <a:pPr marL="0" lvl="0" indent="0" algn="l" rtl="0">
                        <a:spcBef>
                          <a:spcPts val="0"/>
                        </a:spcBef>
                        <a:spcAft>
                          <a:spcPts val="0"/>
                        </a:spcAft>
                        <a:buNone/>
                        <a:defRPr/>
                      </a:pPr>
                      <a:r>
                        <a:rPr lang="ko" sz="900">
                          <a:latin typeface="KoPub돋움체 Medium"/>
                          <a:ea typeface="KoPub돋움체 Medium"/>
                        </a:rPr>
                        <a:t>백엔드</a:t>
                      </a:r>
                      <a:endParaRPr sz="900">
                        <a:latin typeface="KoPub돋움체 Medium"/>
                        <a:ea typeface="KoPub돋움체 Medium"/>
                      </a:endParaRPr>
                    </a:p>
                  </a:txBody>
                  <a:tcPr marL="91425" marR="91425" marT="91425" marB="91425">
                    <a:lnL w="12700" cap="flat" cmpd="sng" algn="ctr">
                      <a:noFill/>
                      <a:prstDash val="solid"/>
                      <a:round/>
                    </a:lnL>
                  </a:tcPr>
                </a:tc>
                <a:tc>
                  <a:txBody>
                    <a:bodyPr/>
                    <a:lstStyle/>
                    <a:p>
                      <a:pPr marL="0" lvl="0" indent="0" algn="l" rtl="0">
                        <a:spcBef>
                          <a:spcPts val="0"/>
                        </a:spcBef>
                        <a:spcAft>
                          <a:spcPts val="0"/>
                        </a:spcAft>
                        <a:buNone/>
                        <a:defRPr/>
                      </a:pPr>
                      <a:r>
                        <a:rPr lang="ko" sz="900">
                          <a:latin typeface="KoPub돋움체 Medium"/>
                          <a:ea typeface="KoPub돋움체 Medium"/>
                        </a:rPr>
                        <a:t>Python</a:t>
                      </a:r>
                      <a:endParaRPr sz="900">
                        <a:latin typeface="KoPub돋움체 Medium"/>
                        <a:ea typeface="KoPub돋움체 Medium"/>
                      </a:endParaRPr>
                    </a:p>
                  </a:txBody>
                  <a:tcPr marL="91425" marR="91425" marT="91425" marB="91425"/>
                </a:tc>
                <a:tc>
                  <a:txBody>
                    <a:bodyPr/>
                    <a:lstStyle/>
                    <a:p>
                      <a:pPr marL="0" lvl="0" indent="0" algn="l" rtl="0">
                        <a:spcBef>
                          <a:spcPts val="0"/>
                        </a:spcBef>
                        <a:spcAft>
                          <a:spcPts val="0"/>
                        </a:spcAft>
                        <a:buNone/>
                        <a:defRPr/>
                      </a:pPr>
                      <a:r>
                        <a:rPr lang="ko" sz="900">
                          <a:latin typeface="KoPub돋움체 Medium"/>
                          <a:ea typeface="KoPub돋움체 Medium"/>
                        </a:rPr>
                        <a:t>머신 러닝 및 딥 러닝 예측 모델 구현</a:t>
                      </a:r>
                      <a:endParaRPr sz="900">
                        <a:latin typeface="KoPub돋움체 Medium"/>
                        <a:ea typeface="KoPub돋움체 Medium"/>
                      </a:endParaRPr>
                    </a:p>
                  </a:txBody>
                  <a:tcPr marL="91425" marR="91425" marT="91425" marB="91425"/>
                </a:tc>
                <a:tc>
                  <a:txBody>
                    <a:bodyPr/>
                    <a:lstStyle/>
                    <a:p>
                      <a:pPr marL="0" lvl="0" indent="0" algn="l" rtl="0">
                        <a:spcBef>
                          <a:spcPts val="0"/>
                        </a:spcBef>
                        <a:spcAft>
                          <a:spcPts val="0"/>
                        </a:spcAft>
                        <a:buNone/>
                        <a:defRPr/>
                      </a:pPr>
                      <a:r>
                        <a:rPr lang="ko" sz="900">
                          <a:latin typeface="KoPub돋움체 Medium"/>
                          <a:ea typeface="KoPub돋움체 Medium"/>
                        </a:rPr>
                        <a:t>3.10.6</a:t>
                      </a:r>
                      <a:endParaRPr sz="900">
                        <a:latin typeface="KoPub돋움체 Medium"/>
                        <a:ea typeface="KoPub돋움체 Medium"/>
                      </a:endParaRPr>
                    </a:p>
                  </a:txBody>
                  <a:tcPr marL="91425" marR="91425" marT="91425" marB="91425">
                    <a:lnR w="12700" cap="flat" cmpd="sng" algn="ctr">
                      <a:noFill/>
                      <a:prstDash val="solid"/>
                      <a:round/>
                    </a:lnR>
                  </a:tcPr>
                </a:tc>
                <a:extLst>
                  <a:ext uri="{0D108BD9-81ED-4DB2-BD59-A6C34878D82A}">
                    <a16:rowId xmlns:a16="http://schemas.microsoft.com/office/drawing/2014/main" val="10001"/>
                  </a:ext>
                </a:extLst>
              </a:tr>
              <a:tr h="320902">
                <a:tc vMerge="1">
                  <a:txBody>
                    <a:bodyPr/>
                    <a:lstStyle/>
                    <a:p>
                      <a:pPr marL="0" lvl="0" indent="0" algn="l" rtl="0">
                        <a:spcBef>
                          <a:spcPts val="0"/>
                        </a:spcBef>
                        <a:spcAft>
                          <a:spcPts val="0"/>
                        </a:spcAft>
                        <a:buNone/>
                        <a:defRPr/>
                      </a:pPr>
                      <a:endParaRPr sz="900">
                        <a:latin typeface="KoPub돋움체 Medium"/>
                        <a:ea typeface="KoPub돋움체 Medium"/>
                      </a:endParaRPr>
                    </a:p>
                  </a:txBody>
                  <a:tcPr marL="91425" marR="91425" marT="91425" marB="91425"/>
                </a:tc>
                <a:tc>
                  <a:txBody>
                    <a:bodyPr/>
                    <a:lstStyle/>
                    <a:p>
                      <a:pPr marL="0" lvl="0" indent="0" algn="l" rtl="0">
                        <a:spcBef>
                          <a:spcPts val="0"/>
                        </a:spcBef>
                        <a:spcAft>
                          <a:spcPts val="0"/>
                        </a:spcAft>
                        <a:buNone/>
                        <a:defRPr/>
                      </a:pPr>
                      <a:r>
                        <a:rPr lang="en-US" altLang="ko-KR" sz="900">
                          <a:latin typeface="KoPub돋움체 Medium"/>
                          <a:ea typeface="KoPub돋움체 Medium"/>
                        </a:rPr>
                        <a:t>FAST</a:t>
                      </a:r>
                      <a:r>
                        <a:rPr lang="ko" sz="900">
                          <a:latin typeface="KoPub돋움체 Medium"/>
                          <a:ea typeface="KoPub돋움체 Medium"/>
                        </a:rPr>
                        <a:t> API</a:t>
                      </a:r>
                    </a:p>
                  </a:txBody>
                  <a:tcPr marL="91425" marR="91425" marT="91425" marB="91425"/>
                </a:tc>
                <a:tc>
                  <a:txBody>
                    <a:bodyPr/>
                    <a:lstStyle/>
                    <a:p>
                      <a:pPr marL="0" lvl="0" indent="0" algn="l" rtl="0">
                        <a:spcBef>
                          <a:spcPts val="0"/>
                        </a:spcBef>
                        <a:spcAft>
                          <a:spcPts val="0"/>
                        </a:spcAft>
                        <a:buNone/>
                        <a:defRPr/>
                      </a:pPr>
                      <a:r>
                        <a:rPr lang="ko" sz="900">
                          <a:latin typeface="KoPub돋움체 Medium"/>
                          <a:ea typeface="KoPub돋움체 Medium"/>
                        </a:rPr>
                        <a:t>백엔드 간 데이터 통신</a:t>
                      </a:r>
                      <a:endParaRPr sz="900">
                        <a:latin typeface="KoPub돋움체 Medium"/>
                        <a:ea typeface="KoPub돋움체 Medium"/>
                      </a:endParaRPr>
                    </a:p>
                  </a:txBody>
                  <a:tcPr marL="91425" marR="91425" marT="91425" marB="91425"/>
                </a:tc>
                <a:tc>
                  <a:txBody>
                    <a:bodyPr/>
                    <a:lstStyle/>
                    <a:p>
                      <a:pPr marL="0" lvl="0" indent="0" algn="l" rtl="0">
                        <a:spcBef>
                          <a:spcPts val="0"/>
                        </a:spcBef>
                        <a:spcAft>
                          <a:spcPts val="0"/>
                        </a:spcAft>
                        <a:buNone/>
                        <a:defRPr/>
                      </a:pPr>
                      <a:r>
                        <a:rPr lang="en-US" altLang="ko-KR" sz="900">
                          <a:latin typeface="KoPub돋움체 Medium"/>
                          <a:ea typeface="KoPub돋움체 Medium"/>
                        </a:rPr>
                        <a:t>1.4.0</a:t>
                      </a:r>
                    </a:p>
                  </a:txBody>
                  <a:tcPr marL="91425" marR="91425" marT="91425" marB="91425">
                    <a:lnR w="12700" cap="flat" cmpd="sng" algn="ctr">
                      <a:noFill/>
                      <a:prstDash val="solid"/>
                      <a:round/>
                    </a:lnR>
                  </a:tcPr>
                </a:tc>
                <a:extLst>
                  <a:ext uri="{0D108BD9-81ED-4DB2-BD59-A6C34878D82A}">
                    <a16:rowId xmlns:a16="http://schemas.microsoft.com/office/drawing/2014/main" val="10002"/>
                  </a:ext>
                </a:extLst>
              </a:tr>
              <a:tr h="320902">
                <a:tc vMerge="1">
                  <a:txBody>
                    <a:bodyPr/>
                    <a:lstStyle/>
                    <a:p>
                      <a:pPr marL="0" lvl="0" indent="0" algn="l" rtl="0">
                        <a:spcBef>
                          <a:spcPts val="0"/>
                        </a:spcBef>
                        <a:spcAft>
                          <a:spcPts val="0"/>
                        </a:spcAft>
                        <a:buNone/>
                        <a:defRPr/>
                      </a:pPr>
                      <a:endParaRPr lang="ko-KR" altLang="en-US" sz="900">
                        <a:latin typeface="KoPub돋움체 Medium"/>
                        <a:ea typeface="KoPub돋움체 Medium"/>
                      </a:endParaRPr>
                    </a:p>
                  </a:txBody>
                  <a:tcPr marL="91425" marR="91425" marT="91425" marB="91425"/>
                </a:tc>
                <a:tc>
                  <a:txBody>
                    <a:bodyPr/>
                    <a:lstStyle/>
                    <a:p>
                      <a:pPr marL="0" lvl="0" indent="0" algn="l" rtl="0">
                        <a:spcBef>
                          <a:spcPts val="0"/>
                        </a:spcBef>
                        <a:spcAft>
                          <a:spcPts val="0"/>
                        </a:spcAft>
                        <a:buNone/>
                        <a:defRPr/>
                      </a:pPr>
                      <a:r>
                        <a:rPr lang="ko" sz="900">
                          <a:latin typeface="KoPub돋움체 Medium"/>
                          <a:ea typeface="KoPub돋움체 Medium"/>
                        </a:rPr>
                        <a:t>Ollama</a:t>
                      </a:r>
                      <a:endParaRPr sz="900">
                        <a:latin typeface="KoPub돋움체 Medium"/>
                        <a:ea typeface="KoPub돋움체 Medium"/>
                      </a:endParaRPr>
                    </a:p>
                  </a:txBody>
                  <a:tcPr marL="91425" marR="91425" marT="91425" marB="91425"/>
                </a:tc>
                <a:tc>
                  <a:txBody>
                    <a:bodyPr/>
                    <a:lstStyle/>
                    <a:p>
                      <a:pPr marL="0" lvl="0" indent="0" algn="l" rtl="0">
                        <a:spcBef>
                          <a:spcPts val="0"/>
                        </a:spcBef>
                        <a:spcAft>
                          <a:spcPts val="0"/>
                        </a:spcAft>
                        <a:buNone/>
                        <a:defRPr/>
                      </a:pPr>
                      <a:r>
                        <a:rPr lang="ko" sz="900">
                          <a:latin typeface="KoPub돋움체 Medium"/>
                          <a:ea typeface="KoPub돋움체 Medium"/>
                        </a:rPr>
                        <a:t>대규모 언어 모델을 통한 AI 서비스 (LLM)</a:t>
                      </a:r>
                      <a:endParaRPr sz="900">
                        <a:latin typeface="KoPub돋움체 Medium"/>
                        <a:ea typeface="KoPub돋움체 Medium"/>
                      </a:endParaRPr>
                    </a:p>
                  </a:txBody>
                  <a:tcPr marL="91425" marR="91425" marT="91425" marB="91425"/>
                </a:tc>
                <a:tc>
                  <a:txBody>
                    <a:bodyPr/>
                    <a:lstStyle/>
                    <a:p>
                      <a:pPr>
                        <a:defRPr/>
                      </a:pPr>
                      <a:r>
                        <a:rPr lang="en-US" altLang="ko-KR" sz="900">
                          <a:latin typeface="KoPub돋움체 Medium"/>
                          <a:ea typeface="KoPub돋움체 Medium"/>
                        </a:rPr>
                        <a:t>qwen2.5:3b-instruct</a:t>
                      </a:r>
                    </a:p>
                  </a:txBody>
                  <a:tcPr marL="91425" marR="91425" marT="91425" marB="91425">
                    <a:lnR w="12700" cap="flat" cmpd="sng" algn="ctr">
                      <a:noFill/>
                      <a:prstDash val="solid"/>
                      <a:round/>
                    </a:lnR>
                  </a:tcPr>
                </a:tc>
                <a:extLst>
                  <a:ext uri="{0D108BD9-81ED-4DB2-BD59-A6C34878D82A}">
                    <a16:rowId xmlns:a16="http://schemas.microsoft.com/office/drawing/2014/main" val="10003"/>
                  </a:ext>
                </a:extLst>
              </a:tr>
              <a:tr h="320902">
                <a:tc vMerge="1">
                  <a:txBody>
                    <a:bodyPr/>
                    <a:lstStyle/>
                    <a:p>
                      <a:pPr marL="0" lvl="0" indent="0" algn="l" rtl="0">
                        <a:spcBef>
                          <a:spcPts val="0"/>
                        </a:spcBef>
                        <a:spcAft>
                          <a:spcPts val="0"/>
                        </a:spcAft>
                        <a:buNone/>
                        <a:defRPr/>
                      </a:pPr>
                      <a:endParaRPr lang="ko-KR" altLang="en-US" sz="900">
                        <a:latin typeface="KoPub돋움체 Medium"/>
                        <a:ea typeface="KoPub돋움체 Medium"/>
                      </a:endParaRPr>
                    </a:p>
                  </a:txBody>
                  <a:tcPr marL="91425" marR="91425" marT="91425" marB="91425"/>
                </a:tc>
                <a:tc>
                  <a:txBody>
                    <a:bodyPr/>
                    <a:lstStyle/>
                    <a:p>
                      <a:pPr marL="0" lvl="0" indent="0" algn="l" rtl="0">
                        <a:spcBef>
                          <a:spcPts val="0"/>
                        </a:spcBef>
                        <a:spcAft>
                          <a:spcPts val="0"/>
                        </a:spcAft>
                        <a:buNone/>
                        <a:defRPr/>
                      </a:pPr>
                      <a:r>
                        <a:rPr lang="en-US" altLang="ko-KR" sz="900">
                          <a:latin typeface="KoPub돋움체 Medium"/>
                          <a:ea typeface="KoPub돋움체 Medium"/>
                        </a:rPr>
                        <a:t>MobileNet</a:t>
                      </a:r>
                    </a:p>
                  </a:txBody>
                  <a:tcPr marL="91425" marR="91425" marT="91425" marB="91425"/>
                </a:tc>
                <a:tc>
                  <a:txBody>
                    <a:bodyPr/>
                    <a:lstStyle/>
                    <a:p>
                      <a:pPr marL="0" lvl="0" indent="0" algn="l" rtl="0">
                        <a:spcBef>
                          <a:spcPts val="0"/>
                        </a:spcBef>
                        <a:spcAft>
                          <a:spcPts val="0"/>
                        </a:spcAft>
                        <a:buNone/>
                        <a:defRPr/>
                      </a:pPr>
                      <a:r>
                        <a:rPr lang="ko-KR" altLang="en-US" sz="900">
                          <a:latin typeface="KoPub돋움체 Medium"/>
                          <a:ea typeface="KoPub돋움체 Medium"/>
                        </a:rPr>
                        <a:t>사진 분석 전처리 모델</a:t>
                      </a:r>
                    </a:p>
                  </a:txBody>
                  <a:tcPr marL="91425" marR="91425" marT="91425" marB="91425"/>
                </a:tc>
                <a:tc>
                  <a:txBody>
                    <a:bodyPr/>
                    <a:lstStyle/>
                    <a:p>
                      <a:pPr>
                        <a:defRPr/>
                      </a:pPr>
                      <a:r>
                        <a:rPr lang="en-US" altLang="ko-KR" sz="900">
                          <a:latin typeface="KoPub돋움체 Medium"/>
                          <a:ea typeface="KoPub돋움체 Medium"/>
                        </a:rPr>
                        <a:t>V2</a:t>
                      </a:r>
                    </a:p>
                  </a:txBody>
                  <a:tcPr marL="91425" marR="91425" marT="91425" marB="91425">
                    <a:lnR w="12700" cap="flat" cmpd="sng" algn="ctr">
                      <a:noFill/>
                      <a:prstDash val="solid"/>
                      <a:round/>
                    </a:lnR>
                  </a:tcPr>
                </a:tc>
                <a:extLst>
                  <a:ext uri="{0D108BD9-81ED-4DB2-BD59-A6C34878D82A}">
                    <a16:rowId xmlns:a16="http://schemas.microsoft.com/office/drawing/2014/main" val="10004"/>
                  </a:ext>
                </a:extLst>
              </a:tr>
              <a:tr h="320902">
                <a:tc vMerge="1">
                  <a:txBody>
                    <a:bodyPr/>
                    <a:lstStyle/>
                    <a:p>
                      <a:pPr marL="0" lvl="0" indent="0" algn="l" rtl="0">
                        <a:spcBef>
                          <a:spcPts val="0"/>
                        </a:spcBef>
                        <a:spcAft>
                          <a:spcPts val="0"/>
                        </a:spcAft>
                        <a:buNone/>
                        <a:defRPr/>
                      </a:pPr>
                      <a:endParaRPr lang="ko-KR" altLang="en-US" sz="900">
                        <a:latin typeface="KoPub돋움체 Medium"/>
                        <a:ea typeface="KoPub돋움체 Medium"/>
                      </a:endParaRPr>
                    </a:p>
                  </a:txBody>
                  <a:tcPr marL="91425" marR="91425" marT="91425" marB="91425"/>
                </a:tc>
                <a:tc>
                  <a:txBody>
                    <a:bodyPr/>
                    <a:lstStyle/>
                    <a:p>
                      <a:pPr marL="0" lvl="0" indent="0" algn="l" rtl="0">
                        <a:spcBef>
                          <a:spcPts val="0"/>
                        </a:spcBef>
                        <a:spcAft>
                          <a:spcPts val="0"/>
                        </a:spcAft>
                        <a:buNone/>
                        <a:defRPr/>
                      </a:pPr>
                      <a:r>
                        <a:rPr lang="en-US" altLang="ko-KR" sz="900">
                          <a:latin typeface="KoPub돋움체 Medium"/>
                          <a:ea typeface="KoPub돋움체 Medium"/>
                        </a:rPr>
                        <a:t>EfficientNet</a:t>
                      </a:r>
                    </a:p>
                  </a:txBody>
                  <a:tcPr marL="91425" marR="91425" marT="91425" marB="91425"/>
                </a:tc>
                <a:tc>
                  <a:txBody>
                    <a:bodyPr/>
                    <a:lstStyle/>
                    <a:p>
                      <a:pPr marL="0" lvl="0" indent="0" algn="l" rtl="0">
                        <a:spcBef>
                          <a:spcPts val="0"/>
                        </a:spcBef>
                        <a:spcAft>
                          <a:spcPts val="0"/>
                        </a:spcAft>
                        <a:buNone/>
                        <a:defRPr/>
                      </a:pPr>
                      <a:r>
                        <a:rPr lang="ko-KR" altLang="en-US" sz="900">
                          <a:latin typeface="KoPub돋움체 Medium"/>
                          <a:ea typeface="KoPub돋움체 Medium"/>
                        </a:rPr>
                        <a:t>사진 분석을 위한 학습 모델</a:t>
                      </a:r>
                    </a:p>
                  </a:txBody>
                  <a:tcPr marL="91425" marR="91425" marT="91425" marB="91425"/>
                </a:tc>
                <a:tc>
                  <a:txBody>
                    <a:bodyPr/>
                    <a:lstStyle/>
                    <a:p>
                      <a:pPr>
                        <a:defRPr/>
                      </a:pPr>
                      <a:r>
                        <a:rPr lang="en-US" altLang="ko-KR" sz="900">
                          <a:latin typeface="KoPub돋움체 Medium"/>
                          <a:ea typeface="KoPub돋움체 Medium"/>
                        </a:rPr>
                        <a:t>EfficientNetB0</a:t>
                      </a:r>
                    </a:p>
                  </a:txBody>
                  <a:tcPr marL="91425" marR="91425" marT="91425" marB="91425">
                    <a:lnR w="12700" cap="flat" cmpd="sng" algn="ctr">
                      <a:noFill/>
                      <a:prstDash val="solid"/>
                      <a:round/>
                    </a:lnR>
                  </a:tcPr>
                </a:tc>
                <a:extLst>
                  <a:ext uri="{0D108BD9-81ED-4DB2-BD59-A6C34878D82A}">
                    <a16:rowId xmlns:a16="http://schemas.microsoft.com/office/drawing/2014/main" val="10005"/>
                  </a:ext>
                </a:extLst>
              </a:tr>
              <a:tr h="320902">
                <a:tc vMerge="1">
                  <a:txBody>
                    <a:bodyPr/>
                    <a:lstStyle/>
                    <a:p>
                      <a:pPr marL="0" lvl="0" indent="0" algn="l" rtl="0">
                        <a:spcBef>
                          <a:spcPts val="0"/>
                        </a:spcBef>
                        <a:spcAft>
                          <a:spcPts val="0"/>
                        </a:spcAft>
                        <a:buNone/>
                        <a:defRPr/>
                      </a:pPr>
                      <a:endParaRPr lang="ko-KR" altLang="en-US" sz="900">
                        <a:latin typeface="KoPub돋움체 Medium"/>
                        <a:ea typeface="KoPub돋움체 Medium"/>
                      </a:endParaRPr>
                    </a:p>
                  </a:txBody>
                  <a:tcPr marL="91425" marR="91425" marT="91425" marB="91425"/>
                </a:tc>
                <a:tc>
                  <a:txBody>
                    <a:bodyPr/>
                    <a:lstStyle/>
                    <a:p>
                      <a:pPr>
                        <a:defRPr/>
                      </a:pPr>
                      <a:r>
                        <a:rPr lang="en-US" altLang="ko-KR" sz="900">
                          <a:latin typeface="KoPub돋움체 Light"/>
                          <a:ea typeface="KoPub돋움체 Light"/>
                          <a:cs typeface="+mn-cs"/>
                        </a:rPr>
                        <a:t>KoBERT</a:t>
                      </a:r>
                    </a:p>
                  </a:txBody>
                  <a:tcPr marL="91425" marR="91425" marT="91425" marB="91425"/>
                </a:tc>
                <a:tc>
                  <a:txBody>
                    <a:bodyPr/>
                    <a:lstStyle/>
                    <a:p>
                      <a:pPr marL="0" lvl="0" indent="0" algn="l" rtl="0">
                        <a:spcBef>
                          <a:spcPts val="0"/>
                        </a:spcBef>
                        <a:spcAft>
                          <a:spcPts val="0"/>
                        </a:spcAft>
                        <a:buNone/>
                        <a:defRPr/>
                      </a:pPr>
                      <a:r>
                        <a:rPr lang="ko-KR" altLang="en-US" sz="900">
                          <a:latin typeface="KoPub돋움체 Medium"/>
                          <a:ea typeface="KoPub돋움체 Medium"/>
                        </a:rPr>
                        <a:t>기분 분석을 위한 학습 모델</a:t>
                      </a:r>
                    </a:p>
                  </a:txBody>
                  <a:tcPr marL="91425" marR="91425" marT="91425" marB="91425"/>
                </a:tc>
                <a:tc>
                  <a:txBody>
                    <a:bodyPr/>
                    <a:lstStyle/>
                    <a:p>
                      <a:pPr>
                        <a:defRPr/>
                      </a:pPr>
                      <a:endParaRPr lang="en-US" altLang="ko-KR" sz="900">
                        <a:latin typeface="KoPub돋움체 Medium"/>
                        <a:ea typeface="KoPub돋움체 Medium"/>
                      </a:endParaRPr>
                    </a:p>
                  </a:txBody>
                  <a:tcPr marL="91425" marR="91425" marT="91425" marB="91425">
                    <a:lnR w="12700" cap="flat" cmpd="sng" algn="ctr">
                      <a:noFill/>
                      <a:prstDash val="solid"/>
                      <a:round/>
                    </a:lnR>
                  </a:tcPr>
                </a:tc>
                <a:extLst>
                  <a:ext uri="{0D108BD9-81ED-4DB2-BD59-A6C34878D82A}">
                    <a16:rowId xmlns:a16="http://schemas.microsoft.com/office/drawing/2014/main" val="10006"/>
                  </a:ext>
                </a:extLst>
              </a:tr>
              <a:tr h="320902">
                <a:tc vMerge="1">
                  <a:txBody>
                    <a:bodyPr/>
                    <a:lstStyle/>
                    <a:p>
                      <a:pPr marL="0" lvl="0" indent="0" algn="l" rtl="0">
                        <a:spcBef>
                          <a:spcPts val="0"/>
                        </a:spcBef>
                        <a:spcAft>
                          <a:spcPts val="0"/>
                        </a:spcAft>
                        <a:buNone/>
                        <a:defRPr/>
                      </a:pPr>
                      <a:endParaRPr lang="ko-KR" altLang="en-US" sz="900">
                        <a:latin typeface="KoPub돋움체 Medium"/>
                        <a:ea typeface="KoPub돋움체 Medium"/>
                      </a:endParaRPr>
                    </a:p>
                  </a:txBody>
                  <a:tcPr marL="91425" marR="91425" marT="91425" marB="91425"/>
                </a:tc>
                <a:tc>
                  <a:txBody>
                    <a:bodyPr/>
                    <a:lstStyle/>
                    <a:p>
                      <a:pPr marL="0" lvl="0" indent="0" algn="l" rtl="0">
                        <a:spcBef>
                          <a:spcPts val="0"/>
                        </a:spcBef>
                        <a:spcAft>
                          <a:spcPts val="0"/>
                        </a:spcAft>
                        <a:buNone/>
                        <a:defRPr/>
                      </a:pPr>
                      <a:r>
                        <a:rPr lang="en-US" altLang="ko-KR" sz="900">
                          <a:latin typeface="KoPub돋움체 Medium"/>
                          <a:ea typeface="KoPub돋움체 Medium"/>
                        </a:rPr>
                        <a:t>Gemini API</a:t>
                      </a:r>
                    </a:p>
                  </a:txBody>
                  <a:tcPr marL="91425" marR="91425" marT="91425" marB="91425"/>
                </a:tc>
                <a:tc>
                  <a:txBody>
                    <a:bodyPr/>
                    <a:lstStyle/>
                    <a:p>
                      <a:pPr marL="0" lvl="0" indent="0" algn="l" rtl="0">
                        <a:spcBef>
                          <a:spcPts val="0"/>
                        </a:spcBef>
                        <a:spcAft>
                          <a:spcPts val="0"/>
                        </a:spcAft>
                        <a:buNone/>
                        <a:defRPr/>
                      </a:pPr>
                      <a:r>
                        <a:rPr lang="en-US" altLang="ko-KR" sz="900">
                          <a:latin typeface="KoPub돋움체 Medium"/>
                          <a:ea typeface="KoPub돋움체 Medium"/>
                        </a:rPr>
                        <a:t>LLM</a:t>
                      </a:r>
                      <a:r>
                        <a:rPr lang="ko-KR" altLang="en-US" sz="900">
                          <a:latin typeface="KoPub돋움체 Medium"/>
                          <a:ea typeface="KoPub돋움체 Medium"/>
                        </a:rPr>
                        <a:t> 모델 정확도 향상을 위한 검색증강생성</a:t>
                      </a:r>
                      <a:r>
                        <a:rPr lang="en-US" altLang="ko-KR" sz="900">
                          <a:latin typeface="KoPub돋움체 Medium"/>
                          <a:ea typeface="KoPub돋움체 Medium"/>
                        </a:rPr>
                        <a:t>(RAG)</a:t>
                      </a:r>
                      <a:r>
                        <a:rPr lang="ko-KR" altLang="en-US" sz="900">
                          <a:latin typeface="KoPub돋움체 Medium"/>
                          <a:ea typeface="KoPub돋움체 Medium"/>
                        </a:rPr>
                        <a:t>용 외부 </a:t>
                      </a:r>
                      <a:r>
                        <a:rPr lang="en-US" altLang="ko-KR" sz="900">
                          <a:latin typeface="KoPub돋움체 Medium"/>
                          <a:ea typeface="KoPub돋움체 Medium"/>
                        </a:rPr>
                        <a:t>API</a:t>
                      </a:r>
                    </a:p>
                  </a:txBody>
                  <a:tcPr marL="91425" marR="91425" marT="91425" marB="91425"/>
                </a:tc>
                <a:tc>
                  <a:txBody>
                    <a:bodyPr/>
                    <a:lstStyle/>
                    <a:p>
                      <a:pPr>
                        <a:defRPr/>
                      </a:pPr>
                      <a:r>
                        <a:rPr lang="en-US" altLang="ko-KR" sz="900">
                          <a:latin typeface="KoPub돋움체 Medium"/>
                          <a:ea typeface="KoPub돋움체 Medium"/>
                        </a:rPr>
                        <a:t>2.5</a:t>
                      </a:r>
                    </a:p>
                  </a:txBody>
                  <a:tcPr marL="91425" marR="91425" marT="91425" marB="91425">
                    <a:lnR w="12700" cap="flat" cmpd="sng" algn="ctr">
                      <a:noFill/>
                      <a:prstDash val="solid"/>
                      <a:round/>
                    </a:lnR>
                  </a:tcPr>
                </a:tc>
                <a:extLst>
                  <a:ext uri="{0D108BD9-81ED-4DB2-BD59-A6C34878D82A}">
                    <a16:rowId xmlns:a16="http://schemas.microsoft.com/office/drawing/2014/main" val="10007"/>
                  </a:ext>
                </a:extLst>
              </a:tr>
            </a:tbl>
          </a:graphicData>
        </a:graphic>
      </p:graphicFrame>
      <p:sp>
        <p:nvSpPr>
          <p:cNvPr id="85" name="Google Shape;85;p17"/>
          <p:cNvSpPr txBox="1">
            <a:spLocks noGrp="1"/>
          </p:cNvSpPr>
          <p:nvPr>
            <p:ph type="sldNum" idx="12"/>
          </p:nvPr>
        </p:nvSpPr>
        <p:spPr>
          <a:prstGeom prst="rect">
            <a:avLst/>
          </a:prstGeom>
        </p:spPr>
        <p:txBody>
          <a:bodyPr wrap="square" lIns="91424" tIns="91424" rIns="91424" bIns="91424" anchor="ctr" anchorCtr="0">
            <a:normAutofit/>
          </a:bodyPr>
          <a:lstStyle/>
          <a:p>
            <a:pPr marL="0" lvl="0" indent="0" algn="r" rtl="0">
              <a:spcBef>
                <a:spcPts val="0"/>
              </a:spcBef>
              <a:spcAft>
                <a:spcPts val="0"/>
              </a:spcAft>
              <a:buNone/>
              <a:defRPr/>
            </a:pPr>
            <a:fld id="{00000000-1234-1234-1234-123412341234}" type="slidenum">
              <a:rPr lang="en-US" altLang="ko">
                <a:latin typeface="KoPub돋움체 Medium"/>
                <a:ea typeface="KoPub돋움체 Medium"/>
              </a:rPr>
              <a:pPr marL="0" lvl="0" indent="0" algn="r" rtl="0">
                <a:spcBef>
                  <a:spcPts val="0"/>
                </a:spcBef>
                <a:spcAft>
                  <a:spcPts val="0"/>
                </a:spcAft>
                <a:buNone/>
                <a:defRPr/>
              </a:pPr>
              <a:t>6</a:t>
            </a:fld>
            <a:endParaRPr lang="en-US" altLang="ko">
              <a:latin typeface="KoPub돋움체 Medium"/>
              <a:ea typeface="KoPub돋움체 Medium"/>
            </a:endParaRPr>
          </a:p>
        </p:txBody>
      </p:sp>
      <p:sp>
        <p:nvSpPr>
          <p:cNvPr id="90" name="Google Shape;68;p15"/>
          <p:cNvSpPr txBox="1">
            <a:spLocks noGrp="1"/>
          </p:cNvSpPr>
          <p:nvPr>
            <p:ph type="title" idx="4294967295"/>
          </p:nvPr>
        </p:nvSpPr>
        <p:spPr>
          <a:xfrm>
            <a:off x="149867" y="0"/>
            <a:ext cx="8844266" cy="295272"/>
          </a:xfrm>
          <a:prstGeom prst="rect">
            <a:avLst/>
          </a:prstGeom>
          <a:solidFill>
            <a:srgbClr val="0B0B1A"/>
          </a:solidFill>
        </p:spPr>
        <p:txBody>
          <a:bodyPr vert="horz" wrap="square" lIns="91424" tIns="91424" rIns="91424" bIns="91424" anchor="t" anchorCtr="0">
            <a:noAutofit/>
          </a:bodyPr>
          <a:lstStyle/>
          <a:p>
            <a:pPr marL="68580" lvl="0" indent="0" algn="l" rtl="0">
              <a:spcBef>
                <a:spcPts val="0"/>
              </a:spcBef>
              <a:spcAft>
                <a:spcPts val="0"/>
              </a:spcAft>
              <a:buSzPct val="100000"/>
              <a:buNone/>
              <a:defRPr/>
            </a:pPr>
            <a:r>
              <a:rPr lang="en-US" altLang="ko-KR" sz="1600" b="1">
                <a:solidFill>
                  <a:schemeClr val="lt1"/>
                </a:solidFill>
                <a:latin typeface="KoPub돋움체 Light"/>
                <a:ea typeface="KoPub돋움체 Light"/>
                <a:cs typeface="+mn-cs"/>
              </a:rPr>
              <a:t>3.</a:t>
            </a:r>
            <a:r>
              <a:rPr lang="ko-KR" altLang="en-US" sz="1600" b="1">
                <a:solidFill>
                  <a:schemeClr val="lt1"/>
                </a:solidFill>
                <a:latin typeface="KoPub돋움체 Light"/>
                <a:ea typeface="KoPub돋움체 Light"/>
                <a:cs typeface="+mn-cs"/>
              </a:rPr>
              <a:t> 개발 환경</a:t>
            </a:r>
            <a:r>
              <a:rPr lang="en-US" altLang="ko-KR" sz="1600" b="1">
                <a:solidFill>
                  <a:schemeClr val="lt1"/>
                </a:solidFill>
                <a:latin typeface="KoPub돋움체 Light"/>
                <a:ea typeface="KoPub돋움체 Light"/>
                <a:cs typeface="+mn-cs"/>
              </a:rPr>
              <a:t> </a:t>
            </a:r>
            <a:r>
              <a:rPr lang="en-US" altLang="ko-KR" sz="1200" b="1">
                <a:solidFill>
                  <a:schemeClr val="lt1"/>
                </a:solidFill>
                <a:latin typeface="KoPub돋움체 Light"/>
                <a:ea typeface="KoPub돋움체 Light"/>
                <a:cs typeface="+mn-cs"/>
              </a:rPr>
              <a:t>(2/2)</a:t>
            </a:r>
          </a:p>
        </p:txBody>
      </p:sp>
    </p:spTree>
  </p:cSld>
  <p:clrMapOvr>
    <a:masterClrMapping/>
  </p:clrMapOvr>
  <mc:AlternateContent xmlns:mc="http://schemas.openxmlformats.org/markup-compatibility/2006" xmlns:p14="http://schemas.microsoft.com/office/powerpoint/2010/main">
    <mc:Choice Requires="p14">
      <p:transition/>
    </mc:Choice>
    <mc:Fallback xmlns:dsp="http://schemas.microsoft.com/office/drawing/2008/diagram" xmlns:dgm="http://schemas.openxmlformats.org/drawingml/2006/diagram" xmlns:c="http://schemas.openxmlformats.org/drawingml/2006/chart" xmlns="">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슬라이드 번호 개체 틀 3"/>
          <p:cNvSpPr>
            <a:spLocks noGrp="1"/>
          </p:cNvSpPr>
          <p:nvPr>
            <p:ph type="sldNum" idx="12"/>
          </p:nvPr>
        </p:nvSpPr>
        <p:spPr/>
        <p:txBody>
          <a:bodyPr>
            <a:normAutofit/>
          </a:bodyPr>
          <a:lstStyle/>
          <a:p>
            <a:pPr marL="0" lvl="0" indent="0" algn="r" rtl="0">
              <a:spcBef>
                <a:spcPts val="0"/>
              </a:spcBef>
              <a:spcAft>
                <a:spcPts val="0"/>
              </a:spcAft>
              <a:buNone/>
              <a:defRPr/>
            </a:pPr>
            <a:fld id="{00000000-1234-1234-1234-123412341234}" type="slidenum">
              <a:rPr lang="en-US" altLang="ko"/>
              <a:pPr marL="0" lvl="0" indent="0" algn="r" rtl="0">
                <a:spcBef>
                  <a:spcPts val="0"/>
                </a:spcBef>
                <a:spcAft>
                  <a:spcPts val="0"/>
                </a:spcAft>
                <a:buNone/>
                <a:defRPr/>
              </a:pPr>
              <a:t>7</a:t>
            </a:fld>
            <a:endParaRPr lang="ko" altLang="en-US"/>
          </a:p>
        </p:txBody>
      </p:sp>
      <p:pic>
        <p:nvPicPr>
          <p:cNvPr id="15" name="그림 14"/>
          <p:cNvPicPr>
            <a:picLocks noChangeAspect="1"/>
          </p:cNvPicPr>
          <p:nvPr/>
        </p:nvPicPr>
        <p:blipFill rotWithShape="1">
          <a:blip r:embed="rId2"/>
          <a:stretch>
            <a:fillRect/>
          </a:stretch>
        </p:blipFill>
        <p:spPr>
          <a:xfrm>
            <a:off x="653357" y="474431"/>
            <a:ext cx="7837285" cy="4324327"/>
          </a:xfrm>
          <a:prstGeom prst="rect">
            <a:avLst/>
          </a:prstGeom>
        </p:spPr>
      </p:pic>
      <p:sp>
        <p:nvSpPr>
          <p:cNvPr id="17" name="Google Shape;68;p15"/>
          <p:cNvSpPr txBox="1">
            <a:spLocks noGrp="1"/>
          </p:cNvSpPr>
          <p:nvPr>
            <p:ph type="title" idx="4294967295"/>
          </p:nvPr>
        </p:nvSpPr>
        <p:spPr>
          <a:xfrm>
            <a:off x="149867" y="0"/>
            <a:ext cx="8844266" cy="295272"/>
          </a:xfrm>
          <a:prstGeom prst="rect">
            <a:avLst/>
          </a:prstGeom>
          <a:solidFill>
            <a:srgbClr val="0B0B1A"/>
          </a:solidFill>
        </p:spPr>
        <p:txBody>
          <a:bodyPr vert="horz" wrap="square" lIns="91424" tIns="91424" rIns="91424" bIns="91424" anchor="t" anchorCtr="0">
            <a:noAutofit/>
          </a:bodyPr>
          <a:lstStyle/>
          <a:p>
            <a:pPr marL="68580" lvl="0" indent="0" algn="l" rtl="0">
              <a:spcBef>
                <a:spcPts val="0"/>
              </a:spcBef>
              <a:spcAft>
                <a:spcPts val="0"/>
              </a:spcAft>
              <a:buSzPct val="100000"/>
              <a:buNone/>
              <a:defRPr/>
            </a:pPr>
            <a:r>
              <a:rPr lang="en-US" altLang="ko-KR" sz="1600" b="1">
                <a:solidFill>
                  <a:schemeClr val="lt1"/>
                </a:solidFill>
                <a:latin typeface="KoPub돋움체 Light"/>
                <a:ea typeface="KoPub돋움체 Light"/>
                <a:cs typeface="+mn-cs"/>
              </a:rPr>
              <a:t>4.</a:t>
            </a:r>
            <a:r>
              <a:rPr lang="ko-KR" altLang="en-US" sz="1600" b="1">
                <a:solidFill>
                  <a:schemeClr val="lt1"/>
                </a:solidFill>
                <a:latin typeface="KoPub돋움체 Light"/>
                <a:ea typeface="KoPub돋움체 Light"/>
                <a:cs typeface="+mn-cs"/>
              </a:rPr>
              <a:t> 프로젝트 일정</a:t>
            </a:r>
          </a:p>
        </p:txBody>
      </p:sp>
    </p:spTree>
  </p:cSld>
  <p:clrMapOvr>
    <a:masterClrMapping/>
  </p:clrMapOvr>
  <mc:AlternateContent xmlns:mc="http://schemas.openxmlformats.org/markup-compatibility/2006" xmlns:p14="http://schemas.microsoft.com/office/powerpoint/2010/main">
    <mc:Choice Requires="p14">
      <p:transition/>
    </mc:Choice>
    <mc:Fallback xmlns:dsp="http://schemas.microsoft.com/office/drawing/2008/diagram" xmlns:dgm="http://schemas.openxmlformats.org/drawingml/2006/diagram" xmlns:c="http://schemas.openxmlformats.org/drawingml/2006/chart" xmlns="">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 name="Google Shape;100;p19"/>
          <p:cNvSpPr txBox="1">
            <a:spLocks noGrp="1"/>
          </p:cNvSpPr>
          <p:nvPr>
            <p:ph type="sldNum" idx="12"/>
          </p:nvPr>
        </p:nvSpPr>
        <p:spPr>
          <a:prstGeom prst="rect">
            <a:avLst/>
          </a:prstGeom>
        </p:spPr>
        <p:txBody>
          <a:bodyPr wrap="square" lIns="91424" tIns="91424" rIns="91424" bIns="91424" anchor="ctr" anchorCtr="0">
            <a:normAutofit/>
          </a:bodyPr>
          <a:lstStyle/>
          <a:p>
            <a:pPr marL="0" lvl="0" indent="0" algn="r" rtl="0">
              <a:spcBef>
                <a:spcPts val="0"/>
              </a:spcBef>
              <a:spcAft>
                <a:spcPts val="0"/>
              </a:spcAft>
              <a:buNone/>
              <a:defRPr/>
            </a:pPr>
            <a:fld id="{00000000-1234-1234-1234-123412341234}" type="slidenum">
              <a:rPr lang="en-US" altLang="ko">
                <a:latin typeface="KoPub돋움체 Medium"/>
                <a:ea typeface="KoPub돋움체 Medium"/>
              </a:rPr>
              <a:pPr marL="0" lvl="0" indent="0" algn="r" rtl="0">
                <a:spcBef>
                  <a:spcPts val="0"/>
                </a:spcBef>
                <a:spcAft>
                  <a:spcPts val="0"/>
                </a:spcAft>
                <a:buNone/>
                <a:defRPr/>
              </a:pPr>
              <a:t>8</a:t>
            </a:fld>
            <a:endParaRPr lang="en-US" altLang="ko">
              <a:latin typeface="KoPub돋움체 Medium"/>
              <a:ea typeface="KoPub돋움체 Medium"/>
            </a:endParaRPr>
          </a:p>
        </p:txBody>
      </p:sp>
      <p:sp>
        <p:nvSpPr>
          <p:cNvPr id="111" name="Google Shape;68;p15"/>
          <p:cNvSpPr txBox="1">
            <a:spLocks noGrp="1"/>
          </p:cNvSpPr>
          <p:nvPr>
            <p:ph type="title" idx="4294967295"/>
          </p:nvPr>
        </p:nvSpPr>
        <p:spPr>
          <a:xfrm>
            <a:off x="149867" y="0"/>
            <a:ext cx="8844266" cy="295272"/>
          </a:xfrm>
          <a:prstGeom prst="rect">
            <a:avLst/>
          </a:prstGeom>
          <a:solidFill>
            <a:srgbClr val="0B0B1A"/>
          </a:solidFill>
        </p:spPr>
        <p:txBody>
          <a:bodyPr vert="horz" wrap="square" lIns="91424" tIns="91424" rIns="91424" bIns="91424" anchor="t" anchorCtr="0">
            <a:noAutofit/>
          </a:bodyPr>
          <a:lstStyle/>
          <a:p>
            <a:pPr marL="68580" lvl="0" indent="0" algn="l" rtl="0">
              <a:spcBef>
                <a:spcPts val="0"/>
              </a:spcBef>
              <a:spcAft>
                <a:spcPts val="0"/>
              </a:spcAft>
              <a:buSzPct val="100000"/>
              <a:buNone/>
              <a:defRPr/>
            </a:pPr>
            <a:r>
              <a:rPr lang="en-US" altLang="ko-KR" sz="1600" b="1">
                <a:solidFill>
                  <a:schemeClr val="lt1"/>
                </a:solidFill>
                <a:latin typeface="KoPub돋움체 Light"/>
                <a:ea typeface="KoPub돋움체 Light"/>
                <a:cs typeface="+mn-cs"/>
              </a:rPr>
              <a:t>5.</a:t>
            </a:r>
            <a:r>
              <a:rPr lang="ko-KR" altLang="en-US" sz="1600" b="1">
                <a:solidFill>
                  <a:schemeClr val="lt1"/>
                </a:solidFill>
                <a:latin typeface="KoPub돋움체 Light"/>
                <a:ea typeface="KoPub돋움체 Light"/>
                <a:cs typeface="+mn-cs"/>
              </a:rPr>
              <a:t> 프로젝트 구조도</a:t>
            </a:r>
          </a:p>
        </p:txBody>
      </p:sp>
      <p:sp>
        <p:nvSpPr>
          <p:cNvPr id="117" name="TextBox 116"/>
          <p:cNvSpPr txBox="1"/>
          <p:nvPr/>
        </p:nvSpPr>
        <p:spPr>
          <a:xfrm>
            <a:off x="3649541" y="356952"/>
            <a:ext cx="5120922" cy="3477875"/>
          </a:xfrm>
          <a:prstGeom prst="rect">
            <a:avLst/>
          </a:prstGeom>
        </p:spPr>
        <p:txBody>
          <a:bodyPr wrap="square">
            <a:spAutoFit/>
          </a:bodyPr>
          <a:lstStyle/>
          <a:p>
            <a:pPr>
              <a:defRPr/>
            </a:pPr>
            <a:r>
              <a:rPr lang="en-US" altLang="en-US" sz="1200" b="1" dirty="0">
                <a:solidFill>
                  <a:srgbClr val="0000FF"/>
                </a:solidFill>
                <a:latin typeface="KoPub돋움체 Light"/>
                <a:ea typeface="KoPub돋움체 Light"/>
              </a:rPr>
              <a:t>📂</a:t>
            </a:r>
            <a:r>
              <a:rPr lang="ko-KR" altLang="en-US" sz="1200" b="1" dirty="0">
                <a:latin typeface="KoPub돋움체 Light"/>
                <a:ea typeface="KoPub돋움체 Light"/>
              </a:rPr>
              <a:t> 주요 폴더와 </a:t>
            </a:r>
            <a:r>
              <a:rPr lang="en-US" altLang="en-US" sz="1200" b="1" dirty="0">
                <a:solidFill>
                  <a:srgbClr val="0000FF"/>
                </a:solidFill>
                <a:latin typeface="KoPub돋움체 Light"/>
                <a:ea typeface="KoPub돋움체 Light"/>
              </a:rPr>
              <a:t>📜</a:t>
            </a:r>
            <a:r>
              <a:rPr lang="ko-KR" altLang="en-US" sz="1200" b="1" dirty="0">
                <a:latin typeface="KoPub돋움체 Light"/>
                <a:ea typeface="KoPub돋움체 Light"/>
              </a:rPr>
              <a:t> 파일</a:t>
            </a:r>
            <a:endParaRPr lang="en-US" altLang="ko-KR" sz="1200" b="1" dirty="0">
              <a:latin typeface="KoPub돋움체 Light"/>
              <a:ea typeface="KoPub돋움체 Light"/>
            </a:endParaRPr>
          </a:p>
          <a:p>
            <a:pPr>
              <a:defRPr/>
            </a:pPr>
            <a:endParaRPr lang="en-US" altLang="ko-KR" sz="1200" b="1" dirty="0">
              <a:latin typeface="KoPub돋움체 Light"/>
              <a:ea typeface="KoPub돋움체 Light"/>
            </a:endParaRPr>
          </a:p>
          <a:p>
            <a:pPr>
              <a:defRPr/>
            </a:pPr>
            <a:r>
              <a:rPr lang="en-US" altLang="en-US" sz="1200" b="1" dirty="0">
                <a:solidFill>
                  <a:srgbClr val="779014"/>
                </a:solidFill>
                <a:latin typeface="KoPub돋움체 Light"/>
                <a:ea typeface="KoPub돋움체 Light"/>
                <a:cs typeface="+mn-cs"/>
              </a:rPr>
              <a:t>🔔</a:t>
            </a:r>
            <a:r>
              <a:rPr lang="ko-KR" altLang="en-US" sz="1200" b="1" dirty="0">
                <a:solidFill>
                  <a:srgbClr val="779014"/>
                </a:solidFill>
                <a:latin typeface="KoPub돋움체 Light"/>
                <a:ea typeface="KoPub돋움체 Light"/>
                <a:cs typeface="+mn-cs"/>
              </a:rPr>
              <a:t> </a:t>
            </a:r>
            <a:r>
              <a:rPr lang="ko-KR" altLang="en-US" sz="1200" b="1" dirty="0" err="1">
                <a:latin typeface="KoPub돋움체 Light"/>
                <a:ea typeface="KoPub돋움체 Light"/>
              </a:rPr>
              <a:t>Spring</a:t>
            </a:r>
            <a:r>
              <a:rPr lang="ko-KR" altLang="en-US" sz="1200" b="1" dirty="0">
                <a:latin typeface="KoPub돋움체 Light"/>
                <a:ea typeface="KoPub돋움체 Light"/>
              </a:rPr>
              <a:t> </a:t>
            </a:r>
            <a:r>
              <a:rPr lang="ko-KR" altLang="en-US" sz="1200" b="1" dirty="0" err="1">
                <a:latin typeface="KoPub돋움체 Light"/>
                <a:ea typeface="KoPub돋움체 Light"/>
              </a:rPr>
              <a:t>Boot</a:t>
            </a:r>
            <a:r>
              <a:rPr lang="ko-KR" altLang="en-US" sz="1200" b="1" dirty="0">
                <a:latin typeface="KoPub돋움체 Light"/>
                <a:ea typeface="KoPub돋움체 Light"/>
              </a:rPr>
              <a:t> + </a:t>
            </a:r>
            <a:r>
              <a:rPr lang="ko-KR" altLang="en-US" sz="1200" b="1" dirty="0" err="1">
                <a:latin typeface="KoPub돋움체 Light"/>
                <a:ea typeface="KoPub돋움체 Light"/>
              </a:rPr>
              <a:t>Gradle</a:t>
            </a:r>
            <a:endParaRPr lang="ko-KR" altLang="en-US" sz="1200" b="1" dirty="0">
              <a:latin typeface="KoPub돋움체 Light"/>
              <a:ea typeface="KoPub돋움체 Light"/>
            </a:endParaRPr>
          </a:p>
          <a:p>
            <a:pPr>
              <a:defRPr/>
            </a:pPr>
            <a:endParaRPr lang="ko-KR" altLang="en-US" sz="1200" dirty="0">
              <a:latin typeface="KoPub돋움체 Light"/>
              <a:ea typeface="KoPub돋움체 Light"/>
            </a:endParaRPr>
          </a:p>
          <a:p>
            <a:pPr>
              <a:defRPr/>
            </a:pPr>
            <a:r>
              <a:rPr lang="en-US" altLang="ko-KR" sz="1000" dirty="0">
                <a:latin typeface="KoPub돋움체 Light"/>
                <a:ea typeface="KoPub돋움체 Light"/>
              </a:rPr>
              <a:t> /demo/</a:t>
            </a:r>
            <a:r>
              <a:rPr lang="en-US" altLang="ko-KR" sz="1000" dirty="0" err="1">
                <a:latin typeface="KoPub돋움체 Light"/>
                <a:ea typeface="KoPub돋움체 Light"/>
              </a:rPr>
              <a:t>src</a:t>
            </a:r>
            <a:r>
              <a:rPr lang="en-US" altLang="ko-KR" sz="1000" dirty="0">
                <a:latin typeface="KoPub돋움체 Light"/>
                <a:ea typeface="KoPub돋움체 Light"/>
              </a:rPr>
              <a:t>/…/DemoApplication.java</a:t>
            </a:r>
            <a:r>
              <a:rPr lang="ko-KR" altLang="en-US" sz="1000" dirty="0">
                <a:latin typeface="KoPub돋움체 Light"/>
                <a:ea typeface="KoPub돋움체 Light"/>
              </a:rPr>
              <a:t> </a:t>
            </a:r>
            <a:r>
              <a:rPr lang="en-US" altLang="ko-KR" sz="1000" dirty="0">
                <a:latin typeface="KoPub돋움체 Light"/>
                <a:ea typeface="KoPub돋움체 Light"/>
              </a:rPr>
              <a:t>-</a:t>
            </a:r>
            <a:r>
              <a:rPr lang="ko-KR" altLang="en-US" sz="1000" dirty="0">
                <a:latin typeface="KoPub돋움체 Light"/>
                <a:ea typeface="KoPub돋움체 Light"/>
              </a:rPr>
              <a:t> 프로그램 실행</a:t>
            </a:r>
            <a:endParaRPr lang="en-US" altLang="ko-KR" sz="1000" dirty="0">
              <a:latin typeface="KoPub돋움체 Light"/>
              <a:ea typeface="KoPub돋움체 Light"/>
            </a:endParaRPr>
          </a:p>
          <a:p>
            <a:pPr>
              <a:defRPr/>
            </a:pPr>
            <a:r>
              <a:rPr lang="en-US" altLang="ko-KR" sz="1000" dirty="0">
                <a:latin typeface="KoPub돋움체 Light"/>
                <a:ea typeface="KoPub돋움체 Light"/>
              </a:rPr>
              <a:t> /demo/</a:t>
            </a:r>
            <a:r>
              <a:rPr lang="en-US" altLang="ko-KR" sz="1000" dirty="0" err="1">
                <a:latin typeface="KoPub돋움체 Light"/>
                <a:ea typeface="KoPub돋움체 Light"/>
              </a:rPr>
              <a:t>src</a:t>
            </a:r>
            <a:r>
              <a:rPr lang="en-US" altLang="ko-KR" sz="1000" dirty="0">
                <a:latin typeface="KoPub돋움체 Light"/>
                <a:ea typeface="KoPub돋움체 Light"/>
              </a:rPr>
              <a:t>/…/resources/static/main.css - </a:t>
            </a:r>
            <a:r>
              <a:rPr lang="ko-KR" altLang="en-US" sz="1000" dirty="0">
                <a:latin typeface="KoPub돋움체 Light"/>
                <a:ea typeface="KoPub돋움체 Light"/>
              </a:rPr>
              <a:t>공통 스타일 </a:t>
            </a:r>
            <a:r>
              <a:rPr lang="en-US" altLang="ko-KR" sz="1000" dirty="0">
                <a:latin typeface="KoPub돋움체 Light"/>
                <a:ea typeface="KoPub돋움체 Light"/>
              </a:rPr>
              <a:t>(</a:t>
            </a:r>
            <a:r>
              <a:rPr lang="ko-KR" altLang="en-US" sz="1000" dirty="0">
                <a:latin typeface="KoPub돋움체 Light"/>
                <a:ea typeface="KoPub돋움체 Light"/>
              </a:rPr>
              <a:t>정적 문서</a:t>
            </a:r>
            <a:r>
              <a:rPr lang="en-US" altLang="ko-KR" sz="1000" dirty="0">
                <a:latin typeface="KoPub돋움체 Light"/>
                <a:ea typeface="KoPub돋움체 Light"/>
              </a:rPr>
              <a:t>)</a:t>
            </a:r>
          </a:p>
          <a:p>
            <a:pPr>
              <a:defRPr/>
            </a:pPr>
            <a:r>
              <a:rPr lang="en-US" altLang="ko-KR" sz="1000" dirty="0">
                <a:latin typeface="KoPub돋움체 Light"/>
                <a:ea typeface="KoPub돋움체 Light"/>
              </a:rPr>
              <a:t> /demo/</a:t>
            </a:r>
            <a:r>
              <a:rPr lang="en-US" altLang="ko-KR" sz="1000" dirty="0" err="1">
                <a:latin typeface="KoPub돋움체 Light"/>
                <a:ea typeface="KoPub돋움체 Light"/>
              </a:rPr>
              <a:t>src</a:t>
            </a:r>
            <a:r>
              <a:rPr lang="en-US" altLang="ko-KR" sz="1000" dirty="0">
                <a:latin typeface="KoPub돋움체 Light"/>
                <a:ea typeface="KoPub돋움체 Light"/>
              </a:rPr>
              <a:t>/…/resources/templates/main.html - </a:t>
            </a:r>
            <a:r>
              <a:rPr lang="ko-KR" altLang="en-US" sz="1000" dirty="0">
                <a:latin typeface="KoPub돋움체 Light"/>
                <a:ea typeface="KoPub돋움체 Light"/>
              </a:rPr>
              <a:t>메인 페이지</a:t>
            </a:r>
          </a:p>
          <a:p>
            <a:pPr>
              <a:defRPr/>
            </a:pPr>
            <a:r>
              <a:rPr lang="en-US" altLang="ko-KR" sz="1000" dirty="0">
                <a:latin typeface="KoPub돋움체 Light"/>
                <a:ea typeface="KoPub돋움체 Light"/>
              </a:rPr>
              <a:t> /demo/</a:t>
            </a:r>
            <a:r>
              <a:rPr lang="en-US" altLang="ko-KR" sz="1000" dirty="0" err="1">
                <a:latin typeface="KoPub돋움체 Light"/>
                <a:ea typeface="KoPub돋움체 Light"/>
              </a:rPr>
              <a:t>src</a:t>
            </a:r>
            <a:r>
              <a:rPr lang="en-US" altLang="ko-KR" sz="1000" dirty="0">
                <a:latin typeface="KoPub돋움체 Light"/>
                <a:ea typeface="KoPub돋움체 Light"/>
              </a:rPr>
              <a:t>/…/resources/templates/common.html - </a:t>
            </a:r>
            <a:r>
              <a:rPr lang="ko-KR" altLang="en-US" sz="1000" dirty="0">
                <a:latin typeface="KoPub돋움체 Light"/>
                <a:ea typeface="KoPub돋움체 Light"/>
              </a:rPr>
              <a:t>모든 문서의 </a:t>
            </a:r>
            <a:r>
              <a:rPr lang="en-US" altLang="ko-KR" sz="1000" dirty="0">
                <a:latin typeface="KoPub돋움체 Light"/>
                <a:ea typeface="KoPub돋움체 Light"/>
              </a:rPr>
              <a:t>header, footer</a:t>
            </a:r>
            <a:r>
              <a:rPr lang="ko-KR" altLang="en-US" sz="1000" dirty="0">
                <a:latin typeface="KoPub돋움체 Light"/>
                <a:ea typeface="KoPub돋움체 Light"/>
              </a:rPr>
              <a:t>에 들어가는 공통 태그</a:t>
            </a:r>
            <a:endParaRPr lang="en-US" altLang="ko-KR" sz="1000" dirty="0">
              <a:latin typeface="KoPub돋움체 Light"/>
              <a:ea typeface="KoPub돋움체 Light"/>
            </a:endParaRPr>
          </a:p>
          <a:p>
            <a:pPr>
              <a:defRPr/>
            </a:pPr>
            <a:r>
              <a:rPr lang="en-US" altLang="ko-KR" sz="1000" dirty="0">
                <a:latin typeface="KoPub돋움체 Light"/>
                <a:ea typeface="KoPub돋움체 Light"/>
              </a:rPr>
              <a:t> /demo/</a:t>
            </a:r>
            <a:r>
              <a:rPr lang="en-US" altLang="ko-KR" sz="1000" dirty="0" err="1">
                <a:latin typeface="KoPub돋움체 Light"/>
                <a:ea typeface="KoPub돋움체 Light"/>
              </a:rPr>
              <a:t>src</a:t>
            </a:r>
            <a:r>
              <a:rPr lang="en-US" altLang="ko-KR" sz="1000" dirty="0">
                <a:latin typeface="KoPub돋움체 Light"/>
                <a:ea typeface="KoPub돋움체 Light"/>
              </a:rPr>
              <a:t>/…/resources/</a:t>
            </a:r>
            <a:r>
              <a:rPr lang="en-US" altLang="ko-KR" sz="1000" dirty="0" err="1">
                <a:latin typeface="KoPub돋움체 Light"/>
                <a:ea typeface="KoPub돋움체 Light"/>
              </a:rPr>
              <a:t>application.properties</a:t>
            </a:r>
            <a:r>
              <a:rPr lang="ko-KR" altLang="en-US" sz="1000" dirty="0">
                <a:latin typeface="KoPub돋움체 Light"/>
                <a:ea typeface="KoPub돋움체 Light"/>
              </a:rPr>
              <a:t> </a:t>
            </a:r>
            <a:r>
              <a:rPr lang="en-US" altLang="ko-KR" sz="1000" dirty="0">
                <a:latin typeface="KoPub돋움체 Light"/>
                <a:ea typeface="KoPub돋움체 Light"/>
              </a:rPr>
              <a:t>–</a:t>
            </a:r>
            <a:r>
              <a:rPr lang="ko-KR" altLang="en-US" sz="1000" dirty="0">
                <a:latin typeface="KoPub돋움체 Light"/>
                <a:ea typeface="KoPub돋움체 Light"/>
              </a:rPr>
              <a:t> 설정 속성 정의</a:t>
            </a:r>
            <a:endParaRPr lang="en-US" altLang="ko-KR" sz="1000" dirty="0">
              <a:latin typeface="KoPub돋움체 Light"/>
              <a:ea typeface="KoPub돋움체 Light"/>
            </a:endParaRPr>
          </a:p>
          <a:p>
            <a:pPr>
              <a:defRPr/>
            </a:pPr>
            <a:r>
              <a:rPr lang="en-US" altLang="ko-KR" sz="1000" dirty="0">
                <a:latin typeface="KoPub돋움체 Light"/>
                <a:ea typeface="KoPub돋움체 Light"/>
              </a:rPr>
              <a:t> /demo/</a:t>
            </a:r>
            <a:r>
              <a:rPr lang="en-US" altLang="ko-KR" sz="1000" dirty="0" err="1">
                <a:latin typeface="KoPub돋움체 Light"/>
                <a:ea typeface="KoPub돋움체 Light"/>
              </a:rPr>
              <a:t>build.gradle</a:t>
            </a:r>
            <a:r>
              <a:rPr lang="en-US" altLang="ko-KR" sz="1000" dirty="0">
                <a:latin typeface="KoPub돋움체 Light"/>
                <a:ea typeface="KoPub돋움체 Light"/>
              </a:rPr>
              <a:t> – Spring</a:t>
            </a:r>
            <a:r>
              <a:rPr lang="ko-KR" altLang="en-US" sz="1000" dirty="0">
                <a:latin typeface="KoPub돋움체 Light"/>
                <a:ea typeface="KoPub돋움체 Light"/>
              </a:rPr>
              <a:t> </a:t>
            </a:r>
            <a:r>
              <a:rPr lang="en-US" altLang="ko-KR" sz="1000" dirty="0">
                <a:latin typeface="KoPub돋움체 Light"/>
                <a:ea typeface="KoPub돋움체 Light"/>
              </a:rPr>
              <a:t>Boot</a:t>
            </a:r>
            <a:r>
              <a:rPr lang="ko-KR" altLang="en-US" sz="1000" dirty="0">
                <a:latin typeface="KoPub돋움체 Light"/>
                <a:ea typeface="KoPub돋움체 Light"/>
              </a:rPr>
              <a:t> 프로젝트 구성</a:t>
            </a:r>
            <a:r>
              <a:rPr lang="en-US" altLang="ko-KR" sz="1000" dirty="0">
                <a:latin typeface="KoPub돋움체 Light"/>
                <a:ea typeface="KoPub돋움체 Light"/>
              </a:rPr>
              <a:t>, </a:t>
            </a:r>
            <a:r>
              <a:rPr lang="ko-KR" altLang="en-US" sz="1000" dirty="0">
                <a:latin typeface="KoPub돋움체 Light"/>
                <a:ea typeface="KoPub돋움체 Light"/>
              </a:rPr>
              <a:t>플러그인 적용 등을 정의</a:t>
            </a:r>
            <a:endParaRPr lang="en-US" altLang="ko-KR" sz="1000" dirty="0">
              <a:latin typeface="KoPub돋움체 Light"/>
              <a:ea typeface="KoPub돋움체 Light"/>
            </a:endParaRPr>
          </a:p>
          <a:p>
            <a:pPr>
              <a:defRPr/>
            </a:pPr>
            <a:endParaRPr lang="en-US" altLang="ko-KR" sz="1000" dirty="0">
              <a:latin typeface="KoPub돋움체 Light"/>
              <a:ea typeface="KoPub돋움체 Light"/>
            </a:endParaRPr>
          </a:p>
          <a:p>
            <a:pPr>
              <a:defRPr/>
            </a:pPr>
            <a:endParaRPr lang="en-US" altLang="ko-KR" sz="1000" dirty="0">
              <a:latin typeface="KoPub돋움체 Light"/>
              <a:ea typeface="KoPub돋움체 Light"/>
            </a:endParaRPr>
          </a:p>
          <a:p>
            <a:pPr>
              <a:defRPr/>
            </a:pPr>
            <a:r>
              <a:rPr lang="en-US" altLang="en-US" sz="1200" b="1" dirty="0">
                <a:solidFill>
                  <a:srgbClr val="779014"/>
                </a:solidFill>
                <a:latin typeface="KoPub돋움체 Light"/>
                <a:ea typeface="KoPub돋움체 Light"/>
                <a:cs typeface="+mn-cs"/>
              </a:rPr>
              <a:t>🔔</a:t>
            </a:r>
            <a:r>
              <a:rPr lang="ko-KR" altLang="en-US" sz="1200" b="1" dirty="0">
                <a:solidFill>
                  <a:srgbClr val="779014"/>
                </a:solidFill>
                <a:latin typeface="KoPub돋움체 Light"/>
                <a:ea typeface="KoPub돋움체 Light"/>
                <a:cs typeface="+mn-cs"/>
              </a:rPr>
              <a:t> </a:t>
            </a:r>
            <a:r>
              <a:rPr lang="en-US" altLang="ko-KR" sz="1200" b="1" dirty="0">
                <a:latin typeface="KoPub돋움체 Light"/>
                <a:ea typeface="KoPub돋움체 Light"/>
                <a:cs typeface="+mn-cs"/>
              </a:rPr>
              <a:t>Python</a:t>
            </a:r>
          </a:p>
          <a:p>
            <a:pPr>
              <a:defRPr/>
            </a:pPr>
            <a:endParaRPr lang="en-US" altLang="ko-KR" sz="1000" b="1" dirty="0">
              <a:latin typeface="KoPub돋움체 Light"/>
              <a:ea typeface="KoPub돋움체 Light"/>
            </a:endParaRPr>
          </a:p>
          <a:p>
            <a:pPr>
              <a:defRPr/>
            </a:pPr>
            <a:r>
              <a:rPr lang="ko-KR" altLang="en-US" sz="1000" dirty="0">
                <a:latin typeface="KoPub돋움체 Light"/>
                <a:ea typeface="KoPub돋움체 Light"/>
                <a:cs typeface="+mn-cs"/>
              </a:rPr>
              <a:t> </a:t>
            </a:r>
            <a:r>
              <a:rPr lang="en-US" altLang="ko-KR" sz="1000" dirty="0">
                <a:latin typeface="KoPub돋움체 Light"/>
                <a:ea typeface="KoPub돋움체 Light"/>
                <a:cs typeface="+mn-cs"/>
              </a:rPr>
              <a:t>/requirements.txt - pip </a:t>
            </a:r>
            <a:r>
              <a:rPr lang="ko-KR" altLang="en-US" sz="1000" dirty="0">
                <a:latin typeface="KoPub돋움체 Light"/>
                <a:ea typeface="KoPub돋움체 Light"/>
                <a:cs typeface="+mn-cs"/>
              </a:rPr>
              <a:t>설치</a:t>
            </a:r>
            <a:r>
              <a:rPr lang="en-US" altLang="ko-KR" sz="1000" dirty="0">
                <a:latin typeface="KoPub돋움체 Light"/>
                <a:ea typeface="KoPub돋움체 Light"/>
                <a:cs typeface="+mn-cs"/>
              </a:rPr>
              <a:t>,</a:t>
            </a:r>
            <a:r>
              <a:rPr lang="ko-KR" altLang="en-US" sz="1000" dirty="0">
                <a:latin typeface="KoPub돋움체 Light"/>
                <a:ea typeface="KoPub돋움체 Light"/>
                <a:cs typeface="+mn-cs"/>
              </a:rPr>
              <a:t> 서버 기동 실행법을 기록한 텍스트 문서</a:t>
            </a:r>
          </a:p>
          <a:p>
            <a:pPr>
              <a:defRPr/>
            </a:pPr>
            <a:r>
              <a:rPr lang="en-US" altLang="ko-KR" sz="1000" dirty="0">
                <a:latin typeface="KoPub돋움체 Light"/>
                <a:ea typeface="KoPub돋움체 Light"/>
                <a:cs typeface="+mn-cs"/>
              </a:rPr>
              <a:t> /</a:t>
            </a:r>
            <a:r>
              <a:rPr lang="en-US" altLang="ko-KR" sz="1000" dirty="0" err="1">
                <a:latin typeface="KoPub돋움체 Light"/>
                <a:ea typeface="KoPub돋움체 Light"/>
                <a:cs typeface="+mn-cs"/>
              </a:rPr>
              <a:t>Fat_secret</a:t>
            </a:r>
            <a:r>
              <a:rPr lang="en-US" altLang="ko-KR" sz="1000" dirty="0">
                <a:latin typeface="KoPub돋움체 Light"/>
                <a:ea typeface="KoPub돋움체 Light"/>
                <a:cs typeface="+mn-cs"/>
              </a:rPr>
              <a:t> - </a:t>
            </a:r>
            <a:r>
              <a:rPr lang="ko-KR" altLang="en-US" sz="1000" dirty="0">
                <a:latin typeface="KoPub돋움체 Light"/>
                <a:ea typeface="KoPub돋움체 Light"/>
                <a:cs typeface="+mn-cs"/>
              </a:rPr>
              <a:t>사진 분석 모델 </a:t>
            </a:r>
            <a:r>
              <a:rPr lang="en-US" altLang="ko-KR" sz="1000" dirty="0">
                <a:latin typeface="KoPub돋움체 Light"/>
                <a:ea typeface="KoPub돋움체 Light"/>
                <a:cs typeface="+mn-cs"/>
              </a:rPr>
              <a:t>(CNN)</a:t>
            </a:r>
          </a:p>
          <a:p>
            <a:pPr>
              <a:defRPr/>
            </a:pPr>
            <a:r>
              <a:rPr lang="en-US" altLang="ko-KR" sz="1000" dirty="0">
                <a:latin typeface="KoPub돋움체 Light"/>
                <a:ea typeface="KoPub돋움체 Light"/>
                <a:cs typeface="+mn-cs"/>
              </a:rPr>
              <a:t> /</a:t>
            </a:r>
            <a:r>
              <a:rPr lang="en-US" altLang="ko-KR" sz="1000" dirty="0" err="1">
                <a:latin typeface="KoPub돋움체 Light"/>
                <a:ea typeface="KoPub돋움체 Light"/>
                <a:cs typeface="+mn-cs"/>
              </a:rPr>
              <a:t>FastAPI</a:t>
            </a:r>
            <a:r>
              <a:rPr lang="en-US" altLang="ko-KR" sz="1000" dirty="0">
                <a:latin typeface="KoPub돋움체 Light"/>
                <a:ea typeface="KoPub돋움체 Light"/>
                <a:cs typeface="+mn-cs"/>
              </a:rPr>
              <a:t> - </a:t>
            </a:r>
            <a:r>
              <a:rPr lang="en-US" altLang="ko-KR" sz="1000" dirty="0" err="1">
                <a:latin typeface="KoPub돋움체 Light"/>
                <a:ea typeface="KoPub돋움체 Light"/>
                <a:cs typeface="+mn-cs"/>
              </a:rPr>
              <a:t>FastAPI</a:t>
            </a:r>
            <a:r>
              <a:rPr lang="en-US" altLang="ko-KR" sz="1000" dirty="0">
                <a:latin typeface="KoPub돋움체 Light"/>
                <a:ea typeface="KoPub돋움체 Light"/>
                <a:cs typeface="+mn-cs"/>
              </a:rPr>
              <a:t> </a:t>
            </a:r>
            <a:r>
              <a:rPr lang="ko-KR" altLang="en-US" sz="1000" dirty="0">
                <a:latin typeface="KoPub돋움체 Light"/>
                <a:ea typeface="KoPub돋움체 Light"/>
                <a:cs typeface="+mn-cs"/>
              </a:rPr>
              <a:t>서버 구축</a:t>
            </a:r>
            <a:r>
              <a:rPr lang="en-US" altLang="ko-KR" sz="1000" dirty="0">
                <a:latin typeface="KoPub돋움체 Light"/>
                <a:ea typeface="KoPub돋움체 Light"/>
                <a:cs typeface="+mn-cs"/>
              </a:rPr>
              <a:t>,</a:t>
            </a:r>
            <a:r>
              <a:rPr lang="ko-KR" altLang="en-US" sz="1000" dirty="0">
                <a:latin typeface="KoPub돋움체 Light"/>
                <a:ea typeface="KoPub돋움체 Light"/>
                <a:cs typeface="+mn-cs"/>
              </a:rPr>
              <a:t> </a:t>
            </a:r>
            <a:r>
              <a:rPr lang="en-US" altLang="ko-KR" sz="1000" dirty="0" err="1">
                <a:latin typeface="KoPub돋움체 Light"/>
                <a:ea typeface="KoPub돋움체 Light"/>
                <a:cs typeface="+mn-cs"/>
              </a:rPr>
              <a:t>Ollama</a:t>
            </a:r>
            <a:r>
              <a:rPr lang="en-US" altLang="ko-KR" sz="1000" dirty="0">
                <a:latin typeface="KoPub돋움체 Light"/>
                <a:ea typeface="KoPub돋움체 Light"/>
                <a:cs typeface="+mn-cs"/>
              </a:rPr>
              <a:t> </a:t>
            </a:r>
            <a:r>
              <a:rPr lang="ko-KR" altLang="en-US" sz="1000" dirty="0">
                <a:latin typeface="KoPub돋움체 Light"/>
                <a:ea typeface="KoPub돋움체 Light"/>
                <a:cs typeface="+mn-cs"/>
              </a:rPr>
              <a:t>기동</a:t>
            </a:r>
          </a:p>
          <a:p>
            <a:pPr>
              <a:defRPr/>
            </a:pPr>
            <a:r>
              <a:rPr lang="en-US" altLang="ko-KR" sz="1000" dirty="0">
                <a:latin typeface="KoPub돋움체 Light"/>
                <a:ea typeface="KoPub돋움체 Light"/>
                <a:cs typeface="+mn-cs"/>
              </a:rPr>
              <a:t> /</a:t>
            </a:r>
            <a:r>
              <a:rPr lang="en-US" altLang="ko-KR" sz="1000" dirty="0" err="1">
                <a:latin typeface="KoPub돋움체 Light"/>
                <a:ea typeface="KoPub돋움체 Light"/>
                <a:cs typeface="+mn-cs"/>
              </a:rPr>
              <a:t>MealMind</a:t>
            </a:r>
            <a:r>
              <a:rPr lang="en-US" altLang="ko-KR" sz="1000" dirty="0">
                <a:latin typeface="KoPub돋움체 Light"/>
                <a:ea typeface="KoPub돋움체 Light"/>
                <a:cs typeface="+mn-cs"/>
              </a:rPr>
              <a:t> - LLM </a:t>
            </a:r>
            <a:r>
              <a:rPr lang="ko-KR" altLang="en-US" sz="1000" dirty="0">
                <a:latin typeface="KoPub돋움체 Light"/>
                <a:ea typeface="KoPub돋움체 Light"/>
                <a:cs typeface="+mn-cs"/>
              </a:rPr>
              <a:t>모델 학습</a:t>
            </a:r>
          </a:p>
          <a:p>
            <a:pPr>
              <a:defRPr/>
            </a:pPr>
            <a:r>
              <a:rPr lang="en-US" altLang="ko-KR" sz="1000" dirty="0">
                <a:latin typeface="KoPub돋움체 Light"/>
                <a:ea typeface="KoPub돋움체 Light"/>
              </a:rPr>
              <a:t> </a:t>
            </a:r>
            <a:r>
              <a:rPr lang="en-US" altLang="ko-KR" sz="1000" dirty="0">
                <a:latin typeface="KoPub돋움체 Light"/>
                <a:ea typeface="KoPub돋움체 Light"/>
                <a:cs typeface="+mn-cs"/>
              </a:rPr>
              <a:t>/Predict - </a:t>
            </a:r>
            <a:r>
              <a:rPr lang="ko-KR" altLang="en-US" sz="1000" dirty="0">
                <a:latin typeface="KoPub돋움체 Light"/>
                <a:ea typeface="KoPub돋움체 Light"/>
                <a:cs typeface="+mn-cs"/>
              </a:rPr>
              <a:t>기분 추천</a:t>
            </a:r>
          </a:p>
          <a:p>
            <a:pPr>
              <a:defRPr/>
            </a:pPr>
            <a:r>
              <a:rPr lang="ko-KR" altLang="en-US" sz="1000" dirty="0">
                <a:latin typeface="KoPub돋움체 Light"/>
                <a:ea typeface="KoPub돋움체 Light"/>
                <a:cs typeface="+mn-cs"/>
              </a:rPr>
              <a:t> </a:t>
            </a:r>
            <a:r>
              <a:rPr lang="en-US" altLang="ko-KR" sz="1000" dirty="0">
                <a:latin typeface="KoPub돋움체 Light"/>
                <a:ea typeface="KoPub돋움체 Light"/>
                <a:cs typeface="+mn-cs"/>
              </a:rPr>
              <a:t>/Predict/</a:t>
            </a:r>
            <a:r>
              <a:rPr lang="en-US" altLang="ko-KR" sz="1000" dirty="0" err="1">
                <a:latin typeface="KoPub돋움체 Light"/>
                <a:ea typeface="KoPub돋움체 Light"/>
                <a:cs typeface="+mn-cs"/>
              </a:rPr>
              <a:t>kobert_emotion_model</a:t>
            </a:r>
            <a:r>
              <a:rPr lang="ko-KR" altLang="en-US" sz="1000" dirty="0">
                <a:latin typeface="KoPub돋움체 Light"/>
                <a:ea typeface="KoPub돋움체 Light"/>
                <a:cs typeface="+mn-cs"/>
              </a:rPr>
              <a:t> </a:t>
            </a:r>
            <a:r>
              <a:rPr lang="en-US" altLang="ko-KR" sz="1000" dirty="0">
                <a:latin typeface="KoPub돋움체 Light"/>
                <a:ea typeface="KoPub돋움체 Light"/>
                <a:cs typeface="+mn-cs"/>
              </a:rPr>
              <a:t>-</a:t>
            </a:r>
            <a:r>
              <a:rPr lang="ko-KR" altLang="en-US" sz="1000" dirty="0">
                <a:latin typeface="KoPub돋움체 Light"/>
                <a:ea typeface="KoPub돋움체 Light"/>
                <a:cs typeface="+mn-cs"/>
              </a:rPr>
              <a:t> </a:t>
            </a:r>
            <a:r>
              <a:rPr lang="en-US" altLang="ko-KR" sz="1000" dirty="0" err="1">
                <a:latin typeface="KoPub돋움체 Light"/>
                <a:ea typeface="KoPub돋움체 Light"/>
                <a:cs typeface="+mn-cs"/>
              </a:rPr>
              <a:t>KoBERT</a:t>
            </a:r>
            <a:r>
              <a:rPr lang="en-US" altLang="ko-KR" sz="1000" dirty="0">
                <a:latin typeface="KoPub돋움체 Light"/>
                <a:ea typeface="KoPub돋움체 Light"/>
                <a:cs typeface="+mn-cs"/>
              </a:rPr>
              <a:t> </a:t>
            </a:r>
            <a:r>
              <a:rPr lang="ko-KR" altLang="en-US" sz="1000" dirty="0">
                <a:latin typeface="KoPub돋움체 Light"/>
                <a:ea typeface="KoPub돋움체 Light"/>
                <a:cs typeface="+mn-cs"/>
              </a:rPr>
              <a:t>모델</a:t>
            </a:r>
          </a:p>
        </p:txBody>
      </p:sp>
      <p:pic>
        <p:nvPicPr>
          <p:cNvPr id="3" name="그림 2">
            <a:extLst>
              <a:ext uri="{FF2B5EF4-FFF2-40B4-BE49-F238E27FC236}">
                <a16:creationId xmlns:a16="http://schemas.microsoft.com/office/drawing/2014/main" id="{35654655-DB84-4B8F-BDF7-7E8A3024EFA0}"/>
              </a:ext>
            </a:extLst>
          </p:cNvPr>
          <p:cNvPicPr>
            <a:picLocks noChangeAspect="1"/>
          </p:cNvPicPr>
          <p:nvPr/>
        </p:nvPicPr>
        <p:blipFill>
          <a:blip r:embed="rId3"/>
          <a:stretch>
            <a:fillRect/>
          </a:stretch>
        </p:blipFill>
        <p:spPr>
          <a:xfrm>
            <a:off x="281227" y="401082"/>
            <a:ext cx="2762636" cy="4001058"/>
          </a:xfrm>
          <a:prstGeom prst="rect">
            <a:avLst/>
          </a:prstGeom>
        </p:spPr>
      </p:pic>
    </p:spTree>
  </p:cSld>
  <p:clrMapOvr>
    <a:masterClrMapping/>
  </p:clrMapOvr>
  <mc:AlternateContent xmlns:mc="http://schemas.openxmlformats.org/markup-compatibility/2006" xmlns:p14="http://schemas.microsoft.com/office/powerpoint/2010/main">
    <mc:Choice Requires="p14">
      <p:transition/>
    </mc:Choice>
    <mc:Fallback xmlns:dsp="http://schemas.microsoft.com/office/drawing/2008/diagram" xmlns:dgm="http://schemas.openxmlformats.org/drawingml/2006/diagram" xmlns:c="http://schemas.openxmlformats.org/drawingml/2006/chart" xmlns="">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 name="Google Shape;100;p19"/>
          <p:cNvSpPr txBox="1">
            <a:spLocks noGrp="1"/>
          </p:cNvSpPr>
          <p:nvPr>
            <p:ph type="sldNum" idx="12"/>
          </p:nvPr>
        </p:nvSpPr>
        <p:spPr>
          <a:prstGeom prst="rect">
            <a:avLst/>
          </a:prstGeom>
        </p:spPr>
        <p:txBody>
          <a:bodyPr wrap="square" lIns="91424" tIns="91424" rIns="91424" bIns="91424" anchor="ctr" anchorCtr="0">
            <a:normAutofit/>
          </a:bodyPr>
          <a:lstStyle/>
          <a:p>
            <a:pPr marL="0" lvl="0" indent="0" algn="r" rtl="0">
              <a:spcBef>
                <a:spcPts val="0"/>
              </a:spcBef>
              <a:spcAft>
                <a:spcPts val="0"/>
              </a:spcAft>
              <a:buNone/>
              <a:defRPr/>
            </a:pPr>
            <a:fld id="{00000000-1234-1234-1234-123412341234}" type="slidenum">
              <a:rPr lang="en-US" altLang="ko">
                <a:latin typeface="KoPub돋움체 Medium"/>
                <a:ea typeface="KoPub돋움체 Medium"/>
              </a:rPr>
              <a:pPr marL="0" lvl="0" indent="0" algn="r" rtl="0">
                <a:spcBef>
                  <a:spcPts val="0"/>
                </a:spcBef>
                <a:spcAft>
                  <a:spcPts val="0"/>
                </a:spcAft>
                <a:buNone/>
                <a:defRPr/>
              </a:pPr>
              <a:t>9</a:t>
            </a:fld>
            <a:endParaRPr lang="en-US" altLang="ko">
              <a:latin typeface="KoPub돋움체 Medium"/>
              <a:ea typeface="KoPub돋움체 Medium"/>
            </a:endParaRPr>
          </a:p>
        </p:txBody>
      </p:sp>
      <p:pic>
        <p:nvPicPr>
          <p:cNvPr id="110" name="그림 109"/>
          <p:cNvPicPr>
            <a:picLocks noChangeAspect="1"/>
          </p:cNvPicPr>
          <p:nvPr/>
        </p:nvPicPr>
        <p:blipFill rotWithShape="1">
          <a:blip r:embed="rId3"/>
          <a:stretch>
            <a:fillRect/>
          </a:stretch>
        </p:blipFill>
        <p:spPr>
          <a:xfrm>
            <a:off x="1198265" y="376357"/>
            <a:ext cx="6747469" cy="4522239"/>
          </a:xfrm>
          <a:prstGeom prst="rect">
            <a:avLst/>
          </a:prstGeom>
        </p:spPr>
      </p:pic>
      <p:sp>
        <p:nvSpPr>
          <p:cNvPr id="111" name="Google Shape;68;p15"/>
          <p:cNvSpPr txBox="1">
            <a:spLocks noGrp="1"/>
          </p:cNvSpPr>
          <p:nvPr>
            <p:ph type="title" idx="4294967295"/>
          </p:nvPr>
        </p:nvSpPr>
        <p:spPr>
          <a:xfrm>
            <a:off x="149867" y="0"/>
            <a:ext cx="8844266" cy="295272"/>
          </a:xfrm>
          <a:prstGeom prst="rect">
            <a:avLst/>
          </a:prstGeom>
          <a:solidFill>
            <a:srgbClr val="0B0B1A"/>
          </a:solidFill>
        </p:spPr>
        <p:txBody>
          <a:bodyPr vert="horz" wrap="square" lIns="91424" tIns="91424" rIns="91424" bIns="91424" anchor="t" anchorCtr="0">
            <a:noAutofit/>
          </a:bodyPr>
          <a:lstStyle/>
          <a:p>
            <a:pPr marL="68580" lvl="0" indent="0" algn="l" rtl="0">
              <a:spcBef>
                <a:spcPts val="0"/>
              </a:spcBef>
              <a:spcAft>
                <a:spcPts val="0"/>
              </a:spcAft>
              <a:buSzPct val="100000"/>
              <a:buNone/>
              <a:defRPr/>
            </a:pPr>
            <a:r>
              <a:rPr lang="en-US" altLang="ko-KR" sz="1600" b="1">
                <a:solidFill>
                  <a:schemeClr val="lt1"/>
                </a:solidFill>
                <a:latin typeface="KoPub돋움체 Light"/>
                <a:ea typeface="KoPub돋움체 Light"/>
                <a:cs typeface="+mn-cs"/>
              </a:rPr>
              <a:t>6.</a:t>
            </a:r>
            <a:r>
              <a:rPr lang="ko-KR" altLang="en-US" sz="1600" b="1">
                <a:solidFill>
                  <a:schemeClr val="lt1"/>
                </a:solidFill>
                <a:latin typeface="KoPub돋움체 Light"/>
                <a:ea typeface="KoPub돋움체 Light"/>
                <a:cs typeface="+mn-cs"/>
              </a:rPr>
              <a:t> 메뉴 구조도 </a:t>
            </a:r>
            <a:r>
              <a:rPr lang="en-US" altLang="ko-KR" sz="1600" b="1">
                <a:solidFill>
                  <a:schemeClr val="lt1"/>
                </a:solidFill>
                <a:latin typeface="KoPub돋움체 Light"/>
                <a:ea typeface="KoPub돋움체 Light"/>
                <a:cs typeface="+mn-cs"/>
              </a:rPr>
              <a:t>(</a:t>
            </a:r>
            <a:r>
              <a:rPr lang="ko-KR" altLang="en-US" sz="1600" b="1">
                <a:solidFill>
                  <a:schemeClr val="lt1"/>
                </a:solidFill>
                <a:latin typeface="KoPub돋움체 Light"/>
                <a:ea typeface="KoPub돋움체 Light"/>
                <a:cs typeface="+mn-cs"/>
              </a:rPr>
              <a:t>사이트맵</a:t>
            </a:r>
            <a:r>
              <a:rPr lang="en-US" altLang="ko-KR" sz="1600" b="1">
                <a:solidFill>
                  <a:schemeClr val="lt1"/>
                </a:solidFill>
                <a:latin typeface="KoPub돋움체 Light"/>
                <a:ea typeface="KoPub돋움체 Light"/>
                <a:cs typeface="+mn-cs"/>
              </a:rPr>
              <a:t>)</a:t>
            </a:r>
          </a:p>
        </p:txBody>
      </p:sp>
    </p:spTree>
  </p:cSld>
  <p:clrMapOvr>
    <a:masterClrMapping/>
  </p:clrMapOvr>
  <mc:AlternateContent xmlns:mc="http://schemas.openxmlformats.org/markup-compatibility/2006" xmlns:p14="http://schemas.microsoft.com/office/powerpoint/2010/main">
    <mc:Choice Requires="p14">
      <p:transition/>
    </mc:Choice>
    <mc:Fallback xmlns:dsp="http://schemas.microsoft.com/office/drawing/2008/diagram" xmlns:dgm="http://schemas.openxmlformats.org/drawingml/2006/diagram" xmlns:c="http://schemas.openxmlformats.org/drawingml/2006/chart" xmlns="">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 name="Google Shape;120;p22"/>
          <p:cNvSpPr txBox="1">
            <a:spLocks noGrp="1"/>
          </p:cNvSpPr>
          <p:nvPr>
            <p:ph type="sldNum" idx="12"/>
          </p:nvPr>
        </p:nvSpPr>
        <p:spPr>
          <a:prstGeom prst="rect">
            <a:avLst/>
          </a:prstGeom>
        </p:spPr>
        <p:txBody>
          <a:bodyPr wrap="square" lIns="91424" tIns="91424" rIns="91424" bIns="91424" anchor="ctr" anchorCtr="0">
            <a:normAutofit/>
          </a:bodyPr>
          <a:lstStyle/>
          <a:p>
            <a:pPr marL="0" lvl="0" indent="0" algn="r" rtl="0">
              <a:spcBef>
                <a:spcPts val="0"/>
              </a:spcBef>
              <a:spcAft>
                <a:spcPts val="0"/>
              </a:spcAft>
              <a:buNone/>
              <a:defRPr/>
            </a:pPr>
            <a:fld id="{00000000-1234-1234-1234-123412341234}" type="slidenum">
              <a:rPr lang="en-US" altLang="ko">
                <a:latin typeface="KoPub돋움체 Medium"/>
                <a:ea typeface="KoPub돋움체 Medium"/>
              </a:rPr>
              <a:pPr marL="0" lvl="0" indent="0" algn="r" rtl="0">
                <a:spcBef>
                  <a:spcPts val="0"/>
                </a:spcBef>
                <a:spcAft>
                  <a:spcPts val="0"/>
                </a:spcAft>
                <a:buNone/>
                <a:defRPr/>
              </a:pPr>
              <a:t>10</a:t>
            </a:fld>
            <a:endParaRPr lang="en-US" altLang="ko">
              <a:latin typeface="KoPub돋움체 Medium"/>
              <a:ea typeface="KoPub돋움체 Medium"/>
            </a:endParaRPr>
          </a:p>
        </p:txBody>
      </p:sp>
      <p:sp>
        <p:nvSpPr>
          <p:cNvPr id="146" name="Google Shape;68;p15"/>
          <p:cNvSpPr txBox="1">
            <a:spLocks noGrp="1"/>
          </p:cNvSpPr>
          <p:nvPr>
            <p:ph type="title" idx="4294967295"/>
          </p:nvPr>
        </p:nvSpPr>
        <p:spPr>
          <a:xfrm>
            <a:off x="149867" y="0"/>
            <a:ext cx="8844266" cy="295272"/>
          </a:xfrm>
          <a:prstGeom prst="rect">
            <a:avLst/>
          </a:prstGeom>
          <a:solidFill>
            <a:srgbClr val="0B0B1A"/>
          </a:solidFill>
        </p:spPr>
        <p:txBody>
          <a:bodyPr vert="horz" wrap="square" lIns="91424" tIns="91424" rIns="91424" bIns="91424" anchor="t" anchorCtr="0">
            <a:noAutofit/>
          </a:bodyPr>
          <a:lstStyle/>
          <a:p>
            <a:pPr marL="68580" lvl="0" indent="0" algn="l" rtl="0">
              <a:spcBef>
                <a:spcPts val="0"/>
              </a:spcBef>
              <a:spcAft>
                <a:spcPts val="0"/>
              </a:spcAft>
              <a:buSzPct val="100000"/>
              <a:buNone/>
              <a:defRPr/>
            </a:pPr>
            <a:r>
              <a:rPr lang="en-US" altLang="ko-KR" sz="1600" b="1">
                <a:solidFill>
                  <a:schemeClr val="lt1"/>
                </a:solidFill>
                <a:latin typeface="KoPub돋움체 Light"/>
                <a:ea typeface="KoPub돋움체 Light"/>
                <a:cs typeface="+mn-cs"/>
              </a:rPr>
              <a:t>7.</a:t>
            </a:r>
            <a:r>
              <a:rPr lang="ko-KR" altLang="en-US" sz="1600" b="1">
                <a:solidFill>
                  <a:schemeClr val="lt1"/>
                </a:solidFill>
                <a:latin typeface="KoPub돋움체 Light"/>
                <a:ea typeface="KoPub돋움체 Light"/>
                <a:cs typeface="+mn-cs"/>
              </a:rPr>
              <a:t> 업무 흐름도</a:t>
            </a:r>
          </a:p>
        </p:txBody>
      </p:sp>
      <p:pic>
        <p:nvPicPr>
          <p:cNvPr id="150" name="그림 149"/>
          <p:cNvPicPr>
            <a:picLocks noChangeAspect="1"/>
          </p:cNvPicPr>
          <p:nvPr/>
        </p:nvPicPr>
        <p:blipFill rotWithShape="1">
          <a:blip r:embed="rId3"/>
          <a:stretch>
            <a:fillRect/>
          </a:stretch>
        </p:blipFill>
        <p:spPr>
          <a:xfrm>
            <a:off x="897718" y="349556"/>
            <a:ext cx="7348562" cy="4444386"/>
          </a:xfrm>
          <a:prstGeom prst="rect">
            <a:avLst/>
          </a:prstGeom>
        </p:spPr>
      </p:pic>
    </p:spTree>
  </p:cSld>
  <p:clrMapOvr>
    <a:masterClrMapping/>
  </p:clrMapOvr>
  <mc:AlternateContent xmlns:mc="http://schemas.openxmlformats.org/markup-compatibility/2006" xmlns:p14="http://schemas.microsoft.com/office/powerpoint/2010/main">
    <mc:Choice Requires="p14">
      <p:transition/>
    </mc:Choice>
    <mc:Fallback xmlns:dsp="http://schemas.microsoft.com/office/drawing/2008/diagram" xmlns:dgm="http://schemas.openxmlformats.org/drawingml/2006/diagram" xmlns:c="http://schemas.openxmlformats.org/drawingml/2006/chart" xmlns="">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 name="Google Shape;143;p25"/>
          <p:cNvSpPr txBox="1">
            <a:spLocks noGrp="1"/>
          </p:cNvSpPr>
          <p:nvPr>
            <p:ph type="sldNum" idx="12"/>
          </p:nvPr>
        </p:nvSpPr>
        <p:spPr>
          <a:prstGeom prst="rect">
            <a:avLst/>
          </a:prstGeom>
        </p:spPr>
        <p:txBody>
          <a:bodyPr wrap="square" lIns="91424" tIns="91424" rIns="91424" bIns="91424" anchor="ctr" anchorCtr="0">
            <a:normAutofit/>
          </a:bodyPr>
          <a:lstStyle/>
          <a:p>
            <a:pPr marL="0" lvl="0" indent="0" algn="r" rtl="0">
              <a:spcBef>
                <a:spcPts val="0"/>
              </a:spcBef>
              <a:spcAft>
                <a:spcPts val="0"/>
              </a:spcAft>
              <a:buNone/>
              <a:defRPr/>
            </a:pPr>
            <a:fld id="{00000000-1234-1234-1234-123412341234}" type="slidenum">
              <a:rPr lang="en-US" altLang="ko">
                <a:latin typeface="KoPub돋움체 Medium"/>
                <a:ea typeface="KoPub돋움체 Medium"/>
              </a:rPr>
              <a:pPr marL="0" lvl="0" indent="0" algn="r" rtl="0">
                <a:spcBef>
                  <a:spcPts val="0"/>
                </a:spcBef>
                <a:spcAft>
                  <a:spcPts val="0"/>
                </a:spcAft>
                <a:buNone/>
                <a:defRPr/>
              </a:pPr>
              <a:t>11</a:t>
            </a:fld>
            <a:endParaRPr lang="en-US" altLang="ko">
              <a:latin typeface="KoPub돋움체 Medium"/>
              <a:ea typeface="KoPub돋움체 Medium"/>
            </a:endParaRPr>
          </a:p>
        </p:txBody>
      </p:sp>
      <p:sp>
        <p:nvSpPr>
          <p:cNvPr id="146" name="TextBox 145"/>
          <p:cNvSpPr txBox="1"/>
          <p:nvPr/>
        </p:nvSpPr>
        <p:spPr>
          <a:xfrm>
            <a:off x="387472" y="657500"/>
            <a:ext cx="1285118" cy="359770"/>
          </a:xfrm>
          <a:prstGeom prst="rect">
            <a:avLst/>
          </a:prstGeom>
          <a:gradFill flip="xy" rotWithShape="1">
            <a:gsLst>
              <a:gs pos="0">
                <a:srgbClr val="BAFF1A">
                  <a:tint val="70000"/>
                  <a:satMod val="170000"/>
                </a:srgbClr>
              </a:gs>
              <a:gs pos="100000">
                <a:srgbClr val="BAFF1A">
                  <a:tint val="20000"/>
                  <a:satMod val="170000"/>
                </a:srgbClr>
              </a:gs>
            </a:gsLst>
            <a:lin ang="0" scaled="1"/>
            <a:tileRect/>
          </a:gradFill>
        </p:spPr>
        <p:txBody>
          <a:bodyPr wrap="none">
            <a:spAutoFit/>
          </a:bodyPr>
          <a:lstStyle/>
          <a:p>
            <a:pPr>
              <a:defRPr/>
            </a:pPr>
            <a:r>
              <a:rPr lang="ko-KR" altLang="en-US" b="1">
                <a:latin typeface="KoPub돋움체 Medium"/>
                <a:ea typeface="KoPub돋움체 Medium"/>
              </a:rPr>
              <a:t>논리적 </a:t>
            </a:r>
            <a:r>
              <a:rPr lang="en-US" altLang="ko-KR" b="1">
                <a:latin typeface="KoPub돋움체 Medium"/>
                <a:ea typeface="KoPub돋움체 Medium"/>
              </a:rPr>
              <a:t>ERD</a:t>
            </a:r>
          </a:p>
        </p:txBody>
      </p:sp>
      <p:sp>
        <p:nvSpPr>
          <p:cNvPr id="154" name="Google Shape;68;p15"/>
          <p:cNvSpPr txBox="1">
            <a:spLocks noGrp="1"/>
          </p:cNvSpPr>
          <p:nvPr>
            <p:ph type="title" idx="4294967295"/>
          </p:nvPr>
        </p:nvSpPr>
        <p:spPr>
          <a:xfrm>
            <a:off x="149867" y="0"/>
            <a:ext cx="8844266" cy="295272"/>
          </a:xfrm>
          <a:prstGeom prst="rect">
            <a:avLst/>
          </a:prstGeom>
          <a:solidFill>
            <a:srgbClr val="0B0B1A"/>
          </a:solidFill>
        </p:spPr>
        <p:txBody>
          <a:bodyPr vert="horz" wrap="square" lIns="91424" tIns="91424" rIns="91424" bIns="91424" anchor="t" anchorCtr="0">
            <a:noAutofit/>
          </a:bodyPr>
          <a:lstStyle/>
          <a:p>
            <a:pPr marL="68580" lvl="0" indent="0" algn="l" rtl="0">
              <a:spcBef>
                <a:spcPts val="0"/>
              </a:spcBef>
              <a:spcAft>
                <a:spcPts val="0"/>
              </a:spcAft>
              <a:buSzPct val="100000"/>
              <a:buNone/>
              <a:defRPr/>
            </a:pPr>
            <a:r>
              <a:rPr lang="en-US" altLang="ko-KR" sz="1600" b="1">
                <a:solidFill>
                  <a:schemeClr val="lt1"/>
                </a:solidFill>
                <a:latin typeface="KoPub돋움체 Light"/>
                <a:ea typeface="KoPub돋움체 Light"/>
                <a:cs typeface="+mn-cs"/>
              </a:rPr>
              <a:t>8.</a:t>
            </a:r>
            <a:r>
              <a:rPr lang="ko-KR" altLang="en-US" sz="1600" b="1">
                <a:solidFill>
                  <a:schemeClr val="lt1"/>
                </a:solidFill>
                <a:latin typeface="KoPub돋움체 Light"/>
                <a:ea typeface="KoPub돋움체 Light"/>
                <a:cs typeface="+mn-cs"/>
              </a:rPr>
              <a:t> </a:t>
            </a:r>
            <a:r>
              <a:rPr lang="en-US" altLang="ko-KR" sz="1600" b="1">
                <a:solidFill>
                  <a:schemeClr val="lt1"/>
                </a:solidFill>
                <a:latin typeface="KoPub돋움체 Light"/>
                <a:ea typeface="KoPub돋움체 Light"/>
                <a:cs typeface="+mn-cs"/>
              </a:rPr>
              <a:t>ERD </a:t>
            </a:r>
            <a:r>
              <a:rPr lang="en-US" altLang="ko-KR" sz="1200" b="1">
                <a:solidFill>
                  <a:schemeClr val="lt1"/>
                </a:solidFill>
                <a:latin typeface="KoPub돋움체 Light"/>
                <a:ea typeface="KoPub돋움체 Light"/>
                <a:cs typeface="+mn-cs"/>
              </a:rPr>
              <a:t>(1/2)</a:t>
            </a:r>
          </a:p>
        </p:txBody>
      </p:sp>
      <p:pic>
        <p:nvPicPr>
          <p:cNvPr id="157" name="그림 156"/>
          <p:cNvPicPr>
            <a:picLocks noChangeAspect="1"/>
          </p:cNvPicPr>
          <p:nvPr/>
        </p:nvPicPr>
        <p:blipFill rotWithShape="1">
          <a:blip r:embed="rId3"/>
          <a:stretch>
            <a:fillRect/>
          </a:stretch>
        </p:blipFill>
        <p:spPr>
          <a:xfrm>
            <a:off x="2054718" y="575143"/>
            <a:ext cx="5034563" cy="3993212"/>
          </a:xfrm>
          <a:prstGeom prst="rect">
            <a:avLst/>
          </a:prstGeom>
        </p:spPr>
      </p:pic>
    </p:spTree>
  </p:cSld>
  <p:clrMapOvr>
    <a:masterClrMapping/>
  </p:clrMapOvr>
  <mc:AlternateContent xmlns:mc="http://schemas.openxmlformats.org/markup-compatibility/2006" xmlns:p14="http://schemas.microsoft.com/office/powerpoint/2010/main">
    <mc:Choice Requires="p14">
      <p:transition/>
    </mc:Choice>
    <mc:Fallback xmlns:dsp="http://schemas.microsoft.com/office/drawing/2008/diagram" xmlns:dgm="http://schemas.openxmlformats.org/drawingml/2006/diagram" xmlns:c="http://schemas.openxmlformats.org/drawingml/2006/chart" xmlns="">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 name="Google Shape;143;p25"/>
          <p:cNvSpPr txBox="1">
            <a:spLocks noGrp="1"/>
          </p:cNvSpPr>
          <p:nvPr>
            <p:ph type="sldNum" idx="12"/>
          </p:nvPr>
        </p:nvSpPr>
        <p:spPr>
          <a:prstGeom prst="rect">
            <a:avLst/>
          </a:prstGeom>
        </p:spPr>
        <p:txBody>
          <a:bodyPr wrap="square" lIns="91424" tIns="91424" rIns="91424" bIns="91424" anchor="ctr" anchorCtr="0">
            <a:normAutofit/>
          </a:bodyPr>
          <a:lstStyle/>
          <a:p>
            <a:pPr marL="0" lvl="0" indent="0" algn="r" rtl="0">
              <a:spcBef>
                <a:spcPts val="0"/>
              </a:spcBef>
              <a:spcAft>
                <a:spcPts val="0"/>
              </a:spcAft>
              <a:buNone/>
              <a:defRPr/>
            </a:pPr>
            <a:fld id="{00000000-1234-1234-1234-123412341234}" type="slidenum">
              <a:rPr lang="en-US" altLang="ko"/>
              <a:pPr marL="0" lvl="0" indent="0" algn="r" rtl="0">
                <a:spcBef>
                  <a:spcPts val="0"/>
                </a:spcBef>
                <a:spcAft>
                  <a:spcPts val="0"/>
                </a:spcAft>
                <a:buNone/>
                <a:defRPr/>
              </a:pPr>
              <a:t>12</a:t>
            </a:fld>
            <a:endParaRPr lang="en-US" altLang="ko"/>
          </a:p>
        </p:txBody>
      </p:sp>
      <p:graphicFrame>
        <p:nvGraphicFramePr>
          <p:cNvPr id="154" name="표 153"/>
          <p:cNvGraphicFramePr>
            <a:graphicFrameLocks noGrp="1"/>
          </p:cNvGraphicFramePr>
          <p:nvPr/>
        </p:nvGraphicFramePr>
        <p:xfrm>
          <a:off x="358803" y="1241949"/>
          <a:ext cx="3069862" cy="1676400"/>
        </p:xfrm>
        <a:graphic>
          <a:graphicData uri="http://schemas.openxmlformats.org/drawingml/2006/table">
            <a:tbl>
              <a:tblPr firstRow="1" bandRow="1">
                <a:tableStyleId>{01A66EDD-3DAB-4C5B-A090-DC80EC1FD486}</a:tableStyleId>
              </a:tblPr>
              <a:tblGrid>
                <a:gridCol w="704610">
                  <a:extLst>
                    <a:ext uri="{9D8B030D-6E8A-4147-A177-3AD203B41FA5}">
                      <a16:colId xmlns:a16="http://schemas.microsoft.com/office/drawing/2014/main" val="20000"/>
                    </a:ext>
                  </a:extLst>
                </a:gridCol>
                <a:gridCol w="530514">
                  <a:extLst>
                    <a:ext uri="{9D8B030D-6E8A-4147-A177-3AD203B41FA5}">
                      <a16:colId xmlns:a16="http://schemas.microsoft.com/office/drawing/2014/main" val="20001"/>
                    </a:ext>
                  </a:extLst>
                </a:gridCol>
                <a:gridCol w="1834738">
                  <a:extLst>
                    <a:ext uri="{9D8B030D-6E8A-4147-A177-3AD203B41FA5}">
                      <a16:colId xmlns:a16="http://schemas.microsoft.com/office/drawing/2014/main" val="20002"/>
                    </a:ext>
                  </a:extLst>
                </a:gridCol>
              </a:tblGrid>
              <a:tr h="0">
                <a:tc>
                  <a:txBody>
                    <a:bodyPr/>
                    <a:lstStyle/>
                    <a:p>
                      <a:pPr algn="ctr">
                        <a:defRPr/>
                      </a:pPr>
                      <a:r>
                        <a:rPr lang="ko-KR" altLang="en-US" sz="1100">
                          <a:solidFill>
                            <a:schemeClr val="tx1"/>
                          </a:solidFill>
                          <a:latin typeface="KoPub돋움체 Light"/>
                          <a:ea typeface="KoPub돋움체 Light"/>
                          <a:cs typeface="+mn-cs"/>
                        </a:rPr>
                        <a:t>엔티티</a:t>
                      </a:r>
                    </a:p>
                  </a:txBody>
                  <a:tcPr>
                    <a:solidFill>
                      <a:srgbClr val="9BE5C8"/>
                    </a:solidFill>
                  </a:tcPr>
                </a:tc>
                <a:tc>
                  <a:txBody>
                    <a:bodyPr/>
                    <a:lstStyle/>
                    <a:p>
                      <a:pPr algn="ctr">
                        <a:defRPr/>
                      </a:pPr>
                      <a:r>
                        <a:rPr lang="ko-KR" altLang="en-US" sz="1100">
                          <a:solidFill>
                            <a:schemeClr val="tx1"/>
                          </a:solidFill>
                          <a:latin typeface="KoPub돋움체 Light"/>
                          <a:ea typeface="KoPub돋움체 Light"/>
                          <a:cs typeface="+mn-cs"/>
                        </a:rPr>
                        <a:t>이름</a:t>
                      </a:r>
                    </a:p>
                  </a:txBody>
                  <a:tcPr>
                    <a:solidFill>
                      <a:srgbClr val="9BE5C8"/>
                    </a:solidFill>
                  </a:tcPr>
                </a:tc>
                <a:tc>
                  <a:txBody>
                    <a:bodyPr/>
                    <a:lstStyle/>
                    <a:p>
                      <a:pPr algn="ctr">
                        <a:defRPr/>
                      </a:pPr>
                      <a:r>
                        <a:rPr lang="ko-KR" altLang="en-US" sz="1100">
                          <a:solidFill>
                            <a:schemeClr val="tx1"/>
                          </a:solidFill>
                          <a:latin typeface="KoPub돋움체 Light"/>
                          <a:ea typeface="KoPub돋움체 Light"/>
                          <a:cs typeface="+mn-cs"/>
                        </a:rPr>
                        <a:t>설명</a:t>
                      </a:r>
                    </a:p>
                  </a:txBody>
                  <a:tcPr>
                    <a:solidFill>
                      <a:srgbClr val="9BE5C8"/>
                    </a:solidFill>
                  </a:tcPr>
                </a:tc>
                <a:extLst>
                  <a:ext uri="{0D108BD9-81ED-4DB2-BD59-A6C34878D82A}">
                    <a16:rowId xmlns:a16="http://schemas.microsoft.com/office/drawing/2014/main" val="10000"/>
                  </a:ext>
                </a:extLst>
              </a:tr>
              <a:tr h="0">
                <a:tc>
                  <a:txBody>
                    <a:bodyPr/>
                    <a:lstStyle/>
                    <a:p>
                      <a:pPr>
                        <a:defRPr/>
                      </a:pPr>
                      <a:r>
                        <a:rPr lang="en-US" altLang="ko-KR" sz="900">
                          <a:latin typeface="KoPub돋움체 Light"/>
                          <a:ea typeface="KoPub돋움체 Light"/>
                          <a:cs typeface="+mn-cs"/>
                        </a:rPr>
                        <a:t>member</a:t>
                      </a:r>
                    </a:p>
                  </a:txBody>
                  <a:tcPr>
                    <a:solidFill>
                      <a:srgbClr val="FFCEB0"/>
                    </a:solidFill>
                  </a:tcPr>
                </a:tc>
                <a:tc>
                  <a:txBody>
                    <a:bodyPr/>
                    <a:lstStyle/>
                    <a:p>
                      <a:pPr>
                        <a:defRPr/>
                      </a:pPr>
                      <a:r>
                        <a:rPr lang="ko-KR" altLang="en-US" sz="900">
                          <a:latin typeface="KoPub돋움체 Light"/>
                          <a:ea typeface="KoPub돋움체 Light"/>
                          <a:cs typeface="+mn-cs"/>
                        </a:rPr>
                        <a:t>회원</a:t>
                      </a:r>
                    </a:p>
                  </a:txBody>
                  <a:tcPr>
                    <a:solidFill>
                      <a:srgbClr val="FFCEB0"/>
                    </a:solidFill>
                  </a:tcPr>
                </a:tc>
                <a:tc>
                  <a:txBody>
                    <a:bodyPr/>
                    <a:lstStyle/>
                    <a:p>
                      <a:pPr>
                        <a:defRPr/>
                      </a:pPr>
                      <a:r>
                        <a:rPr lang="ko-KR" altLang="en-US" sz="900">
                          <a:latin typeface="KoPub돋움체 Light"/>
                          <a:ea typeface="KoPub돋움체 Light"/>
                          <a:cs typeface="+mn-cs"/>
                        </a:rPr>
                        <a:t>회원의 기본 정보 저장</a:t>
                      </a:r>
                      <a:r>
                        <a:rPr lang="en-US" altLang="ko-KR" sz="900">
                          <a:latin typeface="KoPub돋움체 Light"/>
                          <a:ea typeface="KoPub돋움체 Light"/>
                          <a:cs typeface="+mn-cs"/>
                        </a:rPr>
                        <a:t>.</a:t>
                      </a:r>
                      <a:r>
                        <a:rPr lang="ko-KR" altLang="en-US" sz="900">
                          <a:latin typeface="KoPub돋움체 Light"/>
                          <a:ea typeface="KoPub돋움체 Light"/>
                          <a:cs typeface="+mn-cs"/>
                        </a:rPr>
                        <a:t> 이메일</a:t>
                      </a:r>
                      <a:r>
                        <a:rPr lang="en-US" altLang="ko-KR" sz="900">
                          <a:latin typeface="KoPub돋움체 Light"/>
                          <a:ea typeface="KoPub돋움체 Light"/>
                          <a:cs typeface="+mn-cs"/>
                        </a:rPr>
                        <a:t>,</a:t>
                      </a:r>
                      <a:r>
                        <a:rPr lang="ko-KR" altLang="en-US" sz="900">
                          <a:latin typeface="KoPub돋움체 Light"/>
                          <a:ea typeface="KoPub돋움체 Light"/>
                          <a:cs typeface="+mn-cs"/>
                        </a:rPr>
                        <a:t> 전화번호를 제외한 나머지는 필수 입력</a:t>
                      </a:r>
                      <a:r>
                        <a:rPr lang="en-US" altLang="ko-KR" sz="900">
                          <a:latin typeface="KoPub돋움체 Light"/>
                          <a:ea typeface="KoPub돋움체 Light"/>
                          <a:cs typeface="+mn-cs"/>
                        </a:rPr>
                        <a:t>.</a:t>
                      </a:r>
                    </a:p>
                  </a:txBody>
                  <a:tcPr>
                    <a:solidFill>
                      <a:srgbClr val="FFCEB0"/>
                    </a:solidFill>
                  </a:tcPr>
                </a:tc>
                <a:extLst>
                  <a:ext uri="{0D108BD9-81ED-4DB2-BD59-A6C34878D82A}">
                    <a16:rowId xmlns:a16="http://schemas.microsoft.com/office/drawing/2014/main" val="10001"/>
                  </a:ext>
                </a:extLst>
              </a:tr>
              <a:tr h="0">
                <a:tc>
                  <a:txBody>
                    <a:bodyPr/>
                    <a:lstStyle/>
                    <a:p>
                      <a:pPr>
                        <a:defRPr/>
                      </a:pPr>
                      <a:r>
                        <a:rPr lang="en-US" altLang="ko-KR" sz="900">
                          <a:latin typeface="KoPub돋움체 Light"/>
                          <a:ea typeface="KoPub돋움체 Light"/>
                          <a:cs typeface="+mn-cs"/>
                        </a:rPr>
                        <a:t>notice</a:t>
                      </a:r>
                    </a:p>
                  </a:txBody>
                  <a:tcPr>
                    <a:solidFill>
                      <a:srgbClr val="FFCEB0"/>
                    </a:solidFill>
                  </a:tcPr>
                </a:tc>
                <a:tc>
                  <a:txBody>
                    <a:bodyPr/>
                    <a:lstStyle/>
                    <a:p>
                      <a:pPr>
                        <a:defRPr/>
                      </a:pPr>
                      <a:r>
                        <a:rPr lang="ko-KR" altLang="en-US" sz="900">
                          <a:latin typeface="KoPub돋움체 Light"/>
                          <a:ea typeface="KoPub돋움체 Light"/>
                          <a:cs typeface="+mn-cs"/>
                        </a:rPr>
                        <a:t>공지</a:t>
                      </a:r>
                    </a:p>
                  </a:txBody>
                  <a:tcPr>
                    <a:solidFill>
                      <a:srgbClr val="FFCEB0"/>
                    </a:solidFill>
                  </a:tcPr>
                </a:tc>
                <a:tc>
                  <a:txBody>
                    <a:bodyPr/>
                    <a:lstStyle/>
                    <a:p>
                      <a:pPr>
                        <a:defRPr/>
                      </a:pPr>
                      <a:r>
                        <a:rPr lang="ko-KR" altLang="en-US" sz="900">
                          <a:latin typeface="KoPub돋움체 Light"/>
                          <a:ea typeface="KoPub돋움체 Light"/>
                          <a:cs typeface="+mn-cs"/>
                        </a:rPr>
                        <a:t>사이트 공지</a:t>
                      </a:r>
                      <a:r>
                        <a:rPr lang="en-US" altLang="ko-KR" sz="900">
                          <a:latin typeface="KoPub돋움체 Light"/>
                          <a:ea typeface="KoPub돋움체 Light"/>
                          <a:cs typeface="+mn-cs"/>
                        </a:rPr>
                        <a:t>.</a:t>
                      </a:r>
                      <a:r>
                        <a:rPr lang="ko-KR" altLang="en-US" sz="900">
                          <a:latin typeface="KoPub돋움체 Light"/>
                          <a:ea typeface="KoPub돋움체 Light"/>
                          <a:cs typeface="+mn-cs"/>
                        </a:rPr>
                        <a:t> 관리자만 작성 가능</a:t>
                      </a:r>
                      <a:r>
                        <a:rPr lang="en-US" altLang="ko-KR" sz="900">
                          <a:latin typeface="KoPub돋움체 Light"/>
                          <a:ea typeface="KoPub돋움체 Light"/>
                          <a:cs typeface="+mn-cs"/>
                        </a:rPr>
                        <a:t>.</a:t>
                      </a:r>
                    </a:p>
                  </a:txBody>
                  <a:tcPr>
                    <a:solidFill>
                      <a:srgbClr val="FFCEB0"/>
                    </a:solidFill>
                  </a:tcPr>
                </a:tc>
                <a:extLst>
                  <a:ext uri="{0D108BD9-81ED-4DB2-BD59-A6C34878D82A}">
                    <a16:rowId xmlns:a16="http://schemas.microsoft.com/office/drawing/2014/main" val="10002"/>
                  </a:ext>
                </a:extLst>
              </a:tr>
              <a:tr h="0">
                <a:tc>
                  <a:txBody>
                    <a:bodyPr/>
                    <a:lstStyle/>
                    <a:p>
                      <a:pPr>
                        <a:defRPr/>
                      </a:pPr>
                      <a:r>
                        <a:rPr lang="en-US" altLang="ko-KR" sz="900">
                          <a:latin typeface="KoPub돋움체 Light"/>
                          <a:ea typeface="KoPub돋움체 Light"/>
                          <a:cs typeface="+mn-cs"/>
                        </a:rPr>
                        <a:t>inquiry</a:t>
                      </a:r>
                    </a:p>
                  </a:txBody>
                  <a:tcPr>
                    <a:solidFill>
                      <a:srgbClr val="FFCEB0"/>
                    </a:solidFill>
                  </a:tcPr>
                </a:tc>
                <a:tc>
                  <a:txBody>
                    <a:bodyPr/>
                    <a:lstStyle/>
                    <a:p>
                      <a:pPr>
                        <a:defRPr/>
                      </a:pPr>
                      <a:r>
                        <a:rPr lang="ko-KR" altLang="en-US" sz="900">
                          <a:latin typeface="KoPub돋움체 Light"/>
                          <a:ea typeface="KoPub돋움체 Light"/>
                          <a:cs typeface="+mn-cs"/>
                        </a:rPr>
                        <a:t>문의</a:t>
                      </a:r>
                    </a:p>
                  </a:txBody>
                  <a:tcPr>
                    <a:solidFill>
                      <a:srgbClr val="FFCEB0"/>
                    </a:solidFill>
                  </a:tcPr>
                </a:tc>
                <a:tc>
                  <a:txBody>
                    <a:bodyPr/>
                    <a:lstStyle/>
                    <a:p>
                      <a:pPr>
                        <a:defRPr/>
                      </a:pPr>
                      <a:r>
                        <a:rPr lang="ko-KR" altLang="en-US" sz="900">
                          <a:latin typeface="KoPub돋움체 Light"/>
                          <a:ea typeface="KoPub돋움체 Light"/>
                          <a:cs typeface="+mn-cs"/>
                        </a:rPr>
                        <a:t>회원의 문의사항을 관리자가 답변</a:t>
                      </a:r>
                      <a:endParaRPr lang="en-US" altLang="ko-KR" sz="900">
                        <a:latin typeface="KoPub돋움체 Light"/>
                        <a:ea typeface="KoPub돋움체 Light"/>
                        <a:cs typeface="+mn-cs"/>
                      </a:endParaRPr>
                    </a:p>
                  </a:txBody>
                  <a:tcPr>
                    <a:solidFill>
                      <a:srgbClr val="FFCEB0"/>
                    </a:solidFill>
                  </a:tcPr>
                </a:tc>
                <a:extLst>
                  <a:ext uri="{0D108BD9-81ED-4DB2-BD59-A6C34878D82A}">
                    <a16:rowId xmlns:a16="http://schemas.microsoft.com/office/drawing/2014/main" val="10003"/>
                  </a:ext>
                </a:extLst>
              </a:tr>
              <a:tr h="0">
                <a:tc>
                  <a:txBody>
                    <a:bodyPr/>
                    <a:lstStyle/>
                    <a:p>
                      <a:pPr>
                        <a:defRPr/>
                      </a:pPr>
                      <a:r>
                        <a:rPr lang="en-US" altLang="ko-KR" sz="900">
                          <a:latin typeface="KoPub돋움체 Light"/>
                          <a:ea typeface="KoPub돋움체 Light"/>
                          <a:cs typeface="+mn-cs"/>
                        </a:rPr>
                        <a:t>diet</a:t>
                      </a:r>
                    </a:p>
                  </a:txBody>
                  <a:tcPr>
                    <a:solidFill>
                      <a:srgbClr val="FFCEB0"/>
                    </a:solidFill>
                  </a:tcPr>
                </a:tc>
                <a:tc>
                  <a:txBody>
                    <a:bodyPr/>
                    <a:lstStyle/>
                    <a:p>
                      <a:pPr>
                        <a:defRPr/>
                      </a:pPr>
                      <a:r>
                        <a:rPr lang="ko-KR" altLang="en-US" sz="900">
                          <a:latin typeface="KoPub돋움체 Light"/>
                          <a:ea typeface="KoPub돋움체 Light"/>
                          <a:cs typeface="+mn-cs"/>
                        </a:rPr>
                        <a:t>식단</a:t>
                      </a:r>
                    </a:p>
                  </a:txBody>
                  <a:tcPr>
                    <a:solidFill>
                      <a:srgbClr val="FFCEB0"/>
                    </a:solidFill>
                  </a:tcPr>
                </a:tc>
                <a:tc>
                  <a:txBody>
                    <a:bodyPr/>
                    <a:lstStyle/>
                    <a:p>
                      <a:pPr>
                        <a:defRPr/>
                      </a:pPr>
                      <a:r>
                        <a:rPr lang="ko-KR" altLang="en-US" sz="900">
                          <a:latin typeface="KoPub돋움체 Light"/>
                          <a:ea typeface="KoPub돋움체 Light"/>
                          <a:cs typeface="+mn-cs"/>
                        </a:rPr>
                        <a:t>하루의 아침</a:t>
                      </a:r>
                      <a:r>
                        <a:rPr lang="en-US" altLang="ko-KR" sz="900">
                          <a:latin typeface="KoPub돋움체 Light"/>
                          <a:ea typeface="KoPub돋움체 Light"/>
                          <a:cs typeface="+mn-cs"/>
                        </a:rPr>
                        <a:t>,</a:t>
                      </a:r>
                      <a:r>
                        <a:rPr lang="ko-KR" altLang="en-US" sz="900">
                          <a:latin typeface="KoPub돋움체 Light"/>
                          <a:ea typeface="KoPub돋움체 Light"/>
                          <a:cs typeface="+mn-cs"/>
                        </a:rPr>
                        <a:t> 점심</a:t>
                      </a:r>
                      <a:r>
                        <a:rPr lang="en-US" altLang="ko-KR" sz="900">
                          <a:latin typeface="KoPub돋움체 Light"/>
                          <a:ea typeface="KoPub돋움체 Light"/>
                          <a:cs typeface="+mn-cs"/>
                        </a:rPr>
                        <a:t>,</a:t>
                      </a:r>
                      <a:r>
                        <a:rPr lang="ko-KR" altLang="en-US" sz="900">
                          <a:latin typeface="KoPub돋움체 Light"/>
                          <a:ea typeface="KoPub돋움체 Light"/>
                          <a:cs typeface="+mn-cs"/>
                        </a:rPr>
                        <a:t> 저녁식사 식단 추천한 정보</a:t>
                      </a:r>
                      <a:endParaRPr lang="en-US" altLang="ko-KR" sz="900">
                        <a:latin typeface="KoPub돋움체 Light"/>
                        <a:ea typeface="KoPub돋움체 Light"/>
                        <a:cs typeface="+mn-cs"/>
                      </a:endParaRPr>
                    </a:p>
                  </a:txBody>
                  <a:tcPr>
                    <a:solidFill>
                      <a:srgbClr val="FFCEB0"/>
                    </a:solidFill>
                  </a:tcPr>
                </a:tc>
                <a:extLst>
                  <a:ext uri="{0D108BD9-81ED-4DB2-BD59-A6C34878D82A}">
                    <a16:rowId xmlns:a16="http://schemas.microsoft.com/office/drawing/2014/main" val="10004"/>
                  </a:ext>
                </a:extLst>
              </a:tr>
              <a:tr h="0">
                <a:tc>
                  <a:txBody>
                    <a:bodyPr/>
                    <a:lstStyle/>
                    <a:p>
                      <a:pPr>
                        <a:defRPr/>
                      </a:pPr>
                      <a:r>
                        <a:rPr lang="en-US" altLang="ko-KR" sz="900">
                          <a:latin typeface="KoPub돋움체 Light"/>
                          <a:ea typeface="KoPub돋움체 Light"/>
                          <a:cs typeface="+mn-cs"/>
                        </a:rPr>
                        <a:t>food</a:t>
                      </a:r>
                    </a:p>
                  </a:txBody>
                  <a:tcPr>
                    <a:solidFill>
                      <a:srgbClr val="FFCEB0"/>
                    </a:solidFill>
                  </a:tcPr>
                </a:tc>
                <a:tc>
                  <a:txBody>
                    <a:bodyPr/>
                    <a:lstStyle/>
                    <a:p>
                      <a:pPr>
                        <a:defRPr/>
                      </a:pPr>
                      <a:r>
                        <a:rPr lang="ko-KR" altLang="en-US" sz="900">
                          <a:latin typeface="KoPub돋움체 Light"/>
                          <a:ea typeface="KoPub돋움체 Light"/>
                          <a:cs typeface="+mn-cs"/>
                        </a:rPr>
                        <a:t>식품</a:t>
                      </a:r>
                    </a:p>
                  </a:txBody>
                  <a:tcPr>
                    <a:solidFill>
                      <a:srgbClr val="FFCEB0"/>
                    </a:solidFill>
                  </a:tcPr>
                </a:tc>
                <a:tc>
                  <a:txBody>
                    <a:bodyPr/>
                    <a:lstStyle/>
                    <a:p>
                      <a:pPr>
                        <a:defRPr/>
                      </a:pPr>
                      <a:r>
                        <a:rPr lang="ko-KR" altLang="en-US" sz="900">
                          <a:latin typeface="KoPub돋움체 Light"/>
                          <a:ea typeface="KoPub돋움체 Light"/>
                          <a:cs typeface="+mn-cs"/>
                        </a:rPr>
                        <a:t>식품의 각 영양소에 대한 정보</a:t>
                      </a:r>
                    </a:p>
                  </a:txBody>
                  <a:tcPr>
                    <a:solidFill>
                      <a:srgbClr val="FFCEB0"/>
                    </a:solidFill>
                  </a:tcPr>
                </a:tc>
                <a:extLst>
                  <a:ext uri="{0D108BD9-81ED-4DB2-BD59-A6C34878D82A}">
                    <a16:rowId xmlns:a16="http://schemas.microsoft.com/office/drawing/2014/main" val="10005"/>
                  </a:ext>
                </a:extLst>
              </a:tr>
            </a:tbl>
          </a:graphicData>
        </a:graphic>
      </p:graphicFrame>
      <p:sp>
        <p:nvSpPr>
          <p:cNvPr id="160" name="TextBox 145"/>
          <p:cNvSpPr txBox="1"/>
          <p:nvPr/>
        </p:nvSpPr>
        <p:spPr>
          <a:xfrm>
            <a:off x="387472" y="657500"/>
            <a:ext cx="1285118" cy="359770"/>
          </a:xfrm>
          <a:prstGeom prst="rect">
            <a:avLst/>
          </a:prstGeom>
          <a:gradFill flip="xy" rotWithShape="1">
            <a:gsLst>
              <a:gs pos="0">
                <a:srgbClr val="BAFF1A">
                  <a:tint val="70000"/>
                  <a:satMod val="170000"/>
                </a:srgbClr>
              </a:gs>
              <a:gs pos="100000">
                <a:srgbClr val="BAFF1A">
                  <a:tint val="20000"/>
                  <a:satMod val="170000"/>
                </a:srgbClr>
              </a:gs>
            </a:gsLst>
            <a:lin ang="0" scaled="1"/>
            <a:tileRect/>
          </a:gradFill>
        </p:spPr>
        <p:txBody>
          <a:bodyPr wrap="none">
            <a:spAutoFit/>
          </a:bodyPr>
          <a:lstStyle/>
          <a:p>
            <a:pPr>
              <a:defRPr/>
            </a:pPr>
            <a:r>
              <a:rPr lang="ko-KR" altLang="en-US" b="1">
                <a:latin typeface="KoPub돋움체 Light"/>
                <a:ea typeface="KoPub돋움체 Light"/>
                <a:cs typeface="+mn-cs"/>
              </a:rPr>
              <a:t>물리적 </a:t>
            </a:r>
            <a:r>
              <a:rPr lang="en-US" altLang="ko-KR" b="1">
                <a:latin typeface="KoPub돋움체 Light"/>
                <a:ea typeface="KoPub돋움체 Light"/>
                <a:cs typeface="+mn-cs"/>
              </a:rPr>
              <a:t>ERD</a:t>
            </a:r>
          </a:p>
        </p:txBody>
      </p:sp>
      <p:sp>
        <p:nvSpPr>
          <p:cNvPr id="206" name="Google Shape;68;p15"/>
          <p:cNvSpPr txBox="1">
            <a:spLocks noGrp="1"/>
          </p:cNvSpPr>
          <p:nvPr>
            <p:ph type="title" idx="4294967295"/>
          </p:nvPr>
        </p:nvSpPr>
        <p:spPr>
          <a:xfrm>
            <a:off x="149867" y="0"/>
            <a:ext cx="8844266" cy="295272"/>
          </a:xfrm>
          <a:prstGeom prst="rect">
            <a:avLst/>
          </a:prstGeom>
          <a:solidFill>
            <a:srgbClr val="0B0B1A"/>
          </a:solidFill>
        </p:spPr>
        <p:txBody>
          <a:bodyPr vert="horz" wrap="square" lIns="91424" tIns="91424" rIns="91424" bIns="91424" anchor="t" anchorCtr="0">
            <a:noAutofit/>
          </a:bodyPr>
          <a:lstStyle/>
          <a:p>
            <a:pPr marL="68580" lvl="0" indent="0" algn="l" rtl="0">
              <a:spcBef>
                <a:spcPts val="0"/>
              </a:spcBef>
              <a:spcAft>
                <a:spcPts val="0"/>
              </a:spcAft>
              <a:buSzPct val="100000"/>
              <a:buNone/>
              <a:defRPr/>
            </a:pPr>
            <a:r>
              <a:rPr lang="en-US" altLang="ko-KR" sz="1600" b="1">
                <a:solidFill>
                  <a:schemeClr val="lt1"/>
                </a:solidFill>
                <a:latin typeface="KoPub돋움체 Light"/>
                <a:ea typeface="KoPub돋움체 Light"/>
                <a:cs typeface="+mn-cs"/>
              </a:rPr>
              <a:t>8.</a:t>
            </a:r>
            <a:r>
              <a:rPr lang="ko-KR" altLang="en-US" sz="1600" b="1">
                <a:solidFill>
                  <a:schemeClr val="lt1"/>
                </a:solidFill>
                <a:latin typeface="KoPub돋움체 Light"/>
                <a:ea typeface="KoPub돋움체 Light"/>
                <a:cs typeface="+mn-cs"/>
              </a:rPr>
              <a:t> </a:t>
            </a:r>
            <a:r>
              <a:rPr lang="en-US" altLang="ko-KR" sz="1600" b="1">
                <a:solidFill>
                  <a:schemeClr val="lt1"/>
                </a:solidFill>
                <a:latin typeface="KoPub돋움체 Light"/>
                <a:ea typeface="KoPub돋움체 Light"/>
                <a:cs typeface="+mn-cs"/>
              </a:rPr>
              <a:t>ERD </a:t>
            </a:r>
            <a:r>
              <a:rPr lang="en-US" altLang="ko-KR" sz="1200" b="1">
                <a:solidFill>
                  <a:schemeClr val="lt1"/>
                </a:solidFill>
                <a:latin typeface="KoPub돋움체 Light"/>
                <a:ea typeface="KoPub돋움체 Light"/>
                <a:cs typeface="+mn-cs"/>
              </a:rPr>
              <a:t>(2/2)</a:t>
            </a:r>
          </a:p>
        </p:txBody>
      </p:sp>
      <p:pic>
        <p:nvPicPr>
          <p:cNvPr id="209" name="그림 208"/>
          <p:cNvPicPr>
            <a:picLocks noChangeAspect="1"/>
          </p:cNvPicPr>
          <p:nvPr/>
        </p:nvPicPr>
        <p:blipFill rotWithShape="1">
          <a:blip r:embed="rId3"/>
          <a:stretch>
            <a:fillRect/>
          </a:stretch>
        </p:blipFill>
        <p:spPr>
          <a:xfrm>
            <a:off x="4161061" y="1037503"/>
            <a:ext cx="4523980" cy="3068493"/>
          </a:xfrm>
          <a:prstGeom prst="rect">
            <a:avLst/>
          </a:prstGeom>
        </p:spPr>
      </p:pic>
      <p:pic>
        <p:nvPicPr>
          <p:cNvPr id="301" name="그림 300"/>
          <p:cNvPicPr>
            <a:picLocks noChangeAspect="1"/>
          </p:cNvPicPr>
          <p:nvPr/>
        </p:nvPicPr>
        <p:blipFill rotWithShape="1">
          <a:blip r:embed="rId4"/>
          <a:stretch>
            <a:fillRect/>
          </a:stretch>
        </p:blipFill>
        <p:spPr>
          <a:xfrm>
            <a:off x="4162809" y="1041670"/>
            <a:ext cx="4517061" cy="3063800"/>
          </a:xfrm>
          <a:prstGeom prst="rect">
            <a:avLst/>
          </a:prstGeom>
        </p:spPr>
      </p:pic>
      <p:sp>
        <p:nvSpPr>
          <p:cNvPr id="302" name="TextBox 161"/>
          <p:cNvSpPr txBox="1"/>
          <p:nvPr/>
        </p:nvSpPr>
        <p:spPr>
          <a:xfrm>
            <a:off x="5259488" y="4211468"/>
            <a:ext cx="1886374" cy="452499"/>
          </a:xfrm>
          <a:prstGeom prst="rect">
            <a:avLst/>
          </a:prstGeom>
          <a:ln w="28575">
            <a:solidFill>
              <a:srgbClr val="008000">
                <a:alpha val="100000"/>
              </a:srgbClr>
            </a:solidFill>
          </a:ln>
        </p:spPr>
        <p:txBody>
          <a:bodyPr wrap="square">
            <a:spAutoFit/>
          </a:bodyPr>
          <a:lstStyle/>
          <a:p>
            <a:pPr marL="0" indent="0" algn="l" defTabSz="457200" rtl="0" eaLnBrk="1" latinLnBrk="0" hangingPunct="1">
              <a:lnSpc>
                <a:spcPct val="100000"/>
              </a:lnSpc>
              <a:spcBef>
                <a:spcPct val="0"/>
              </a:spcBef>
              <a:spcAft>
                <a:spcPts val="0"/>
              </a:spcAft>
              <a:buNone/>
              <a:defRPr/>
            </a:pPr>
            <a:r>
              <a:rPr kumimoji="0" lang="ko-KR" altLang="en-US" sz="800" b="0" i="0" u="none" strike="noStrike" kern="1200" cap="none" spc="0" normalizeH="0" baseline="0">
                <a:solidFill>
                  <a:srgbClr val="008000"/>
                </a:solidFill>
                <a:latin typeface="KoPub돋움체 Light"/>
                <a:ea typeface="KoPub돋움체 Light"/>
                <a:cs typeface="맑은 고딕"/>
              </a:rPr>
              <a:t>①</a:t>
            </a:r>
            <a:r>
              <a:rPr kumimoji="0" lang="ko-KR" altLang="en-US" sz="800" b="0" i="0" u="none" strike="noStrike" kern="1200" cap="none" spc="0" normalizeH="0" baseline="0">
                <a:solidFill>
                  <a:srgbClr val="000000"/>
                </a:solidFill>
                <a:latin typeface="KoPub돋움체 Light"/>
                <a:ea typeface="KoPub돋움체 Light"/>
                <a:cs typeface="맑은 고딕"/>
              </a:rPr>
              <a:t> 식품이름</a:t>
            </a:r>
          </a:p>
          <a:p>
            <a:pPr marL="0" indent="0" algn="l" defTabSz="457200" rtl="0" eaLnBrk="1" latinLnBrk="0" hangingPunct="1">
              <a:lnSpc>
                <a:spcPct val="100000"/>
              </a:lnSpc>
              <a:spcBef>
                <a:spcPct val="0"/>
              </a:spcBef>
              <a:spcAft>
                <a:spcPts val="0"/>
              </a:spcAft>
              <a:buNone/>
              <a:defRPr/>
            </a:pPr>
            <a:r>
              <a:rPr kumimoji="0" lang="ko-KR" altLang="en-US" sz="800" b="0" i="0" u="none" strike="noStrike" kern="1200" cap="none" spc="0" normalizeH="0" baseline="0">
                <a:solidFill>
                  <a:srgbClr val="008000"/>
                </a:solidFill>
                <a:latin typeface="KoPub돋움체 Light"/>
                <a:ea typeface="KoPub돋움체 Light"/>
                <a:cs typeface="맑은 고딕"/>
              </a:rPr>
              <a:t>②</a:t>
            </a:r>
            <a:r>
              <a:rPr kumimoji="0" lang="ko-KR" altLang="en-US" sz="800" b="0" i="0" u="none" strike="noStrike" kern="1200" cap="none" spc="0" normalizeH="0" baseline="0">
                <a:solidFill>
                  <a:srgbClr val="000000"/>
                </a:solidFill>
                <a:latin typeface="KoPub돋움체 Light"/>
                <a:ea typeface="KoPub돋움체 Light"/>
                <a:cs typeface="맑은 고딕"/>
              </a:rPr>
              <a:t> 영양소</a:t>
            </a:r>
            <a:r>
              <a:rPr kumimoji="0" lang="en-US" altLang="ko-KR" sz="800" b="0" i="0" u="none" strike="noStrike" kern="1200" cap="none" spc="0" normalizeH="0" baseline="0">
                <a:solidFill>
                  <a:srgbClr val="000000"/>
                </a:solidFill>
                <a:latin typeface="KoPub돋움체 Light"/>
                <a:ea typeface="KoPub돋움체 Light"/>
                <a:cs typeface="Corbel"/>
              </a:rPr>
              <a:t>(</a:t>
            </a:r>
            <a:r>
              <a:rPr kumimoji="0" lang="ko-KR" altLang="en-US" sz="800" b="0" i="0" u="none" strike="noStrike" kern="1200" cap="none" spc="0" normalizeH="0" baseline="0">
                <a:solidFill>
                  <a:srgbClr val="000000"/>
                </a:solidFill>
                <a:latin typeface="KoPub돋움체 Light"/>
                <a:ea typeface="KoPub돋움체 Light"/>
                <a:cs typeface="맑은 고딕"/>
              </a:rPr>
              <a:t>칼로리</a:t>
            </a:r>
            <a:r>
              <a:rPr kumimoji="0" lang="en-US" altLang="ko-KR" sz="800" b="0" i="0" u="none" strike="noStrike" kern="1200" cap="none" spc="0" normalizeH="0" baseline="0">
                <a:solidFill>
                  <a:srgbClr val="000000"/>
                </a:solidFill>
                <a:latin typeface="KoPub돋움체 Light"/>
                <a:ea typeface="KoPub돋움체 Light"/>
                <a:cs typeface="Corbel"/>
              </a:rPr>
              <a:t>,</a:t>
            </a:r>
            <a:r>
              <a:rPr kumimoji="0" lang="ko-KR" altLang="en-US" sz="800" b="0" i="0" u="none" strike="noStrike" kern="1200" cap="none" spc="0" normalizeH="0" baseline="0">
                <a:solidFill>
                  <a:srgbClr val="000000"/>
                </a:solidFill>
                <a:latin typeface="KoPub돋움체 Light"/>
                <a:ea typeface="KoPub돋움체 Light"/>
                <a:cs typeface="맑은 고딕"/>
              </a:rPr>
              <a:t> 단백질</a:t>
            </a:r>
            <a:r>
              <a:rPr kumimoji="0" lang="en-US" altLang="ko-KR" sz="800" b="0" i="0" u="none" strike="noStrike" kern="1200" cap="none" spc="0" normalizeH="0" baseline="0">
                <a:solidFill>
                  <a:srgbClr val="000000"/>
                </a:solidFill>
                <a:latin typeface="KoPub돋움체 Light"/>
                <a:ea typeface="KoPub돋움체 Light"/>
                <a:cs typeface="Corbel"/>
              </a:rPr>
              <a:t>,</a:t>
            </a:r>
            <a:r>
              <a:rPr kumimoji="0" lang="ko-KR" altLang="en-US" sz="800" b="0" i="0" u="none" strike="noStrike" kern="1200" cap="none" spc="0" normalizeH="0" baseline="0">
                <a:solidFill>
                  <a:srgbClr val="000000"/>
                </a:solidFill>
                <a:latin typeface="KoPub돋움체 Light"/>
                <a:ea typeface="KoPub돋움체 Light"/>
                <a:cs typeface="맑은 고딕"/>
              </a:rPr>
              <a:t> 지방</a:t>
            </a:r>
            <a:r>
              <a:rPr kumimoji="0" lang="en-US" altLang="ko-KR" sz="800" b="0" i="0" u="none" strike="noStrike" kern="1200" cap="none" spc="0" normalizeH="0" baseline="0">
                <a:solidFill>
                  <a:srgbClr val="000000"/>
                </a:solidFill>
                <a:latin typeface="KoPub돋움체 Light"/>
                <a:ea typeface="KoPub돋움체 Light"/>
                <a:cs typeface="Corbel"/>
              </a:rPr>
              <a:t>,</a:t>
            </a:r>
            <a:r>
              <a:rPr kumimoji="0" lang="ko-KR" altLang="en-US" sz="800" b="0" i="0" u="none" strike="noStrike" kern="1200" cap="none" spc="0" normalizeH="0" baseline="0">
                <a:solidFill>
                  <a:srgbClr val="000000"/>
                </a:solidFill>
                <a:latin typeface="KoPub돋움체 Light"/>
                <a:ea typeface="KoPub돋움체 Light"/>
                <a:cs typeface="맑은 고딕"/>
              </a:rPr>
              <a:t> 탄수화물</a:t>
            </a:r>
            <a:r>
              <a:rPr kumimoji="0" lang="en-US" altLang="ko-KR" sz="800" b="0" i="0" u="none" strike="noStrike" kern="1200" cap="none" spc="0" normalizeH="0" baseline="0">
                <a:solidFill>
                  <a:srgbClr val="000000"/>
                </a:solidFill>
                <a:latin typeface="KoPub돋움체 Light"/>
                <a:ea typeface="KoPub돋움체 Light"/>
                <a:cs typeface="Corbel"/>
              </a:rPr>
              <a:t>)</a:t>
            </a:r>
          </a:p>
          <a:p>
            <a:pPr marL="0" indent="0" algn="l" defTabSz="457200" rtl="0" eaLnBrk="1" latinLnBrk="0" hangingPunct="1">
              <a:lnSpc>
                <a:spcPct val="100000"/>
              </a:lnSpc>
              <a:spcBef>
                <a:spcPct val="0"/>
              </a:spcBef>
              <a:spcAft>
                <a:spcPts val="0"/>
              </a:spcAft>
              <a:buNone/>
              <a:defRPr/>
            </a:pPr>
            <a:r>
              <a:rPr kumimoji="0" lang="ko-KR" altLang="en-US" sz="800" b="0" i="0" u="none" strike="noStrike" kern="1200" cap="none" spc="0" normalizeH="0" baseline="0">
                <a:solidFill>
                  <a:srgbClr val="008000"/>
                </a:solidFill>
                <a:latin typeface="KoPub돋움체 Light"/>
                <a:ea typeface="KoPub돋움체 Light"/>
                <a:cs typeface="맑은 고딕"/>
              </a:rPr>
              <a:t>③</a:t>
            </a:r>
            <a:r>
              <a:rPr kumimoji="0" lang="ko-KR" altLang="en-US" sz="800" b="0" i="0" u="none" strike="noStrike" kern="1200" cap="none" spc="0" normalizeH="0" baseline="0">
                <a:solidFill>
                  <a:srgbClr val="000000"/>
                </a:solidFill>
                <a:latin typeface="KoPub돋움체 Light"/>
                <a:ea typeface="KoPub돋움체 Light"/>
                <a:cs typeface="맑은 고딕"/>
              </a:rPr>
              <a:t> 식사시간</a:t>
            </a:r>
            <a:r>
              <a:rPr kumimoji="0" lang="en-US" altLang="ko-KR" sz="800" b="0" i="0" u="none" strike="noStrike" kern="1200" cap="none" spc="0" normalizeH="0" baseline="0">
                <a:solidFill>
                  <a:srgbClr val="000000"/>
                </a:solidFill>
                <a:latin typeface="KoPub돋움체 Light"/>
                <a:ea typeface="KoPub돋움체 Light"/>
                <a:cs typeface="Corbel"/>
              </a:rPr>
              <a:t>(</a:t>
            </a:r>
            <a:r>
              <a:rPr kumimoji="0" lang="ko-KR" altLang="en-US" sz="800" b="0" i="0" u="none" strike="noStrike" kern="1200" cap="none" spc="0" normalizeH="0" baseline="0">
                <a:solidFill>
                  <a:srgbClr val="000000"/>
                </a:solidFill>
                <a:latin typeface="KoPub돋움체 Light"/>
                <a:ea typeface="KoPub돋움체 Light"/>
                <a:cs typeface="맑은 고딕"/>
              </a:rPr>
              <a:t>아침</a:t>
            </a:r>
            <a:r>
              <a:rPr kumimoji="0" lang="en-US" altLang="ko-KR" sz="800" b="0" i="0" u="none" strike="noStrike" kern="1200" cap="none" spc="0" normalizeH="0" baseline="0">
                <a:solidFill>
                  <a:srgbClr val="000000"/>
                </a:solidFill>
                <a:latin typeface="KoPub돋움체 Light"/>
                <a:ea typeface="KoPub돋움체 Light"/>
                <a:cs typeface="Corbel"/>
              </a:rPr>
              <a:t>/</a:t>
            </a:r>
            <a:r>
              <a:rPr kumimoji="0" lang="ko-KR" altLang="en-US" sz="800" b="0" i="0" u="none" strike="noStrike" kern="1200" cap="none" spc="0" normalizeH="0" baseline="0">
                <a:solidFill>
                  <a:srgbClr val="000000"/>
                </a:solidFill>
                <a:latin typeface="KoPub돋움체 Light"/>
                <a:ea typeface="KoPub돋움체 Light"/>
                <a:cs typeface="맑은 고딕"/>
              </a:rPr>
              <a:t>점심</a:t>
            </a:r>
            <a:r>
              <a:rPr kumimoji="0" lang="en-US" altLang="ko-KR" sz="800" b="0" i="0" u="none" strike="noStrike" kern="1200" cap="none" spc="0" normalizeH="0" baseline="0">
                <a:solidFill>
                  <a:srgbClr val="000000"/>
                </a:solidFill>
                <a:latin typeface="KoPub돋움체 Light"/>
                <a:ea typeface="KoPub돋움체 Light"/>
                <a:cs typeface="Corbel"/>
              </a:rPr>
              <a:t>/</a:t>
            </a:r>
            <a:r>
              <a:rPr kumimoji="0" lang="ko-KR" altLang="en-US" sz="800" b="0" i="0" u="none" strike="noStrike" kern="1200" cap="none" spc="0" normalizeH="0" baseline="0">
                <a:solidFill>
                  <a:srgbClr val="000000"/>
                </a:solidFill>
                <a:latin typeface="KoPub돋움체 Light"/>
                <a:ea typeface="KoPub돋움체 Light"/>
                <a:cs typeface="맑은 고딕"/>
              </a:rPr>
              <a:t>저녁식사</a:t>
            </a:r>
            <a:r>
              <a:rPr kumimoji="0" lang="en-US" altLang="ko-KR" sz="800" b="0" i="0" u="none" strike="noStrike" kern="1200" cap="none" spc="0" normalizeH="0" baseline="0">
                <a:solidFill>
                  <a:srgbClr val="000000"/>
                </a:solidFill>
                <a:latin typeface="KoPub돋움체 Light"/>
                <a:ea typeface="KoPub돋움체 Light"/>
                <a:cs typeface="Corbel"/>
              </a:rPr>
              <a:t>)</a:t>
            </a:r>
          </a:p>
        </p:txBody>
      </p:sp>
      <p:sp>
        <p:nvSpPr>
          <p:cNvPr id="303" name="왼쪽 중괄호 164"/>
          <p:cNvSpPr/>
          <p:nvPr/>
        </p:nvSpPr>
        <p:spPr>
          <a:xfrm>
            <a:off x="5542837" y="3486203"/>
            <a:ext cx="129924" cy="352402"/>
          </a:xfrm>
          <a:prstGeom prst="leftBrace">
            <a:avLst>
              <a:gd name="adj1" fmla="val 8333"/>
              <a:gd name="adj2" fmla="val 50000"/>
            </a:avLst>
          </a:prstGeom>
          <a:noFill/>
          <a:ln w="19050" cap="flat" cmpd="sng" algn="ctr">
            <a:solidFill>
              <a:srgbClr val="A5B622">
                <a:alpha val="100000"/>
              </a:srgbClr>
            </a:solidFill>
            <a:prstDash val="solid"/>
          </a:ln>
        </p:spPr>
        <p:txBody>
          <a:bodyPr anchor="ctr"/>
          <a:lstStyle/>
          <a:p>
            <a:pPr marL="0" indent="0" algn="ctr" defTabSz="457200" rtl="0" eaLnBrk="1" latinLnBrk="0" hangingPunct="1">
              <a:lnSpc>
                <a:spcPct val="100000"/>
              </a:lnSpc>
              <a:spcBef>
                <a:spcPct val="0"/>
              </a:spcBef>
              <a:spcAft>
                <a:spcPts val="0"/>
              </a:spcAft>
              <a:buNone/>
              <a:defRPr/>
            </a:pPr>
            <a:endParaRPr kumimoji="0" lang="en-US" altLang="ko-KR" sz="1800" b="0" i="0" u="none" strike="noStrike" kern="1200" cap="none" spc="0" normalizeH="0" baseline="0">
              <a:solidFill>
                <a:srgbClr val="000000"/>
              </a:solidFill>
              <a:latin typeface="KoPub돋움체 Light"/>
              <a:ea typeface="KoPub돋움체 Light"/>
              <a:cs typeface="Corbel"/>
            </a:endParaRPr>
          </a:p>
        </p:txBody>
      </p:sp>
      <p:sp>
        <p:nvSpPr>
          <p:cNvPr id="304" name="TextBox 167"/>
          <p:cNvSpPr txBox="1"/>
          <p:nvPr/>
        </p:nvSpPr>
        <p:spPr>
          <a:xfrm>
            <a:off x="7809890" y="792731"/>
            <a:ext cx="799677" cy="453170"/>
          </a:xfrm>
          <a:prstGeom prst="rect">
            <a:avLst/>
          </a:prstGeom>
          <a:ln w="28575">
            <a:solidFill>
              <a:srgbClr val="008000">
                <a:alpha val="100000"/>
              </a:srgbClr>
            </a:solidFill>
          </a:ln>
        </p:spPr>
        <p:txBody>
          <a:bodyPr wrap="square">
            <a:spAutoFit/>
          </a:bodyPr>
          <a:lstStyle/>
          <a:p>
            <a:pPr marL="0" indent="0" algn="l" defTabSz="457200" rtl="0" eaLnBrk="1" latinLnBrk="0" hangingPunct="1">
              <a:lnSpc>
                <a:spcPct val="100000"/>
              </a:lnSpc>
              <a:spcBef>
                <a:spcPct val="0"/>
              </a:spcBef>
              <a:spcAft>
                <a:spcPts val="0"/>
              </a:spcAft>
              <a:buNone/>
              <a:defRPr/>
            </a:pPr>
            <a:r>
              <a:rPr kumimoji="0" lang="ko-KR" altLang="en-US" sz="800" b="0" i="0" u="none" strike="noStrike" kern="1200" cap="none" spc="0" normalizeH="0" baseline="0">
                <a:solidFill>
                  <a:srgbClr val="FF6600"/>
                </a:solidFill>
                <a:latin typeface="KoPub돋움체 Light"/>
                <a:ea typeface="KoPub돋움체 Light"/>
                <a:cs typeface="맑은 고딕"/>
              </a:rPr>
              <a:t>①</a:t>
            </a:r>
            <a:r>
              <a:rPr kumimoji="0" lang="ko-KR" altLang="en-US" sz="800" b="0" i="0" u="none" strike="noStrike" kern="1200" cap="none" spc="0" normalizeH="0" baseline="0">
                <a:solidFill>
                  <a:srgbClr val="000000"/>
                </a:solidFill>
                <a:latin typeface="KoPub돋움체 Light"/>
                <a:ea typeface="KoPub돋움체 Light"/>
                <a:cs typeface="맑은 고딕"/>
              </a:rPr>
              <a:t> 제목</a:t>
            </a:r>
            <a:r>
              <a:rPr kumimoji="0" lang="en-US" altLang="ko-KR" sz="800" b="0" i="0" u="none" strike="noStrike" kern="1200" cap="none" spc="0" normalizeH="0" baseline="0">
                <a:solidFill>
                  <a:srgbClr val="000000"/>
                </a:solidFill>
                <a:latin typeface="KoPub돋움체 Light"/>
                <a:ea typeface="KoPub돋움체 Light"/>
                <a:cs typeface="Corbel"/>
              </a:rPr>
              <a:t>,</a:t>
            </a:r>
            <a:r>
              <a:rPr kumimoji="0" lang="ko-KR" altLang="en-US" sz="800" b="0" i="0" u="none" strike="noStrike" kern="1200" cap="none" spc="0" normalizeH="0" baseline="0">
                <a:solidFill>
                  <a:srgbClr val="000000"/>
                </a:solidFill>
                <a:latin typeface="KoPub돋움체 Light"/>
                <a:ea typeface="KoPub돋움체 Light"/>
                <a:cs typeface="맑은 고딕"/>
              </a:rPr>
              <a:t> 내용</a:t>
            </a:r>
          </a:p>
          <a:p>
            <a:pPr marL="0" indent="0" algn="l" defTabSz="457200" rtl="0" eaLnBrk="1" latinLnBrk="0" hangingPunct="1">
              <a:lnSpc>
                <a:spcPct val="100000"/>
              </a:lnSpc>
              <a:spcBef>
                <a:spcPct val="0"/>
              </a:spcBef>
              <a:spcAft>
                <a:spcPts val="0"/>
              </a:spcAft>
              <a:buNone/>
              <a:defRPr/>
            </a:pPr>
            <a:r>
              <a:rPr kumimoji="0" lang="ko-KR" altLang="en-US" sz="800" b="0" i="0" u="none" strike="noStrike" kern="1200" cap="none" spc="0" normalizeH="0" baseline="0">
                <a:solidFill>
                  <a:srgbClr val="FF6600"/>
                </a:solidFill>
                <a:latin typeface="KoPub돋움체 Light"/>
                <a:ea typeface="KoPub돋움체 Light"/>
                <a:cs typeface="맑은 고딕"/>
              </a:rPr>
              <a:t>②</a:t>
            </a:r>
            <a:r>
              <a:rPr kumimoji="0" lang="ko-KR" altLang="en-US" sz="800" b="0" i="0" u="none" strike="noStrike" kern="1200" cap="none" spc="0" normalizeH="0" baseline="0">
                <a:solidFill>
                  <a:srgbClr val="000000"/>
                </a:solidFill>
                <a:latin typeface="KoPub돋움체 Light"/>
                <a:ea typeface="KoPub돋움체 Light"/>
                <a:cs typeface="맑은 고딕"/>
              </a:rPr>
              <a:t> 답변여부</a:t>
            </a:r>
          </a:p>
          <a:p>
            <a:pPr marL="0" indent="0" algn="l" defTabSz="457200" rtl="0" eaLnBrk="1" latinLnBrk="0" hangingPunct="1">
              <a:lnSpc>
                <a:spcPct val="100000"/>
              </a:lnSpc>
              <a:spcBef>
                <a:spcPct val="0"/>
              </a:spcBef>
              <a:spcAft>
                <a:spcPts val="0"/>
              </a:spcAft>
              <a:buNone/>
              <a:defRPr/>
            </a:pPr>
            <a:r>
              <a:rPr kumimoji="0" lang="ko-KR" altLang="en-US" sz="800" b="0" i="0" u="none" strike="noStrike" kern="1200" cap="none" spc="0" normalizeH="0" baseline="0">
                <a:solidFill>
                  <a:srgbClr val="FF6600"/>
                </a:solidFill>
                <a:latin typeface="KoPub돋움체 Light"/>
                <a:ea typeface="KoPub돋움체 Light"/>
                <a:cs typeface="맑은 고딕"/>
              </a:rPr>
              <a:t>③</a:t>
            </a:r>
            <a:r>
              <a:rPr kumimoji="0" lang="ko-KR" altLang="en-US" sz="800" b="0" i="0" u="none" strike="noStrike" kern="1200" cap="none" spc="0" normalizeH="0" baseline="0">
                <a:solidFill>
                  <a:srgbClr val="000000"/>
                </a:solidFill>
                <a:latin typeface="KoPub돋움체 Light"/>
                <a:ea typeface="KoPub돋움체 Light"/>
                <a:cs typeface="맑은 고딕"/>
              </a:rPr>
              <a:t> 답변내용</a:t>
            </a:r>
          </a:p>
        </p:txBody>
      </p:sp>
      <p:sp>
        <p:nvSpPr>
          <p:cNvPr id="305" name="TextBox 180"/>
          <p:cNvSpPr txBox="1"/>
          <p:nvPr/>
        </p:nvSpPr>
        <p:spPr>
          <a:xfrm>
            <a:off x="5647735" y="342651"/>
            <a:ext cx="1884094" cy="700049"/>
          </a:xfrm>
          <a:prstGeom prst="rect">
            <a:avLst/>
          </a:prstGeom>
          <a:ln w="28575">
            <a:solidFill>
              <a:srgbClr val="008000">
                <a:alpha val="100000"/>
              </a:srgbClr>
            </a:solidFill>
          </a:ln>
        </p:spPr>
        <p:txBody>
          <a:bodyPr wrap="square">
            <a:spAutoFit/>
          </a:bodyPr>
          <a:lstStyle/>
          <a:p>
            <a:pPr marL="0" indent="0" algn="l" defTabSz="457200" rtl="0" eaLnBrk="1" latinLnBrk="0" hangingPunct="1">
              <a:lnSpc>
                <a:spcPct val="100000"/>
              </a:lnSpc>
              <a:spcBef>
                <a:spcPct val="0"/>
              </a:spcBef>
              <a:spcAft>
                <a:spcPts val="0"/>
              </a:spcAft>
              <a:buNone/>
              <a:defRPr/>
            </a:pPr>
            <a:r>
              <a:rPr kumimoji="0" lang="ko-KR" altLang="en-US" sz="800" b="0" i="0" u="none" strike="noStrike" kern="1200" cap="none" spc="0" normalizeH="0" baseline="0">
                <a:solidFill>
                  <a:srgbClr val="FF0000"/>
                </a:solidFill>
                <a:latin typeface="KoPub돋움체 Light"/>
                <a:ea typeface="KoPub돋움체 Light"/>
                <a:cs typeface="맑은 고딕"/>
              </a:rPr>
              <a:t>①</a:t>
            </a:r>
            <a:r>
              <a:rPr kumimoji="0" lang="ko-KR" altLang="en-US" sz="800" b="0" i="0" u="none" strike="noStrike" kern="1200" cap="none" spc="0" normalizeH="0" baseline="0">
                <a:solidFill>
                  <a:srgbClr val="000000"/>
                </a:solidFill>
                <a:latin typeface="KoPub돋움체 Light"/>
                <a:ea typeface="KoPub돋움체 Light"/>
                <a:cs typeface="맑은 고딕"/>
              </a:rPr>
              <a:t> 회원번호</a:t>
            </a:r>
            <a:r>
              <a:rPr kumimoji="0" lang="en-US" altLang="ko-KR" sz="800" b="0" i="0" u="none" strike="noStrike" kern="1200" cap="none" spc="0" normalizeH="0" baseline="0">
                <a:solidFill>
                  <a:srgbClr val="000000"/>
                </a:solidFill>
                <a:latin typeface="KoPub돋움체 Light"/>
                <a:ea typeface="KoPub돋움체 Light"/>
                <a:cs typeface="Corbel"/>
              </a:rPr>
              <a:t>(PK)</a:t>
            </a:r>
          </a:p>
          <a:p>
            <a:pPr marL="0" indent="0" algn="l" defTabSz="457200" rtl="0" eaLnBrk="1" latinLnBrk="0" hangingPunct="1">
              <a:lnSpc>
                <a:spcPct val="100000"/>
              </a:lnSpc>
              <a:spcBef>
                <a:spcPct val="0"/>
              </a:spcBef>
              <a:spcAft>
                <a:spcPts val="0"/>
              </a:spcAft>
              <a:buNone/>
              <a:defRPr/>
            </a:pPr>
            <a:r>
              <a:rPr kumimoji="0" lang="ko-KR" altLang="en-US" sz="800" b="0" i="0" u="none" strike="noStrike" kern="1200" cap="none" spc="0" normalizeH="0" baseline="0">
                <a:solidFill>
                  <a:srgbClr val="FF0000"/>
                </a:solidFill>
                <a:latin typeface="KoPub돋움체 Light"/>
                <a:ea typeface="KoPub돋움체 Light"/>
                <a:cs typeface="맑은 고딕"/>
              </a:rPr>
              <a:t>②</a:t>
            </a:r>
            <a:r>
              <a:rPr kumimoji="0" lang="ko-KR" altLang="en-US" sz="800" b="0" i="0" u="none" strike="noStrike" kern="1200" cap="none" spc="0" normalizeH="0" baseline="0">
                <a:solidFill>
                  <a:srgbClr val="000000"/>
                </a:solidFill>
                <a:latin typeface="KoPub돋움체 Light"/>
                <a:ea typeface="KoPub돋움체 Light"/>
                <a:cs typeface="맑은 고딕"/>
              </a:rPr>
              <a:t> 기본정보</a:t>
            </a:r>
            <a:r>
              <a:rPr kumimoji="0" lang="en-US" altLang="ko-KR" sz="800" b="0" i="0" u="none" strike="noStrike" kern="1200" cap="none" spc="0" normalizeH="0" baseline="0">
                <a:solidFill>
                  <a:srgbClr val="000000"/>
                </a:solidFill>
                <a:latin typeface="KoPub돋움체 Light"/>
                <a:ea typeface="KoPub돋움체 Light"/>
                <a:cs typeface="Corbel"/>
              </a:rPr>
              <a:t>(ID, </a:t>
            </a:r>
            <a:r>
              <a:rPr kumimoji="0" lang="ko-KR" altLang="en-US" sz="800" b="0" i="0" u="none" strike="noStrike" kern="1200" cap="none" spc="0" normalizeH="0" baseline="0">
                <a:solidFill>
                  <a:srgbClr val="000000"/>
                </a:solidFill>
                <a:latin typeface="KoPub돋움체 Light"/>
                <a:ea typeface="KoPub돋움체 Light"/>
                <a:cs typeface="맑은 고딕"/>
              </a:rPr>
              <a:t>이름</a:t>
            </a:r>
            <a:r>
              <a:rPr kumimoji="0" lang="en-US" altLang="ko-KR" sz="800" b="0" i="0" u="none" strike="noStrike" kern="1200" cap="none" spc="0" normalizeH="0" baseline="0">
                <a:solidFill>
                  <a:srgbClr val="000000"/>
                </a:solidFill>
                <a:latin typeface="KoPub돋움체 Light"/>
                <a:ea typeface="KoPub돋움체 Light"/>
                <a:cs typeface="Corbel"/>
              </a:rPr>
              <a:t>/</a:t>
            </a:r>
            <a:r>
              <a:rPr kumimoji="0" lang="ko-KR" altLang="en-US" sz="800" b="0" i="0" u="none" strike="noStrike" kern="1200" cap="none" spc="0" normalizeH="0" baseline="0">
                <a:solidFill>
                  <a:srgbClr val="000000"/>
                </a:solidFill>
                <a:latin typeface="KoPub돋움체 Light"/>
                <a:ea typeface="KoPub돋움체 Light"/>
                <a:cs typeface="맑은 고딕"/>
              </a:rPr>
              <a:t>별명</a:t>
            </a:r>
            <a:r>
              <a:rPr kumimoji="0" lang="en-US" altLang="ko-KR" sz="800" b="0" i="0" u="none" strike="noStrike" kern="1200" cap="none" spc="0" normalizeH="0" baseline="0">
                <a:solidFill>
                  <a:srgbClr val="000000"/>
                </a:solidFill>
                <a:latin typeface="KoPub돋움체 Light"/>
                <a:ea typeface="KoPub돋움체 Light"/>
                <a:cs typeface="Corbel"/>
              </a:rPr>
              <a:t>,</a:t>
            </a:r>
            <a:r>
              <a:rPr kumimoji="0" lang="ko-KR" altLang="en-US" sz="800" b="0" i="0" u="none" strike="noStrike" kern="1200" cap="none" spc="0" normalizeH="0" baseline="0">
                <a:solidFill>
                  <a:srgbClr val="000000"/>
                </a:solidFill>
                <a:latin typeface="KoPub돋움체 Light"/>
                <a:ea typeface="KoPub돋움체 Light"/>
                <a:cs typeface="맑은 고딕"/>
              </a:rPr>
              <a:t> 비밀번호</a:t>
            </a:r>
            <a:r>
              <a:rPr kumimoji="0" lang="en-US" altLang="ko-KR" sz="800" b="0" i="0" u="none" strike="noStrike" kern="1200" cap="none" spc="0" normalizeH="0" baseline="0">
                <a:solidFill>
                  <a:srgbClr val="000000"/>
                </a:solidFill>
                <a:latin typeface="KoPub돋움체 Light"/>
                <a:ea typeface="KoPub돋움체 Light"/>
                <a:cs typeface="Corbel"/>
              </a:rPr>
              <a:t>)</a:t>
            </a:r>
          </a:p>
          <a:p>
            <a:pPr marL="0" indent="0" algn="l" defTabSz="457200" rtl="0" eaLnBrk="1" latinLnBrk="0" hangingPunct="1">
              <a:lnSpc>
                <a:spcPct val="100000"/>
              </a:lnSpc>
              <a:spcBef>
                <a:spcPct val="0"/>
              </a:spcBef>
              <a:spcAft>
                <a:spcPts val="0"/>
              </a:spcAft>
              <a:buNone/>
              <a:defRPr/>
            </a:pPr>
            <a:r>
              <a:rPr kumimoji="0" lang="ko-KR" altLang="en-US" sz="800" b="0" i="0" u="none" strike="noStrike" kern="1200" cap="none" spc="0" normalizeH="0" baseline="0">
                <a:solidFill>
                  <a:srgbClr val="FF0000"/>
                </a:solidFill>
                <a:latin typeface="KoPub돋움체 Light"/>
                <a:ea typeface="KoPub돋움체 Light"/>
                <a:cs typeface="맑은 고딕"/>
              </a:rPr>
              <a:t>③</a:t>
            </a:r>
            <a:r>
              <a:rPr kumimoji="0" lang="ko-KR" altLang="en-US" sz="800" b="0" i="0" u="none" strike="noStrike" kern="1200" cap="none" spc="0" normalizeH="0" baseline="0">
                <a:solidFill>
                  <a:srgbClr val="000000"/>
                </a:solidFill>
                <a:latin typeface="KoPub돋움체 Light"/>
                <a:ea typeface="KoPub돋움체 Light"/>
                <a:cs typeface="맑은 고딕"/>
              </a:rPr>
              <a:t> 신체정보</a:t>
            </a:r>
            <a:r>
              <a:rPr kumimoji="0" lang="en-US" altLang="ko-KR" sz="800" b="0" i="0" u="none" strike="noStrike" kern="1200" cap="none" spc="0" normalizeH="0" baseline="0">
                <a:solidFill>
                  <a:srgbClr val="000000"/>
                </a:solidFill>
                <a:latin typeface="KoPub돋움체 Light"/>
                <a:ea typeface="KoPub돋움체 Light"/>
                <a:cs typeface="Corbel"/>
              </a:rPr>
              <a:t>(</a:t>
            </a:r>
            <a:r>
              <a:rPr kumimoji="0" lang="ko-KR" altLang="en-US" sz="800" b="0" i="0" u="none" strike="noStrike" kern="1200" cap="none" spc="0" normalizeH="0" baseline="0">
                <a:solidFill>
                  <a:srgbClr val="000000"/>
                </a:solidFill>
                <a:latin typeface="KoPub돋움체 Light"/>
                <a:ea typeface="KoPub돋움체 Light"/>
                <a:cs typeface="맑은 고딕"/>
              </a:rPr>
              <a:t>성별</a:t>
            </a:r>
            <a:r>
              <a:rPr kumimoji="0" lang="en-US" altLang="ko-KR" sz="800" b="0" i="0" u="none" strike="noStrike" kern="1200" cap="none" spc="0" normalizeH="0" baseline="0">
                <a:solidFill>
                  <a:srgbClr val="000000"/>
                </a:solidFill>
                <a:latin typeface="KoPub돋움체 Light"/>
                <a:ea typeface="KoPub돋움체 Light"/>
                <a:cs typeface="Corbel"/>
              </a:rPr>
              <a:t>,</a:t>
            </a:r>
            <a:r>
              <a:rPr kumimoji="0" lang="ko-KR" altLang="en-US" sz="800" b="0" i="0" u="none" strike="noStrike" kern="1200" cap="none" spc="0" normalizeH="0" baseline="0">
                <a:solidFill>
                  <a:srgbClr val="000000"/>
                </a:solidFill>
                <a:latin typeface="KoPub돋움체 Light"/>
                <a:ea typeface="KoPub돋움체 Light"/>
                <a:cs typeface="맑은 고딕"/>
              </a:rPr>
              <a:t> 생년월일</a:t>
            </a:r>
            <a:r>
              <a:rPr kumimoji="0" lang="en-US" altLang="ko-KR" sz="800" b="0" i="0" u="none" strike="noStrike" kern="1200" cap="none" spc="0" normalizeH="0" baseline="0">
                <a:solidFill>
                  <a:srgbClr val="000000"/>
                </a:solidFill>
                <a:latin typeface="KoPub돋움체 Light"/>
                <a:ea typeface="KoPub돋움체 Light"/>
                <a:cs typeface="Corbel"/>
              </a:rPr>
              <a:t>,</a:t>
            </a:r>
            <a:r>
              <a:rPr kumimoji="0" lang="ko-KR" altLang="en-US" sz="800" b="0" i="0" u="none" strike="noStrike" kern="1200" cap="none" spc="0" normalizeH="0" baseline="0">
                <a:solidFill>
                  <a:srgbClr val="000000"/>
                </a:solidFill>
                <a:latin typeface="KoPub돋움체 Light"/>
                <a:ea typeface="KoPub돋움체 Light"/>
                <a:cs typeface="맑은 고딕"/>
              </a:rPr>
              <a:t> 신장</a:t>
            </a:r>
            <a:r>
              <a:rPr kumimoji="0" lang="en-US" altLang="ko-KR" sz="800" b="0" i="0" u="none" strike="noStrike" kern="1200" cap="none" spc="0" normalizeH="0" baseline="0">
                <a:solidFill>
                  <a:srgbClr val="000000"/>
                </a:solidFill>
                <a:latin typeface="KoPub돋움체 Light"/>
                <a:ea typeface="KoPub돋움체 Light"/>
                <a:cs typeface="Corbel"/>
              </a:rPr>
              <a:t>,</a:t>
            </a:r>
            <a:r>
              <a:rPr kumimoji="0" lang="ko-KR" altLang="en-US" sz="800" b="0" i="0" u="none" strike="noStrike" kern="1200" cap="none" spc="0" normalizeH="0" baseline="0">
                <a:solidFill>
                  <a:srgbClr val="000000"/>
                </a:solidFill>
                <a:latin typeface="KoPub돋움체 Light"/>
                <a:ea typeface="KoPub돋움체 Light"/>
                <a:cs typeface="맑은 고딕"/>
              </a:rPr>
              <a:t> 체중</a:t>
            </a:r>
            <a:r>
              <a:rPr kumimoji="0" lang="en-US" altLang="ko-KR" sz="800" b="0" i="0" u="none" strike="noStrike" kern="1200" cap="none" spc="0" normalizeH="0" baseline="0">
                <a:solidFill>
                  <a:srgbClr val="000000"/>
                </a:solidFill>
                <a:latin typeface="KoPub돋움체 Light"/>
                <a:ea typeface="KoPub돋움체 Light"/>
                <a:cs typeface="Corbel"/>
              </a:rPr>
              <a:t>)</a:t>
            </a:r>
          </a:p>
          <a:p>
            <a:pPr marL="0" indent="0" algn="l" defTabSz="457200" rtl="0" eaLnBrk="1" latinLnBrk="0" hangingPunct="1">
              <a:lnSpc>
                <a:spcPct val="100000"/>
              </a:lnSpc>
              <a:spcBef>
                <a:spcPct val="0"/>
              </a:spcBef>
              <a:spcAft>
                <a:spcPts val="0"/>
              </a:spcAft>
              <a:buNone/>
              <a:defRPr/>
            </a:pPr>
            <a:r>
              <a:rPr kumimoji="0" lang="ko-KR" altLang="en-US" sz="800" b="0" i="0" u="none" strike="noStrike" kern="1200" cap="none" spc="0" normalizeH="0" baseline="0">
                <a:solidFill>
                  <a:srgbClr val="FF0000"/>
                </a:solidFill>
                <a:latin typeface="KoPub돋움체 Light"/>
                <a:ea typeface="KoPub돋움체 Light"/>
                <a:cs typeface="맑은 고딕"/>
              </a:rPr>
              <a:t>④</a:t>
            </a:r>
            <a:r>
              <a:rPr kumimoji="0" lang="ko-KR" altLang="en-US" sz="800" b="0" i="0" u="none" strike="noStrike" kern="1200" cap="none" spc="0" normalizeH="0" baseline="0">
                <a:solidFill>
                  <a:srgbClr val="000000"/>
                </a:solidFill>
                <a:latin typeface="KoPub돋움체 Light"/>
                <a:ea typeface="KoPub돋움체 Light"/>
                <a:cs typeface="맑은 고딕"/>
              </a:rPr>
              <a:t> 기타정보</a:t>
            </a:r>
            <a:r>
              <a:rPr kumimoji="0" lang="en-US" altLang="ko-KR" sz="800" b="0" i="0" u="none" strike="noStrike" kern="1200" cap="none" spc="0" normalizeH="0" baseline="0">
                <a:solidFill>
                  <a:srgbClr val="000000"/>
                </a:solidFill>
                <a:latin typeface="KoPub돋움체 Light"/>
                <a:ea typeface="KoPub돋움체 Light"/>
                <a:cs typeface="Corbel"/>
              </a:rPr>
              <a:t>(</a:t>
            </a:r>
            <a:r>
              <a:rPr kumimoji="0" lang="ko-KR" altLang="en-US" sz="800" b="0" i="0" u="none" strike="noStrike" kern="1200" cap="none" spc="0" normalizeH="0" baseline="0">
                <a:solidFill>
                  <a:srgbClr val="000000"/>
                </a:solidFill>
                <a:latin typeface="KoPub돋움체 Light"/>
                <a:ea typeface="KoPub돋움체 Light"/>
                <a:cs typeface="맑은 고딕"/>
              </a:rPr>
              <a:t>이메일</a:t>
            </a:r>
            <a:r>
              <a:rPr kumimoji="0" lang="en-US" altLang="ko-KR" sz="800" b="0" i="0" u="none" strike="noStrike" kern="1200" cap="none" spc="0" normalizeH="0" baseline="0">
                <a:solidFill>
                  <a:srgbClr val="000000"/>
                </a:solidFill>
                <a:latin typeface="KoPub돋움체 Light"/>
                <a:ea typeface="KoPub돋움체 Light"/>
                <a:cs typeface="Corbel"/>
              </a:rPr>
              <a:t>,</a:t>
            </a:r>
            <a:r>
              <a:rPr kumimoji="0" lang="ko-KR" altLang="en-US" sz="800" b="0" i="0" u="none" strike="noStrike" kern="1200" cap="none" spc="0" normalizeH="0" baseline="0">
                <a:solidFill>
                  <a:srgbClr val="000000"/>
                </a:solidFill>
                <a:latin typeface="KoPub돋움체 Light"/>
                <a:ea typeface="KoPub돋움체 Light"/>
                <a:cs typeface="맑은 고딕"/>
              </a:rPr>
              <a:t> 전화번호</a:t>
            </a:r>
            <a:r>
              <a:rPr kumimoji="0" lang="en-US" altLang="ko-KR" sz="800" b="0" i="0" u="none" strike="noStrike" kern="1200" cap="none" spc="0" normalizeH="0" baseline="0">
                <a:solidFill>
                  <a:srgbClr val="000000"/>
                </a:solidFill>
                <a:latin typeface="KoPub돋움체 Light"/>
                <a:ea typeface="KoPub돋움체 Light"/>
                <a:cs typeface="Corbel"/>
              </a:rPr>
              <a:t>)</a:t>
            </a:r>
          </a:p>
          <a:p>
            <a:pPr marL="0" indent="0" algn="l" defTabSz="457200" rtl="0" eaLnBrk="1" latinLnBrk="0" hangingPunct="1">
              <a:lnSpc>
                <a:spcPct val="100000"/>
              </a:lnSpc>
              <a:spcBef>
                <a:spcPct val="0"/>
              </a:spcBef>
              <a:spcAft>
                <a:spcPts val="0"/>
              </a:spcAft>
              <a:buNone/>
              <a:defRPr/>
            </a:pPr>
            <a:r>
              <a:rPr kumimoji="0" lang="ko-KR" altLang="en-US" sz="800" b="0" i="0" u="none" strike="noStrike" kern="1200" cap="none" spc="0" normalizeH="0" baseline="0">
                <a:solidFill>
                  <a:srgbClr val="FF0000"/>
                </a:solidFill>
                <a:latin typeface="KoPub돋움체 Light"/>
                <a:ea typeface="KoPub돋움체 Light"/>
                <a:cs typeface="맑은 고딕"/>
              </a:rPr>
              <a:t>⑤</a:t>
            </a:r>
            <a:r>
              <a:rPr kumimoji="0" lang="ko-KR" altLang="en-US" sz="800" b="0" i="0" u="none" strike="noStrike" kern="1200" cap="none" spc="0" normalizeH="0" baseline="0">
                <a:solidFill>
                  <a:srgbClr val="000000"/>
                </a:solidFill>
                <a:latin typeface="KoPub돋움체 Light"/>
                <a:ea typeface="KoPub돋움체 Light"/>
                <a:cs typeface="맑은 고딕"/>
              </a:rPr>
              <a:t> 회원상태</a:t>
            </a:r>
            <a:r>
              <a:rPr kumimoji="0" lang="en-US" altLang="ko-KR" sz="800" b="0" i="0" u="none" strike="noStrike" kern="1200" cap="none" spc="0" normalizeH="0" baseline="0">
                <a:solidFill>
                  <a:srgbClr val="000000"/>
                </a:solidFill>
                <a:latin typeface="KoPub돋움체 Light"/>
                <a:ea typeface="KoPub돋움체 Light"/>
                <a:cs typeface="Corbel"/>
              </a:rPr>
              <a:t>(</a:t>
            </a:r>
            <a:r>
              <a:rPr kumimoji="0" lang="ko-KR" altLang="en-US" sz="800" b="0" i="0" u="none" strike="noStrike" kern="1200" cap="none" spc="0" normalizeH="0" baseline="0">
                <a:solidFill>
                  <a:srgbClr val="000000"/>
                </a:solidFill>
                <a:latin typeface="KoPub돋움체 Light"/>
                <a:ea typeface="KoPub돋움체 Light"/>
                <a:cs typeface="맑은 고딕"/>
              </a:rPr>
              <a:t>관리자</a:t>
            </a:r>
            <a:r>
              <a:rPr kumimoji="0" lang="en-US" altLang="ko-KR" sz="800" b="0" i="0" u="none" strike="noStrike" kern="1200" cap="none" spc="0" normalizeH="0" baseline="0">
                <a:solidFill>
                  <a:srgbClr val="000000"/>
                </a:solidFill>
                <a:latin typeface="KoPub돋움체 Light"/>
                <a:ea typeface="KoPub돋움체 Light"/>
                <a:cs typeface="Corbel"/>
              </a:rPr>
              <a:t>,</a:t>
            </a:r>
            <a:r>
              <a:rPr kumimoji="0" lang="ko-KR" altLang="en-US" sz="800" b="0" i="0" u="none" strike="noStrike" kern="1200" cap="none" spc="0" normalizeH="0" baseline="0">
                <a:solidFill>
                  <a:srgbClr val="000000"/>
                </a:solidFill>
                <a:latin typeface="KoPub돋움체 Light"/>
                <a:ea typeface="KoPub돋움체 Light"/>
                <a:cs typeface="맑은 고딕"/>
              </a:rPr>
              <a:t> 활동</a:t>
            </a:r>
            <a:r>
              <a:rPr kumimoji="0" lang="en-US" altLang="ko-KR" sz="800" b="0" i="0" u="none" strike="noStrike" kern="1200" cap="none" spc="0" normalizeH="0" baseline="0">
                <a:solidFill>
                  <a:srgbClr val="000000"/>
                </a:solidFill>
                <a:latin typeface="KoPub돋움체 Light"/>
                <a:ea typeface="KoPub돋움체 Light"/>
                <a:cs typeface="Corbel"/>
              </a:rPr>
              <a:t>,</a:t>
            </a:r>
            <a:r>
              <a:rPr kumimoji="0" lang="ko-KR" altLang="en-US" sz="800" b="0" i="0" u="none" strike="noStrike" kern="1200" cap="none" spc="0" normalizeH="0" baseline="0">
                <a:solidFill>
                  <a:srgbClr val="000000"/>
                </a:solidFill>
                <a:latin typeface="KoPub돋움체 Light"/>
                <a:ea typeface="KoPub돋움체 Light"/>
                <a:cs typeface="맑은 고딕"/>
              </a:rPr>
              <a:t> 탈퇴 등</a:t>
            </a:r>
            <a:r>
              <a:rPr kumimoji="0" lang="en-US" altLang="ko-KR" sz="800" b="0" i="0" u="none" strike="noStrike" kern="1200" cap="none" spc="0" normalizeH="0" baseline="0">
                <a:solidFill>
                  <a:srgbClr val="000000"/>
                </a:solidFill>
                <a:latin typeface="KoPub돋움체 Light"/>
                <a:ea typeface="KoPub돋움체 Light"/>
                <a:cs typeface="Corbel"/>
              </a:rPr>
              <a:t>)</a:t>
            </a:r>
          </a:p>
        </p:txBody>
      </p:sp>
      <p:sp>
        <p:nvSpPr>
          <p:cNvPr id="306" name="TextBox 182"/>
          <p:cNvSpPr txBox="1"/>
          <p:nvPr/>
        </p:nvSpPr>
        <p:spPr>
          <a:xfrm>
            <a:off x="5381387" y="1161469"/>
            <a:ext cx="238304" cy="215029"/>
          </a:xfrm>
          <a:prstGeom prst="rect">
            <a:avLst/>
          </a:prstGeom>
        </p:spPr>
        <p:txBody>
          <a:bodyPr wrap="square">
            <a:spAutoFit/>
          </a:bodyPr>
          <a:lstStyle/>
          <a:p>
            <a:pPr marL="0" indent="0" algn="l" defTabSz="457200" rtl="0" eaLnBrk="1" latinLnBrk="0" hangingPunct="1">
              <a:lnSpc>
                <a:spcPct val="100000"/>
              </a:lnSpc>
              <a:spcBef>
                <a:spcPct val="0"/>
              </a:spcBef>
              <a:spcAft>
                <a:spcPts val="0"/>
              </a:spcAft>
              <a:buNone/>
              <a:defRPr/>
            </a:pPr>
            <a:r>
              <a:rPr kumimoji="0" lang="ko-KR" altLang="en-US" sz="800" b="0" i="0" u="none" strike="noStrike" kern="1200" cap="none" spc="0" normalizeH="0" baseline="0">
                <a:solidFill>
                  <a:srgbClr val="FF0000"/>
                </a:solidFill>
                <a:latin typeface="KoPub돋움체 Light"/>
                <a:ea typeface="KoPub돋움체 Light"/>
                <a:cs typeface="맑은 고딕"/>
              </a:rPr>
              <a:t>①</a:t>
            </a:r>
          </a:p>
        </p:txBody>
      </p:sp>
      <p:sp>
        <p:nvSpPr>
          <p:cNvPr id="307" name="왼쪽 중괄호 183"/>
          <p:cNvSpPr/>
          <p:nvPr/>
        </p:nvSpPr>
        <p:spPr>
          <a:xfrm>
            <a:off x="5585914" y="1424516"/>
            <a:ext cx="116678" cy="221434"/>
          </a:xfrm>
          <a:prstGeom prst="leftBrace">
            <a:avLst>
              <a:gd name="adj1" fmla="val 8333"/>
              <a:gd name="adj2" fmla="val 50000"/>
            </a:avLst>
          </a:prstGeom>
          <a:noFill/>
          <a:ln w="19050" cap="flat" cmpd="sng" algn="ctr">
            <a:solidFill>
              <a:srgbClr val="A5B622">
                <a:alpha val="100000"/>
              </a:srgbClr>
            </a:solidFill>
            <a:prstDash val="solid"/>
          </a:ln>
        </p:spPr>
        <p:txBody>
          <a:bodyPr anchor="ctr"/>
          <a:lstStyle/>
          <a:p>
            <a:pPr marL="0" indent="0" algn="ctr" defTabSz="457200" rtl="0" eaLnBrk="1" latinLnBrk="0" hangingPunct="1">
              <a:lnSpc>
                <a:spcPct val="100000"/>
              </a:lnSpc>
              <a:spcBef>
                <a:spcPct val="0"/>
              </a:spcBef>
              <a:spcAft>
                <a:spcPts val="0"/>
              </a:spcAft>
              <a:buNone/>
              <a:defRPr/>
            </a:pPr>
            <a:endParaRPr kumimoji="0" lang="en-US" altLang="ko-KR" sz="1800" b="0" i="0" u="none" strike="noStrike" kern="1200" cap="none" spc="0" normalizeH="0" baseline="0">
              <a:solidFill>
                <a:srgbClr val="000000"/>
              </a:solidFill>
              <a:latin typeface="KoPub돋움체 Light"/>
              <a:ea typeface="KoPub돋움체 Light"/>
              <a:cs typeface="Corbel"/>
            </a:endParaRPr>
          </a:p>
        </p:txBody>
      </p:sp>
      <p:sp>
        <p:nvSpPr>
          <p:cNvPr id="308" name="TextBox 184"/>
          <p:cNvSpPr txBox="1"/>
          <p:nvPr/>
        </p:nvSpPr>
        <p:spPr>
          <a:xfrm>
            <a:off x="5378769" y="1431294"/>
            <a:ext cx="238535" cy="214626"/>
          </a:xfrm>
          <a:prstGeom prst="rect">
            <a:avLst/>
          </a:prstGeom>
        </p:spPr>
        <p:txBody>
          <a:bodyPr wrap="square">
            <a:spAutoFit/>
          </a:bodyPr>
          <a:lstStyle/>
          <a:p>
            <a:pPr marL="0" indent="0" algn="l" defTabSz="457200" rtl="0" eaLnBrk="1" latinLnBrk="0" hangingPunct="1">
              <a:lnSpc>
                <a:spcPct val="100000"/>
              </a:lnSpc>
              <a:spcBef>
                <a:spcPct val="0"/>
              </a:spcBef>
              <a:spcAft>
                <a:spcPts val="0"/>
              </a:spcAft>
              <a:buNone/>
              <a:defRPr/>
            </a:pPr>
            <a:r>
              <a:rPr kumimoji="0" lang="ko-KR" altLang="en-US" sz="800" b="0" i="0" u="none" strike="noStrike" kern="1200" cap="none" spc="0" normalizeH="0" baseline="0">
                <a:solidFill>
                  <a:srgbClr val="FF0000"/>
                </a:solidFill>
                <a:latin typeface="KoPub돋움체 Light"/>
                <a:ea typeface="KoPub돋움체 Light"/>
                <a:cs typeface="맑은 고딕"/>
              </a:rPr>
              <a:t>②</a:t>
            </a:r>
            <a:endParaRPr kumimoji="0" lang="ko-KR" altLang="en-US" sz="1800" b="0" i="0" u="none" strike="noStrike" kern="1200" cap="none" spc="0" normalizeH="0" baseline="0">
              <a:solidFill>
                <a:srgbClr val="000000"/>
              </a:solidFill>
              <a:latin typeface="KoPub돋움체 Light"/>
              <a:ea typeface="KoPub돋움체 Light"/>
              <a:cs typeface="맑은 고딕"/>
            </a:endParaRPr>
          </a:p>
        </p:txBody>
      </p:sp>
      <p:sp>
        <p:nvSpPr>
          <p:cNvPr id="309" name="왼쪽 중괄호 185"/>
          <p:cNvSpPr/>
          <p:nvPr/>
        </p:nvSpPr>
        <p:spPr>
          <a:xfrm>
            <a:off x="5581152" y="1720418"/>
            <a:ext cx="116678" cy="338115"/>
          </a:xfrm>
          <a:prstGeom prst="leftBrace">
            <a:avLst>
              <a:gd name="adj1" fmla="val 8333"/>
              <a:gd name="adj2" fmla="val 50000"/>
            </a:avLst>
          </a:prstGeom>
          <a:noFill/>
          <a:ln w="19050" cap="flat" cmpd="sng" algn="ctr">
            <a:solidFill>
              <a:srgbClr val="A5B622">
                <a:alpha val="100000"/>
              </a:srgbClr>
            </a:solidFill>
            <a:prstDash val="solid"/>
          </a:ln>
        </p:spPr>
        <p:txBody>
          <a:bodyPr anchor="ctr"/>
          <a:lstStyle/>
          <a:p>
            <a:pPr marL="0" indent="0" algn="ctr" defTabSz="457200" rtl="0" eaLnBrk="1" latinLnBrk="0" hangingPunct="1">
              <a:lnSpc>
                <a:spcPct val="100000"/>
              </a:lnSpc>
              <a:spcBef>
                <a:spcPct val="0"/>
              </a:spcBef>
              <a:spcAft>
                <a:spcPts val="0"/>
              </a:spcAft>
              <a:buNone/>
              <a:defRPr/>
            </a:pPr>
            <a:endParaRPr kumimoji="0" lang="en-US" altLang="ko-KR" sz="1800" b="0" i="0" u="none" strike="noStrike" kern="1200" cap="none" spc="0" normalizeH="0" baseline="0">
              <a:solidFill>
                <a:srgbClr val="000000"/>
              </a:solidFill>
              <a:latin typeface="KoPub돋움체 Light"/>
              <a:ea typeface="KoPub돋움체 Light"/>
              <a:cs typeface="Corbel"/>
            </a:endParaRPr>
          </a:p>
        </p:txBody>
      </p:sp>
      <p:sp>
        <p:nvSpPr>
          <p:cNvPr id="310" name="왼쪽 중괄호 186"/>
          <p:cNvSpPr/>
          <p:nvPr/>
        </p:nvSpPr>
        <p:spPr>
          <a:xfrm>
            <a:off x="5581152" y="2143278"/>
            <a:ext cx="116678" cy="116659"/>
          </a:xfrm>
          <a:prstGeom prst="leftBrace">
            <a:avLst>
              <a:gd name="adj1" fmla="val 8333"/>
              <a:gd name="adj2" fmla="val 50000"/>
            </a:avLst>
          </a:prstGeom>
          <a:noFill/>
          <a:ln w="19050" cap="flat" cmpd="sng" algn="ctr">
            <a:solidFill>
              <a:srgbClr val="A5B622">
                <a:alpha val="100000"/>
              </a:srgbClr>
            </a:solidFill>
            <a:prstDash val="solid"/>
          </a:ln>
        </p:spPr>
        <p:txBody>
          <a:bodyPr anchor="ctr"/>
          <a:lstStyle/>
          <a:p>
            <a:pPr marL="0" indent="0" algn="ctr" defTabSz="457200" rtl="0" eaLnBrk="1" latinLnBrk="0" hangingPunct="1">
              <a:lnSpc>
                <a:spcPct val="100000"/>
              </a:lnSpc>
              <a:spcBef>
                <a:spcPct val="0"/>
              </a:spcBef>
              <a:spcAft>
                <a:spcPts val="0"/>
              </a:spcAft>
              <a:buNone/>
              <a:defRPr/>
            </a:pPr>
            <a:endParaRPr kumimoji="0" lang="en-US" altLang="ko-KR" sz="1800" b="0" i="0" u="none" strike="noStrike" kern="1200" cap="none" spc="0" normalizeH="0" baseline="0">
              <a:solidFill>
                <a:srgbClr val="000000"/>
              </a:solidFill>
              <a:latin typeface="KoPub돋움체 Light"/>
              <a:ea typeface="KoPub돋움체 Light"/>
              <a:cs typeface="Corbel"/>
            </a:endParaRPr>
          </a:p>
        </p:txBody>
      </p:sp>
      <p:sp>
        <p:nvSpPr>
          <p:cNvPr id="311" name="TextBox 187"/>
          <p:cNvSpPr txBox="1"/>
          <p:nvPr/>
        </p:nvSpPr>
        <p:spPr>
          <a:xfrm>
            <a:off x="5378769" y="1784345"/>
            <a:ext cx="239793" cy="214603"/>
          </a:xfrm>
          <a:prstGeom prst="rect">
            <a:avLst/>
          </a:prstGeom>
        </p:spPr>
        <p:txBody>
          <a:bodyPr wrap="square">
            <a:spAutoFit/>
          </a:bodyPr>
          <a:lstStyle/>
          <a:p>
            <a:pPr marL="0" indent="0" algn="l" defTabSz="457200" rtl="0" eaLnBrk="1" latinLnBrk="0" hangingPunct="1">
              <a:lnSpc>
                <a:spcPct val="100000"/>
              </a:lnSpc>
              <a:spcBef>
                <a:spcPct val="0"/>
              </a:spcBef>
              <a:spcAft>
                <a:spcPts val="0"/>
              </a:spcAft>
              <a:buNone/>
              <a:defRPr/>
            </a:pPr>
            <a:r>
              <a:rPr kumimoji="0" lang="ko-KR" altLang="en-US" sz="800" b="0" i="0" u="none" strike="noStrike" kern="1200" cap="none" spc="0" normalizeH="0" baseline="0">
                <a:solidFill>
                  <a:srgbClr val="FF0000"/>
                </a:solidFill>
                <a:latin typeface="KoPub돋움체 Light"/>
                <a:ea typeface="KoPub돋움체 Light"/>
                <a:cs typeface="맑은 고딕"/>
              </a:rPr>
              <a:t>③</a:t>
            </a:r>
          </a:p>
        </p:txBody>
      </p:sp>
      <p:sp>
        <p:nvSpPr>
          <p:cNvPr id="312" name="TextBox 188"/>
          <p:cNvSpPr txBox="1"/>
          <p:nvPr/>
        </p:nvSpPr>
        <p:spPr>
          <a:xfrm>
            <a:off x="5376388" y="2095288"/>
            <a:ext cx="239793" cy="214755"/>
          </a:xfrm>
          <a:prstGeom prst="rect">
            <a:avLst/>
          </a:prstGeom>
        </p:spPr>
        <p:txBody>
          <a:bodyPr wrap="square">
            <a:spAutoFit/>
          </a:bodyPr>
          <a:lstStyle/>
          <a:p>
            <a:pPr marL="0" indent="0" algn="l" defTabSz="457200" rtl="0" eaLnBrk="1" latinLnBrk="0" hangingPunct="1">
              <a:lnSpc>
                <a:spcPct val="100000"/>
              </a:lnSpc>
              <a:spcBef>
                <a:spcPct val="0"/>
              </a:spcBef>
              <a:spcAft>
                <a:spcPts val="0"/>
              </a:spcAft>
              <a:buNone/>
              <a:defRPr/>
            </a:pPr>
            <a:r>
              <a:rPr kumimoji="0" lang="ko-KR" altLang="en-US" sz="800" b="0" i="0" u="none" strike="noStrike" kern="1200" cap="none" spc="0" normalizeH="0" baseline="0">
                <a:solidFill>
                  <a:srgbClr val="FF0000"/>
                </a:solidFill>
                <a:latin typeface="KoPub돋움체 Light"/>
                <a:ea typeface="KoPub돋움체 Light"/>
                <a:cs typeface="맑은 고딕"/>
              </a:rPr>
              <a:t>④</a:t>
            </a:r>
          </a:p>
        </p:txBody>
      </p:sp>
      <p:sp>
        <p:nvSpPr>
          <p:cNvPr id="313" name="TextBox 190"/>
          <p:cNvSpPr txBox="1"/>
          <p:nvPr/>
        </p:nvSpPr>
        <p:spPr>
          <a:xfrm>
            <a:off x="5378063" y="2432953"/>
            <a:ext cx="239556" cy="214791"/>
          </a:xfrm>
          <a:prstGeom prst="rect">
            <a:avLst/>
          </a:prstGeom>
        </p:spPr>
        <p:txBody>
          <a:bodyPr wrap="square">
            <a:spAutoFit/>
          </a:bodyPr>
          <a:lstStyle/>
          <a:p>
            <a:pPr marL="0" indent="0" algn="l" defTabSz="457200" rtl="0" eaLnBrk="1" latinLnBrk="0" hangingPunct="1">
              <a:lnSpc>
                <a:spcPct val="100000"/>
              </a:lnSpc>
              <a:spcBef>
                <a:spcPct val="0"/>
              </a:spcBef>
              <a:spcAft>
                <a:spcPts val="0"/>
              </a:spcAft>
              <a:buNone/>
              <a:defRPr/>
            </a:pPr>
            <a:r>
              <a:rPr kumimoji="0" lang="ko-KR" altLang="en-US" sz="800" b="0" i="0" u="none" strike="noStrike" kern="1200" cap="none" spc="0" normalizeH="0" baseline="0">
                <a:solidFill>
                  <a:srgbClr val="FF0000"/>
                </a:solidFill>
                <a:latin typeface="KoPub돋움체 Light"/>
                <a:ea typeface="KoPub돋움체 Light"/>
                <a:cs typeface="맑은 고딕"/>
              </a:rPr>
              <a:t>⑤</a:t>
            </a:r>
          </a:p>
        </p:txBody>
      </p:sp>
      <p:sp>
        <p:nvSpPr>
          <p:cNvPr id="314" name="TextBox 191"/>
          <p:cNvSpPr txBox="1"/>
          <p:nvPr/>
        </p:nvSpPr>
        <p:spPr>
          <a:xfrm>
            <a:off x="4098640" y="484412"/>
            <a:ext cx="1366230" cy="573732"/>
          </a:xfrm>
          <a:prstGeom prst="rect">
            <a:avLst/>
          </a:prstGeom>
          <a:ln w="28575">
            <a:solidFill>
              <a:srgbClr val="008000">
                <a:alpha val="100000"/>
              </a:srgbClr>
            </a:solidFill>
          </a:ln>
        </p:spPr>
        <p:txBody>
          <a:bodyPr wrap="square">
            <a:spAutoFit/>
          </a:bodyPr>
          <a:lstStyle/>
          <a:p>
            <a:pPr marL="0" indent="0" algn="l" defTabSz="457200" rtl="0" eaLnBrk="1" latinLnBrk="0" hangingPunct="1">
              <a:lnSpc>
                <a:spcPct val="100000"/>
              </a:lnSpc>
              <a:spcBef>
                <a:spcPct val="0"/>
              </a:spcBef>
              <a:spcAft>
                <a:spcPts val="0"/>
              </a:spcAft>
              <a:buNone/>
              <a:defRPr/>
            </a:pPr>
            <a:r>
              <a:rPr kumimoji="0" lang="ko-KR" altLang="en-US" sz="800" b="0" i="0" u="none" strike="noStrike" kern="1200" cap="none" spc="0" normalizeH="0" baseline="0">
                <a:solidFill>
                  <a:srgbClr val="0000FF"/>
                </a:solidFill>
                <a:latin typeface="KoPub돋움체 Light"/>
                <a:ea typeface="KoPub돋움체 Light"/>
                <a:cs typeface="맑은 고딕"/>
              </a:rPr>
              <a:t>①</a:t>
            </a:r>
            <a:r>
              <a:rPr kumimoji="0" lang="ko-KR" altLang="en-US" sz="800" b="0" i="0" u="none" strike="noStrike" kern="1200" cap="none" spc="0" normalizeH="0" baseline="0">
                <a:solidFill>
                  <a:srgbClr val="000000"/>
                </a:solidFill>
                <a:latin typeface="KoPub돋움체 Light"/>
                <a:ea typeface="KoPub돋움체 Light"/>
                <a:cs typeface="맑은 고딕"/>
              </a:rPr>
              <a:t> 각 식사시간별 메뉴</a:t>
            </a:r>
            <a:br>
              <a:rPr kumimoji="0" lang="ko-KR" altLang="en-US" sz="800" b="0" i="0" u="none" strike="noStrike" kern="1200" cap="none" spc="0" normalizeH="0" baseline="0">
                <a:solidFill>
                  <a:srgbClr val="000000"/>
                </a:solidFill>
                <a:latin typeface="KoPub돋움체 Light"/>
                <a:ea typeface="KoPub돋움체 Light"/>
                <a:cs typeface="맑은 고딕"/>
              </a:rPr>
            </a:br>
            <a:r>
              <a:rPr kumimoji="0" lang="ko-KR" altLang="en-US" sz="800" b="0" i="0" u="none" strike="noStrike" kern="1200" cap="none" spc="0" normalizeH="0" baseline="0">
                <a:solidFill>
                  <a:srgbClr val="000000"/>
                </a:solidFill>
                <a:latin typeface="KoPub돋움체 Light"/>
                <a:ea typeface="KoPub돋움체 Light"/>
                <a:cs typeface="맑은 고딕"/>
              </a:rPr>
              <a:t>   </a:t>
            </a:r>
            <a:r>
              <a:rPr kumimoji="0" lang="en-US" altLang="ko-KR" sz="800" b="0" i="0" u="none" strike="noStrike" kern="1200" cap="none" spc="0" normalizeH="0" baseline="0">
                <a:solidFill>
                  <a:srgbClr val="000000"/>
                </a:solidFill>
                <a:latin typeface="KoPub돋움체 Light"/>
                <a:ea typeface="KoPub돋움체 Light"/>
                <a:cs typeface="Corbel"/>
              </a:rPr>
              <a:t>(</a:t>
            </a:r>
            <a:r>
              <a:rPr kumimoji="0" lang="ko-KR" altLang="en-US" sz="800" b="0" i="0" u="none" strike="noStrike" kern="1200" cap="none" spc="0" normalizeH="0" baseline="0">
                <a:solidFill>
                  <a:srgbClr val="000000"/>
                </a:solidFill>
                <a:latin typeface="KoPub돋움체 Light"/>
                <a:ea typeface="KoPub돋움체 Light"/>
                <a:cs typeface="맑은 고딕"/>
              </a:rPr>
              <a:t>아침</a:t>
            </a:r>
            <a:r>
              <a:rPr kumimoji="0" lang="en-US" altLang="ko-KR" sz="800" b="0" i="0" u="none" strike="noStrike" kern="1200" cap="none" spc="0" normalizeH="0" baseline="0">
                <a:solidFill>
                  <a:srgbClr val="000000"/>
                </a:solidFill>
                <a:latin typeface="KoPub돋움체 Light"/>
                <a:ea typeface="KoPub돋움체 Light"/>
                <a:cs typeface="Corbel"/>
              </a:rPr>
              <a:t>,</a:t>
            </a:r>
            <a:r>
              <a:rPr kumimoji="0" lang="ko-KR" altLang="en-US" sz="800" b="0" i="0" u="none" strike="noStrike" kern="1200" cap="none" spc="0" normalizeH="0" baseline="0">
                <a:solidFill>
                  <a:srgbClr val="000000"/>
                </a:solidFill>
                <a:latin typeface="KoPub돋움체 Light"/>
                <a:ea typeface="KoPub돋움체 Light"/>
                <a:cs typeface="맑은 고딕"/>
              </a:rPr>
              <a:t>점심</a:t>
            </a:r>
            <a:r>
              <a:rPr kumimoji="0" lang="en-US" altLang="ko-KR" sz="800" b="0" i="0" u="none" strike="noStrike" kern="1200" cap="none" spc="0" normalizeH="0" baseline="0">
                <a:solidFill>
                  <a:srgbClr val="000000"/>
                </a:solidFill>
                <a:latin typeface="KoPub돋움체 Light"/>
                <a:ea typeface="KoPub돋움체 Light"/>
                <a:cs typeface="Corbel"/>
              </a:rPr>
              <a:t>,</a:t>
            </a:r>
            <a:r>
              <a:rPr kumimoji="0" lang="ko-KR" altLang="en-US" sz="800" b="0" i="0" u="none" strike="noStrike" kern="1200" cap="none" spc="0" normalizeH="0" baseline="0">
                <a:solidFill>
                  <a:srgbClr val="000000"/>
                </a:solidFill>
                <a:latin typeface="KoPub돋움체 Light"/>
                <a:ea typeface="KoPub돋움체 Light"/>
                <a:cs typeface="맑은 고딕"/>
              </a:rPr>
              <a:t>저녁</a:t>
            </a:r>
            <a:r>
              <a:rPr kumimoji="0" lang="en-US" altLang="ko-KR" sz="800" b="0" i="0" u="none" strike="noStrike" kern="1200" cap="none" spc="0" normalizeH="0" baseline="0">
                <a:solidFill>
                  <a:srgbClr val="000000"/>
                </a:solidFill>
                <a:latin typeface="KoPub돋움체 Light"/>
                <a:ea typeface="KoPub돋움체 Light"/>
                <a:cs typeface="Corbel"/>
              </a:rPr>
              <a:t>)</a:t>
            </a:r>
          </a:p>
          <a:p>
            <a:pPr marL="0" indent="0" algn="l" defTabSz="457200" rtl="0" eaLnBrk="1" latinLnBrk="0" hangingPunct="1">
              <a:lnSpc>
                <a:spcPct val="100000"/>
              </a:lnSpc>
              <a:spcBef>
                <a:spcPct val="0"/>
              </a:spcBef>
              <a:spcAft>
                <a:spcPts val="0"/>
              </a:spcAft>
              <a:buNone/>
              <a:defRPr/>
            </a:pPr>
            <a:r>
              <a:rPr kumimoji="0" lang="ko-KR" altLang="en-US" sz="800" b="0" i="0" u="none" strike="noStrike" kern="1200" cap="none" spc="0" normalizeH="0" baseline="0">
                <a:solidFill>
                  <a:srgbClr val="0000FF"/>
                </a:solidFill>
                <a:latin typeface="KoPub돋움체 Light"/>
                <a:ea typeface="KoPub돋움체 Light"/>
                <a:cs typeface="맑은 고딕"/>
              </a:rPr>
              <a:t>②</a:t>
            </a:r>
            <a:r>
              <a:rPr kumimoji="0" lang="ko-KR" altLang="en-US" sz="800" b="0" i="0" u="none" strike="noStrike" kern="1200" cap="none" spc="0" normalizeH="0" baseline="0">
                <a:solidFill>
                  <a:srgbClr val="000000"/>
                </a:solidFill>
                <a:latin typeface="KoPub돋움체 Light"/>
                <a:ea typeface="KoPub돋움체 Light"/>
                <a:cs typeface="맑은 고딕"/>
              </a:rPr>
              <a:t> 총칼로리</a:t>
            </a:r>
          </a:p>
          <a:p>
            <a:pPr marL="0" indent="0" algn="l" defTabSz="457200" rtl="0" eaLnBrk="1" latinLnBrk="0" hangingPunct="1">
              <a:lnSpc>
                <a:spcPct val="100000"/>
              </a:lnSpc>
              <a:spcBef>
                <a:spcPct val="0"/>
              </a:spcBef>
              <a:spcAft>
                <a:spcPts val="0"/>
              </a:spcAft>
              <a:buNone/>
              <a:defRPr/>
            </a:pPr>
            <a:r>
              <a:rPr kumimoji="0" lang="ko-KR" altLang="en-US" sz="800" b="0" i="0" u="none" strike="noStrike" kern="1200" cap="none" spc="0" normalizeH="0" baseline="0">
                <a:solidFill>
                  <a:srgbClr val="0000FF"/>
                </a:solidFill>
                <a:latin typeface="KoPub돋움체 Light"/>
                <a:ea typeface="KoPub돋움체 Light"/>
                <a:cs typeface="맑은 고딕"/>
              </a:rPr>
              <a:t>③</a:t>
            </a:r>
            <a:r>
              <a:rPr kumimoji="0" lang="ko-KR" altLang="en-US" sz="800" b="0" i="0" u="none" strike="noStrike" kern="1200" cap="none" spc="0" normalizeH="0" baseline="0">
                <a:solidFill>
                  <a:srgbClr val="000000"/>
                </a:solidFill>
                <a:latin typeface="KoPub돋움체 Light"/>
                <a:ea typeface="KoPub돋움체 Light"/>
                <a:cs typeface="맑은 고딕"/>
              </a:rPr>
              <a:t> 식사시간별 영양소</a:t>
            </a:r>
          </a:p>
        </p:txBody>
      </p:sp>
      <p:sp>
        <p:nvSpPr>
          <p:cNvPr id="315" name="TextBox 192"/>
          <p:cNvSpPr txBox="1"/>
          <p:nvPr/>
        </p:nvSpPr>
        <p:spPr>
          <a:xfrm>
            <a:off x="3881088" y="1593768"/>
            <a:ext cx="239427" cy="214791"/>
          </a:xfrm>
          <a:prstGeom prst="rect">
            <a:avLst/>
          </a:prstGeom>
        </p:spPr>
        <p:txBody>
          <a:bodyPr wrap="square">
            <a:spAutoFit/>
          </a:bodyPr>
          <a:lstStyle/>
          <a:p>
            <a:pPr marL="0" indent="0" algn="l" defTabSz="457200" rtl="0" eaLnBrk="1" latinLnBrk="0" hangingPunct="1">
              <a:lnSpc>
                <a:spcPct val="100000"/>
              </a:lnSpc>
              <a:spcBef>
                <a:spcPct val="0"/>
              </a:spcBef>
              <a:spcAft>
                <a:spcPts val="0"/>
              </a:spcAft>
              <a:buNone/>
              <a:defRPr/>
            </a:pPr>
            <a:r>
              <a:rPr kumimoji="0" lang="ko-KR" altLang="en-US" sz="800" b="0" i="0" u="none" strike="noStrike" kern="1200" cap="none" spc="0" normalizeH="0" baseline="0">
                <a:solidFill>
                  <a:srgbClr val="0000FF"/>
                </a:solidFill>
                <a:latin typeface="KoPub돋움체 Light"/>
                <a:ea typeface="KoPub돋움체 Light"/>
                <a:cs typeface="맑은 고딕"/>
              </a:rPr>
              <a:t>①</a:t>
            </a:r>
          </a:p>
        </p:txBody>
      </p:sp>
      <p:sp>
        <p:nvSpPr>
          <p:cNvPr id="316" name="왼쪽 중괄호 193"/>
          <p:cNvSpPr/>
          <p:nvPr/>
        </p:nvSpPr>
        <p:spPr>
          <a:xfrm>
            <a:off x="4086007" y="1585750"/>
            <a:ext cx="116678" cy="221434"/>
          </a:xfrm>
          <a:prstGeom prst="leftBrace">
            <a:avLst>
              <a:gd name="adj1" fmla="val 8333"/>
              <a:gd name="adj2" fmla="val 50000"/>
            </a:avLst>
          </a:prstGeom>
          <a:noFill/>
          <a:ln w="19050" cap="flat" cmpd="sng" algn="ctr">
            <a:solidFill>
              <a:srgbClr val="A5B622">
                <a:alpha val="100000"/>
              </a:srgbClr>
            </a:solidFill>
            <a:prstDash val="solid"/>
          </a:ln>
        </p:spPr>
        <p:txBody>
          <a:bodyPr anchor="ctr"/>
          <a:lstStyle/>
          <a:p>
            <a:pPr marL="0" indent="0" algn="ctr" defTabSz="457200" rtl="0" eaLnBrk="1" latinLnBrk="0" hangingPunct="1">
              <a:lnSpc>
                <a:spcPct val="100000"/>
              </a:lnSpc>
              <a:spcBef>
                <a:spcPct val="0"/>
              </a:spcBef>
              <a:spcAft>
                <a:spcPts val="0"/>
              </a:spcAft>
              <a:buNone/>
              <a:defRPr/>
            </a:pPr>
            <a:endParaRPr kumimoji="0" lang="en-US" altLang="ko-KR" sz="1800" b="0" i="0" u="none" strike="noStrike" kern="1200" cap="none" spc="0" normalizeH="0" baseline="0">
              <a:solidFill>
                <a:srgbClr val="000000"/>
              </a:solidFill>
              <a:latin typeface="KoPub돋움체 Light"/>
              <a:ea typeface="KoPub돋움체 Light"/>
              <a:cs typeface="Corbel"/>
            </a:endParaRPr>
          </a:p>
        </p:txBody>
      </p:sp>
      <p:sp>
        <p:nvSpPr>
          <p:cNvPr id="317" name="TextBox 194"/>
          <p:cNvSpPr txBox="1"/>
          <p:nvPr/>
        </p:nvSpPr>
        <p:spPr>
          <a:xfrm>
            <a:off x="3878705" y="1817605"/>
            <a:ext cx="238516" cy="214791"/>
          </a:xfrm>
          <a:prstGeom prst="rect">
            <a:avLst/>
          </a:prstGeom>
        </p:spPr>
        <p:txBody>
          <a:bodyPr wrap="square">
            <a:spAutoFit/>
          </a:bodyPr>
          <a:lstStyle/>
          <a:p>
            <a:pPr marL="0" indent="0" algn="l" defTabSz="457200" rtl="0" eaLnBrk="1" latinLnBrk="0" hangingPunct="1">
              <a:lnSpc>
                <a:spcPct val="100000"/>
              </a:lnSpc>
              <a:spcBef>
                <a:spcPct val="0"/>
              </a:spcBef>
              <a:spcAft>
                <a:spcPts val="0"/>
              </a:spcAft>
              <a:buNone/>
              <a:defRPr/>
            </a:pPr>
            <a:r>
              <a:rPr kumimoji="0" lang="ko-KR" altLang="en-US" sz="800" b="0" i="0" u="none" strike="noStrike" kern="1200" cap="none" spc="0" normalizeH="0" baseline="0">
                <a:solidFill>
                  <a:srgbClr val="0000FF"/>
                </a:solidFill>
                <a:latin typeface="KoPub돋움체 Light"/>
                <a:ea typeface="KoPub돋움체 Light"/>
                <a:cs typeface="맑은 고딕"/>
              </a:rPr>
              <a:t>②</a:t>
            </a:r>
          </a:p>
        </p:txBody>
      </p:sp>
      <p:sp>
        <p:nvSpPr>
          <p:cNvPr id="318" name="TextBox 195"/>
          <p:cNvSpPr txBox="1"/>
          <p:nvPr/>
        </p:nvSpPr>
        <p:spPr>
          <a:xfrm>
            <a:off x="3870490" y="2491077"/>
            <a:ext cx="239070" cy="214791"/>
          </a:xfrm>
          <a:prstGeom prst="rect">
            <a:avLst/>
          </a:prstGeom>
        </p:spPr>
        <p:txBody>
          <a:bodyPr wrap="square">
            <a:spAutoFit/>
          </a:bodyPr>
          <a:lstStyle/>
          <a:p>
            <a:pPr marL="0" indent="0" algn="l" defTabSz="457200" rtl="0" eaLnBrk="1" latinLnBrk="0" hangingPunct="1">
              <a:lnSpc>
                <a:spcPct val="100000"/>
              </a:lnSpc>
              <a:spcBef>
                <a:spcPct val="0"/>
              </a:spcBef>
              <a:spcAft>
                <a:spcPts val="0"/>
              </a:spcAft>
              <a:buNone/>
              <a:defRPr/>
            </a:pPr>
            <a:r>
              <a:rPr kumimoji="0" lang="ko-KR" altLang="en-US" sz="800" b="0" i="0" u="none" strike="noStrike" kern="1200" cap="none" spc="0" normalizeH="0" baseline="0">
                <a:solidFill>
                  <a:srgbClr val="0000FF"/>
                </a:solidFill>
                <a:latin typeface="KoPub돋움체 Light"/>
                <a:ea typeface="KoPub돋움체 Light"/>
                <a:cs typeface="맑은 고딕"/>
              </a:rPr>
              <a:t>③</a:t>
            </a:r>
          </a:p>
        </p:txBody>
      </p:sp>
      <p:sp>
        <p:nvSpPr>
          <p:cNvPr id="319" name="TextBox 196"/>
          <p:cNvSpPr txBox="1"/>
          <p:nvPr/>
        </p:nvSpPr>
        <p:spPr>
          <a:xfrm>
            <a:off x="5331399" y="3556504"/>
            <a:ext cx="238515" cy="214791"/>
          </a:xfrm>
          <a:prstGeom prst="rect">
            <a:avLst/>
          </a:prstGeom>
        </p:spPr>
        <p:txBody>
          <a:bodyPr wrap="square">
            <a:spAutoFit/>
          </a:bodyPr>
          <a:lstStyle/>
          <a:p>
            <a:pPr marL="0" indent="0" algn="l" defTabSz="457200" rtl="0" eaLnBrk="1" latinLnBrk="0" hangingPunct="1">
              <a:lnSpc>
                <a:spcPct val="100000"/>
              </a:lnSpc>
              <a:spcBef>
                <a:spcPct val="0"/>
              </a:spcBef>
              <a:spcAft>
                <a:spcPts val="0"/>
              </a:spcAft>
              <a:buNone/>
              <a:defRPr/>
            </a:pPr>
            <a:r>
              <a:rPr kumimoji="0" lang="ko-KR" altLang="en-US" sz="800" b="0" i="0" u="none" strike="noStrike" kern="1200" cap="none" spc="0" normalizeH="0" baseline="0">
                <a:solidFill>
                  <a:srgbClr val="008000"/>
                </a:solidFill>
                <a:latin typeface="KoPub돋움체 Light"/>
                <a:ea typeface="KoPub돋움체 Light"/>
                <a:cs typeface="맑은 고딕"/>
              </a:rPr>
              <a:t>②</a:t>
            </a:r>
          </a:p>
        </p:txBody>
      </p:sp>
      <p:sp>
        <p:nvSpPr>
          <p:cNvPr id="320" name="TextBox 197"/>
          <p:cNvSpPr txBox="1"/>
          <p:nvPr/>
        </p:nvSpPr>
        <p:spPr>
          <a:xfrm>
            <a:off x="5329104" y="3288081"/>
            <a:ext cx="239489" cy="215214"/>
          </a:xfrm>
          <a:prstGeom prst="rect">
            <a:avLst/>
          </a:prstGeom>
        </p:spPr>
        <p:txBody>
          <a:bodyPr wrap="square">
            <a:spAutoFit/>
          </a:bodyPr>
          <a:lstStyle/>
          <a:p>
            <a:pPr marL="0" indent="0" algn="l" defTabSz="457200" rtl="0" eaLnBrk="1" latinLnBrk="0" hangingPunct="1">
              <a:lnSpc>
                <a:spcPct val="100000"/>
              </a:lnSpc>
              <a:spcBef>
                <a:spcPct val="0"/>
              </a:spcBef>
              <a:spcAft>
                <a:spcPts val="0"/>
              </a:spcAft>
              <a:buNone/>
              <a:defRPr/>
            </a:pPr>
            <a:r>
              <a:rPr kumimoji="0" lang="ko-KR" altLang="en-US" sz="800" b="0" i="0" u="none" strike="noStrike" kern="1200" cap="none" spc="0" normalizeH="0" baseline="0">
                <a:solidFill>
                  <a:srgbClr val="008000"/>
                </a:solidFill>
                <a:latin typeface="KoPub돋움체 Light"/>
                <a:ea typeface="KoPub돋움체 Light"/>
                <a:cs typeface="맑은 고딕"/>
              </a:rPr>
              <a:t>①</a:t>
            </a:r>
          </a:p>
        </p:txBody>
      </p:sp>
      <p:sp>
        <p:nvSpPr>
          <p:cNvPr id="321" name="TextBox 202"/>
          <p:cNvSpPr txBox="1"/>
          <p:nvPr/>
        </p:nvSpPr>
        <p:spPr>
          <a:xfrm>
            <a:off x="7691054" y="3458690"/>
            <a:ext cx="752930" cy="213673"/>
          </a:xfrm>
          <a:prstGeom prst="rect">
            <a:avLst/>
          </a:prstGeom>
          <a:ln w="28575">
            <a:solidFill>
              <a:srgbClr val="008000">
                <a:alpha val="100000"/>
              </a:srgbClr>
            </a:solidFill>
          </a:ln>
        </p:spPr>
        <p:txBody>
          <a:bodyPr wrap="square">
            <a:spAutoFit/>
          </a:bodyPr>
          <a:lstStyle/>
          <a:p>
            <a:pPr marL="0" indent="0" algn="l" defTabSz="457200" rtl="0" eaLnBrk="1" latinLnBrk="0" hangingPunct="1">
              <a:lnSpc>
                <a:spcPct val="100000"/>
              </a:lnSpc>
              <a:spcBef>
                <a:spcPct val="0"/>
              </a:spcBef>
              <a:spcAft>
                <a:spcPts val="0"/>
              </a:spcAft>
              <a:buNone/>
              <a:defRPr/>
            </a:pPr>
            <a:r>
              <a:rPr kumimoji="0" lang="ko-KR" altLang="en-US" sz="800" b="0" i="0" u="none" strike="noStrike" kern="1200" cap="none" spc="0" normalizeH="0" baseline="0">
                <a:solidFill>
                  <a:srgbClr val="800080"/>
                </a:solidFill>
                <a:latin typeface="KoPub돋움체 Light"/>
                <a:ea typeface="KoPub돋움체 Light"/>
                <a:cs typeface="맑은 고딕"/>
              </a:rPr>
              <a:t>①</a:t>
            </a:r>
            <a:r>
              <a:rPr kumimoji="0" lang="ko-KR" altLang="en-US" sz="800" b="0" i="0" u="none" strike="noStrike" kern="1200" cap="none" spc="0" normalizeH="0" baseline="0">
                <a:solidFill>
                  <a:srgbClr val="000000"/>
                </a:solidFill>
                <a:latin typeface="KoPub돋움체 Light"/>
                <a:ea typeface="KoPub돋움체 Light"/>
                <a:cs typeface="맑은 고딕"/>
              </a:rPr>
              <a:t> 제목</a:t>
            </a:r>
            <a:r>
              <a:rPr kumimoji="0" lang="en-US" altLang="ko-KR" sz="800" b="0" i="0" u="none" strike="noStrike" kern="1200" cap="none" spc="0" normalizeH="0" baseline="0">
                <a:solidFill>
                  <a:srgbClr val="000000"/>
                </a:solidFill>
                <a:latin typeface="KoPub돋움체 Light"/>
                <a:ea typeface="KoPub돋움체 Light"/>
                <a:cs typeface="Corbel"/>
              </a:rPr>
              <a:t>,</a:t>
            </a:r>
            <a:r>
              <a:rPr kumimoji="0" lang="ko-KR" altLang="en-US" sz="800" b="0" i="0" u="none" strike="noStrike" kern="1200" cap="none" spc="0" normalizeH="0" baseline="0">
                <a:solidFill>
                  <a:srgbClr val="000000"/>
                </a:solidFill>
                <a:latin typeface="KoPub돋움체 Light"/>
                <a:ea typeface="KoPub돋움체 Light"/>
                <a:cs typeface="맑은 고딕"/>
              </a:rPr>
              <a:t> 내용</a:t>
            </a:r>
          </a:p>
        </p:txBody>
      </p:sp>
      <p:sp>
        <p:nvSpPr>
          <p:cNvPr id="322" name="왼쪽 중괄호 203"/>
          <p:cNvSpPr/>
          <p:nvPr/>
        </p:nvSpPr>
        <p:spPr>
          <a:xfrm rot="10824830">
            <a:off x="8627483" y="2954899"/>
            <a:ext cx="99961" cy="128450"/>
          </a:xfrm>
          <a:prstGeom prst="leftBrace">
            <a:avLst>
              <a:gd name="adj1" fmla="val 8333"/>
              <a:gd name="adj2" fmla="val 50000"/>
            </a:avLst>
          </a:prstGeom>
          <a:noFill/>
          <a:ln w="19050" cap="flat" cmpd="sng" algn="ctr">
            <a:solidFill>
              <a:srgbClr val="A5B622">
                <a:alpha val="100000"/>
              </a:srgbClr>
            </a:solidFill>
            <a:prstDash val="solid"/>
          </a:ln>
        </p:spPr>
        <p:txBody>
          <a:bodyPr anchor="ctr"/>
          <a:lstStyle/>
          <a:p>
            <a:pPr marL="0" indent="0" algn="ctr" defTabSz="457200" rtl="0" eaLnBrk="1" latinLnBrk="0" hangingPunct="1">
              <a:lnSpc>
                <a:spcPct val="100000"/>
              </a:lnSpc>
              <a:spcBef>
                <a:spcPct val="0"/>
              </a:spcBef>
              <a:spcAft>
                <a:spcPts val="0"/>
              </a:spcAft>
              <a:buNone/>
              <a:defRPr/>
            </a:pPr>
            <a:endParaRPr kumimoji="0" lang="en-US" altLang="ko-KR" sz="1800" b="0" i="0" u="none" strike="noStrike" kern="1200" cap="none" spc="0" normalizeH="0" baseline="0">
              <a:solidFill>
                <a:srgbClr val="000000"/>
              </a:solidFill>
              <a:latin typeface="KoPub돋움체 Light"/>
              <a:ea typeface="KoPub돋움체 Light"/>
              <a:cs typeface="Corbel"/>
            </a:endParaRPr>
          </a:p>
        </p:txBody>
      </p:sp>
      <p:pic>
        <p:nvPicPr>
          <p:cNvPr id="323" name="그림 206"/>
          <p:cNvPicPr>
            <a:picLocks noChangeAspect="1"/>
          </p:cNvPicPr>
          <p:nvPr/>
        </p:nvPicPr>
        <p:blipFill rotWithShape="1">
          <a:blip r:embed="rId5"/>
          <a:stretch>
            <a:fillRect/>
          </a:stretch>
        </p:blipFill>
        <p:spPr>
          <a:xfrm>
            <a:off x="4567237" y="2566987"/>
            <a:ext cx="9525" cy="9525"/>
          </a:xfrm>
          <a:prstGeom prst="rect">
            <a:avLst/>
          </a:prstGeom>
        </p:spPr>
      </p:pic>
      <p:sp>
        <p:nvSpPr>
          <p:cNvPr id="324" name="왼쪽 중괄호 193"/>
          <p:cNvSpPr/>
          <p:nvPr/>
        </p:nvSpPr>
        <p:spPr>
          <a:xfrm>
            <a:off x="4095220" y="2049425"/>
            <a:ext cx="116678" cy="1078684"/>
          </a:xfrm>
          <a:prstGeom prst="leftBrace">
            <a:avLst>
              <a:gd name="adj1" fmla="val 8333"/>
              <a:gd name="adj2" fmla="val 50000"/>
            </a:avLst>
          </a:prstGeom>
          <a:noFill/>
          <a:ln w="19050" cap="flat" cmpd="sng" algn="ctr">
            <a:solidFill>
              <a:srgbClr val="A5B622">
                <a:alpha val="100000"/>
              </a:srgbClr>
            </a:solidFill>
            <a:prstDash val="solid"/>
          </a:ln>
        </p:spPr>
        <p:txBody>
          <a:bodyPr anchor="ctr"/>
          <a:lstStyle/>
          <a:p>
            <a:pPr marL="0" indent="0" algn="ctr" defTabSz="457200" rtl="0" eaLnBrk="1" latinLnBrk="0" hangingPunct="1">
              <a:lnSpc>
                <a:spcPct val="100000"/>
              </a:lnSpc>
              <a:spcBef>
                <a:spcPct val="0"/>
              </a:spcBef>
              <a:spcAft>
                <a:spcPts val="0"/>
              </a:spcAft>
              <a:buNone/>
              <a:defRPr/>
            </a:pPr>
            <a:endParaRPr kumimoji="0" lang="en-US" altLang="ko-KR" sz="1800" b="0" i="0" u="none" strike="noStrike" kern="1200" cap="none" spc="0" normalizeH="0" baseline="0">
              <a:solidFill>
                <a:srgbClr val="000000"/>
              </a:solidFill>
              <a:latin typeface="KoPub돋움체 Light"/>
              <a:ea typeface="KoPub돋움체 Light"/>
              <a:cs typeface="Corbel"/>
            </a:endParaRPr>
          </a:p>
        </p:txBody>
      </p:sp>
      <p:sp>
        <p:nvSpPr>
          <p:cNvPr id="325" name="TextBox 198"/>
          <p:cNvSpPr txBox="1"/>
          <p:nvPr/>
        </p:nvSpPr>
        <p:spPr>
          <a:xfrm>
            <a:off x="5335329" y="3787487"/>
            <a:ext cx="238515" cy="214791"/>
          </a:xfrm>
          <a:prstGeom prst="rect">
            <a:avLst/>
          </a:prstGeom>
        </p:spPr>
        <p:txBody>
          <a:bodyPr wrap="square">
            <a:spAutoFit/>
          </a:bodyPr>
          <a:lstStyle/>
          <a:p>
            <a:pPr marL="0" indent="0" algn="l" defTabSz="457200" rtl="0" eaLnBrk="1" latinLnBrk="0" hangingPunct="1">
              <a:lnSpc>
                <a:spcPct val="100000"/>
              </a:lnSpc>
              <a:spcBef>
                <a:spcPct val="0"/>
              </a:spcBef>
              <a:spcAft>
                <a:spcPts val="0"/>
              </a:spcAft>
              <a:buNone/>
              <a:defRPr/>
            </a:pPr>
            <a:r>
              <a:rPr kumimoji="0" lang="ko-KR" altLang="en-US" sz="800" b="0" i="0" u="none" strike="noStrike" kern="1200" cap="none" spc="0" normalizeH="0" baseline="0">
                <a:solidFill>
                  <a:srgbClr val="008000"/>
                </a:solidFill>
                <a:latin typeface="KoPub돋움체 Light"/>
                <a:ea typeface="KoPub돋움체 Light"/>
                <a:cs typeface="맑은 고딕"/>
              </a:rPr>
              <a:t>③</a:t>
            </a:r>
          </a:p>
        </p:txBody>
      </p:sp>
      <p:sp>
        <p:nvSpPr>
          <p:cNvPr id="326" name="TextBox 204"/>
          <p:cNvSpPr txBox="1"/>
          <p:nvPr/>
        </p:nvSpPr>
        <p:spPr>
          <a:xfrm>
            <a:off x="8672699" y="2906834"/>
            <a:ext cx="239828" cy="214791"/>
          </a:xfrm>
          <a:prstGeom prst="rect">
            <a:avLst/>
          </a:prstGeom>
        </p:spPr>
        <p:txBody>
          <a:bodyPr wrap="square">
            <a:spAutoFit/>
          </a:bodyPr>
          <a:lstStyle/>
          <a:p>
            <a:pPr marL="0" indent="0" algn="l" defTabSz="457200" rtl="0" eaLnBrk="1" latinLnBrk="0" hangingPunct="1">
              <a:lnSpc>
                <a:spcPct val="100000"/>
              </a:lnSpc>
              <a:spcBef>
                <a:spcPct val="0"/>
              </a:spcBef>
              <a:spcAft>
                <a:spcPts val="0"/>
              </a:spcAft>
              <a:buNone/>
              <a:defRPr/>
            </a:pPr>
            <a:r>
              <a:rPr kumimoji="0" lang="ko-KR" altLang="en-US" sz="800" b="0" i="0" u="none" strike="noStrike" kern="1200" cap="none" spc="0" normalizeH="0" baseline="0">
                <a:solidFill>
                  <a:srgbClr val="800080"/>
                </a:solidFill>
                <a:latin typeface="KoPub돋움체 Light"/>
                <a:ea typeface="KoPub돋움체 Light"/>
                <a:cs typeface="맑은 고딕"/>
              </a:rPr>
              <a:t>①</a:t>
            </a:r>
          </a:p>
        </p:txBody>
      </p:sp>
      <p:sp>
        <p:nvSpPr>
          <p:cNvPr id="327" name="왼쪽 중괄호 168"/>
          <p:cNvSpPr/>
          <p:nvPr/>
        </p:nvSpPr>
        <p:spPr>
          <a:xfrm rot="10824830">
            <a:off x="8476978" y="1611330"/>
            <a:ext cx="257171" cy="128450"/>
          </a:xfrm>
          <a:prstGeom prst="leftBrace">
            <a:avLst>
              <a:gd name="adj1" fmla="val 8333"/>
              <a:gd name="adj2" fmla="val 50000"/>
            </a:avLst>
          </a:prstGeom>
          <a:noFill/>
          <a:ln w="19050" cap="flat" cmpd="sng" algn="ctr">
            <a:solidFill>
              <a:srgbClr val="A5B622">
                <a:alpha val="100000"/>
              </a:srgbClr>
            </a:solidFill>
            <a:prstDash val="solid"/>
          </a:ln>
        </p:spPr>
        <p:txBody>
          <a:bodyPr anchor="ctr"/>
          <a:lstStyle/>
          <a:p>
            <a:pPr marL="0" indent="0" algn="ctr" defTabSz="457200" rtl="0" eaLnBrk="1" latinLnBrk="0" hangingPunct="1">
              <a:lnSpc>
                <a:spcPct val="100000"/>
              </a:lnSpc>
              <a:spcBef>
                <a:spcPct val="0"/>
              </a:spcBef>
              <a:spcAft>
                <a:spcPts val="0"/>
              </a:spcAft>
              <a:buNone/>
              <a:defRPr/>
            </a:pPr>
            <a:endParaRPr kumimoji="0" lang="en-US" altLang="ko-KR" sz="1800" b="0" i="0" u="none" strike="noStrike" kern="1200" cap="none" spc="0" normalizeH="0" baseline="0">
              <a:solidFill>
                <a:srgbClr val="000000"/>
              </a:solidFill>
              <a:latin typeface="KoPub돋움체 Light"/>
              <a:ea typeface="KoPub돋움체 Light"/>
              <a:cs typeface="Corbel"/>
            </a:endParaRPr>
          </a:p>
        </p:txBody>
      </p:sp>
      <p:sp>
        <p:nvSpPr>
          <p:cNvPr id="328" name="TextBox 199"/>
          <p:cNvSpPr txBox="1"/>
          <p:nvPr/>
        </p:nvSpPr>
        <p:spPr>
          <a:xfrm>
            <a:off x="8685080" y="1567650"/>
            <a:ext cx="238416" cy="214791"/>
          </a:xfrm>
          <a:prstGeom prst="rect">
            <a:avLst/>
          </a:prstGeom>
        </p:spPr>
        <p:txBody>
          <a:bodyPr wrap="square">
            <a:spAutoFit/>
          </a:bodyPr>
          <a:lstStyle/>
          <a:p>
            <a:pPr marL="0" indent="0" algn="l" defTabSz="457200" rtl="0" eaLnBrk="1" latinLnBrk="0" hangingPunct="1">
              <a:lnSpc>
                <a:spcPct val="100000"/>
              </a:lnSpc>
              <a:spcBef>
                <a:spcPct val="0"/>
              </a:spcBef>
              <a:spcAft>
                <a:spcPts val="0"/>
              </a:spcAft>
              <a:buNone/>
              <a:defRPr/>
            </a:pPr>
            <a:r>
              <a:rPr kumimoji="0" lang="ko-KR" altLang="en-US" sz="800" b="0" i="0" u="none" strike="noStrike" kern="1200" cap="none" spc="0" normalizeH="0" baseline="0">
                <a:solidFill>
                  <a:srgbClr val="FF6600"/>
                </a:solidFill>
                <a:latin typeface="KoPub돋움체 Light"/>
                <a:ea typeface="KoPub돋움체 Light"/>
                <a:cs typeface="맑은 고딕"/>
              </a:rPr>
              <a:t>①</a:t>
            </a:r>
          </a:p>
        </p:txBody>
      </p:sp>
      <p:sp>
        <p:nvSpPr>
          <p:cNvPr id="329" name="TextBox 200"/>
          <p:cNvSpPr txBox="1"/>
          <p:nvPr/>
        </p:nvSpPr>
        <p:spPr>
          <a:xfrm>
            <a:off x="8682700" y="1913134"/>
            <a:ext cx="239667" cy="214791"/>
          </a:xfrm>
          <a:prstGeom prst="rect">
            <a:avLst/>
          </a:prstGeom>
        </p:spPr>
        <p:txBody>
          <a:bodyPr wrap="square">
            <a:spAutoFit/>
          </a:bodyPr>
          <a:lstStyle/>
          <a:p>
            <a:pPr marL="0" indent="0" algn="l" defTabSz="457200" rtl="0" eaLnBrk="1" latinLnBrk="0" hangingPunct="1">
              <a:lnSpc>
                <a:spcPct val="100000"/>
              </a:lnSpc>
              <a:spcBef>
                <a:spcPct val="0"/>
              </a:spcBef>
              <a:spcAft>
                <a:spcPts val="0"/>
              </a:spcAft>
              <a:buNone/>
              <a:defRPr/>
            </a:pPr>
            <a:r>
              <a:rPr kumimoji="0" lang="ko-KR" altLang="en-US" sz="800" b="0" i="0" u="none" strike="noStrike" kern="1200" cap="none" spc="0" normalizeH="0" baseline="0">
                <a:solidFill>
                  <a:srgbClr val="FF6600"/>
                </a:solidFill>
                <a:latin typeface="KoPub돋움체 Light"/>
                <a:ea typeface="KoPub돋움체 Light"/>
                <a:cs typeface="맑은 고딕"/>
              </a:rPr>
              <a:t>③</a:t>
            </a:r>
          </a:p>
        </p:txBody>
      </p:sp>
      <p:sp>
        <p:nvSpPr>
          <p:cNvPr id="330" name="TextBox 201"/>
          <p:cNvSpPr txBox="1"/>
          <p:nvPr/>
        </p:nvSpPr>
        <p:spPr>
          <a:xfrm>
            <a:off x="8682700" y="1789105"/>
            <a:ext cx="238415" cy="214791"/>
          </a:xfrm>
          <a:prstGeom prst="rect">
            <a:avLst/>
          </a:prstGeom>
        </p:spPr>
        <p:txBody>
          <a:bodyPr wrap="square">
            <a:spAutoFit/>
          </a:bodyPr>
          <a:lstStyle/>
          <a:p>
            <a:pPr marL="0" indent="0" algn="l" defTabSz="457200" rtl="0" eaLnBrk="1" latinLnBrk="0" hangingPunct="1">
              <a:lnSpc>
                <a:spcPct val="100000"/>
              </a:lnSpc>
              <a:spcBef>
                <a:spcPct val="0"/>
              </a:spcBef>
              <a:spcAft>
                <a:spcPts val="0"/>
              </a:spcAft>
              <a:buNone/>
              <a:defRPr/>
            </a:pPr>
            <a:r>
              <a:rPr kumimoji="0" lang="ko-KR" altLang="en-US" sz="800" b="0" i="0" u="none" strike="noStrike" kern="1200" cap="none" spc="0" normalizeH="0" baseline="0">
                <a:solidFill>
                  <a:srgbClr val="FF6600"/>
                </a:solidFill>
                <a:latin typeface="KoPub돋움체 Light"/>
                <a:ea typeface="KoPub돋움체 Light"/>
                <a:cs typeface="맑은 고딕"/>
              </a:rPr>
              <a:t>②</a:t>
            </a:r>
          </a:p>
        </p:txBody>
      </p:sp>
    </p:spTree>
  </p:cSld>
  <p:clrMapOvr>
    <a:masterClrMapping/>
  </p:clrMapOvr>
  <mc:AlternateContent xmlns:mc="http://schemas.openxmlformats.org/markup-compatibility/2006" xmlns:p14="http://schemas.microsoft.com/office/powerpoint/2010/main">
    <mc:Choice Requires="p14">
      <p:transition/>
    </mc:Choice>
    <mc:Fallback xmlns:dsp="http://schemas.microsoft.com/office/drawing/2008/diagram" xmlns:dgm="http://schemas.openxmlformats.org/drawingml/2006/diagram" xmlns:c="http://schemas.openxmlformats.org/drawingml/2006/chart" xmlns="">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 name="TextBox 29"/>
          <p:cNvSpPr txBox="1"/>
          <p:nvPr/>
        </p:nvSpPr>
        <p:spPr>
          <a:xfrm>
            <a:off x="5333050" y="1186578"/>
            <a:ext cx="3408907" cy="253916"/>
          </a:xfrm>
          <a:prstGeom prst="rect">
            <a:avLst/>
          </a:prstGeom>
        </p:spPr>
        <p:txBody>
          <a:bodyPr wrap="square">
            <a:spAutoFit/>
          </a:bodyPr>
          <a:lstStyle/>
          <a:p>
            <a:pPr marL="57120" indent="-57120">
              <a:buFont typeface="Arial"/>
              <a:buChar char="•"/>
              <a:defRPr/>
            </a:pPr>
            <a:r>
              <a:rPr lang="ko-KR" altLang="en-US" sz="1050">
                <a:latin typeface="KoPub돋움체 Light"/>
                <a:ea typeface="KoPub돋움체 Light"/>
                <a:cs typeface="+mn-cs"/>
              </a:rPr>
              <a:t> 학습 진행 및 결과</a:t>
            </a:r>
          </a:p>
        </p:txBody>
      </p:sp>
      <p:sp>
        <p:nvSpPr>
          <p:cNvPr id="29" name="TextBox 28"/>
          <p:cNvSpPr txBox="1"/>
          <p:nvPr/>
        </p:nvSpPr>
        <p:spPr>
          <a:xfrm>
            <a:off x="369596" y="1214736"/>
            <a:ext cx="4375432" cy="415498"/>
          </a:xfrm>
          <a:prstGeom prst="rect">
            <a:avLst/>
          </a:prstGeom>
        </p:spPr>
        <p:txBody>
          <a:bodyPr wrap="square">
            <a:spAutoFit/>
          </a:bodyPr>
          <a:lstStyle/>
          <a:p>
            <a:pPr marL="57120" indent="-57120">
              <a:buFont typeface="Arial"/>
              <a:buChar char="•"/>
              <a:defRPr/>
            </a:pPr>
            <a:r>
              <a:rPr lang="en-US" altLang="ko-KR" sz="1050">
                <a:latin typeface="KoPub돋움체 Light"/>
                <a:ea typeface="KoPub돋움체 Light"/>
                <a:cs typeface="+mn-cs"/>
              </a:rPr>
              <a:t> Dataset: Food Images (</a:t>
            </a:r>
            <a:r>
              <a:rPr lang="en-US" altLang="ko-KR" sz="1050" b="1">
                <a:latin typeface="KoPub돋움체 Light"/>
                <a:ea typeface="KoPub돋움체 Light"/>
                <a:cs typeface="+mn-cs"/>
              </a:rPr>
              <a:t>Food-101</a:t>
            </a:r>
            <a:r>
              <a:rPr lang="en-US" altLang="ko-KR" sz="1050">
                <a:latin typeface="KoPub돋움체 Light"/>
                <a:ea typeface="KoPub돋움체 Light"/>
                <a:cs typeface="+mn-cs"/>
              </a:rPr>
              <a:t>)</a:t>
            </a:r>
            <a:r>
              <a:rPr lang="ko-KR" altLang="en-US" sz="1050">
                <a:latin typeface="KoPub돋움체 Light"/>
                <a:ea typeface="KoPub돋움체 Light"/>
                <a:cs typeface="+mn-cs"/>
              </a:rPr>
              <a:t>                                    </a:t>
            </a:r>
          </a:p>
          <a:p>
            <a:pPr>
              <a:defRPr/>
            </a:pPr>
            <a:r>
              <a:rPr lang="ko-KR" altLang="en-US" sz="1050">
                <a:latin typeface="KoPub돋움체 Light"/>
                <a:ea typeface="KoPub돋움체 Light"/>
                <a:cs typeface="+mn-cs"/>
              </a:rPr>
              <a:t>  </a:t>
            </a:r>
            <a:r>
              <a:rPr lang="en-US" altLang="ko-KR" sz="1050">
                <a:latin typeface="KoPub돋움체 Light"/>
                <a:ea typeface="KoPub돋움체 Light"/>
                <a:cs typeface="+mn-cs"/>
              </a:rPr>
              <a:t>-</a:t>
            </a:r>
            <a:r>
              <a:rPr lang="ko-KR" altLang="en-US" sz="1050">
                <a:latin typeface="KoPub돋움체 Light"/>
                <a:ea typeface="KoPub돋움체 Light"/>
                <a:cs typeface="+mn-cs"/>
              </a:rPr>
              <a:t> </a:t>
            </a:r>
            <a:r>
              <a:rPr lang="en-US" altLang="ko-KR" sz="1050" b="1">
                <a:latin typeface="KoPub돋움체 Light"/>
                <a:ea typeface="KoPub돋움체 Light"/>
                <a:cs typeface="+mn-cs"/>
              </a:rPr>
              <a:t>MobileNetV2</a:t>
            </a:r>
            <a:r>
              <a:rPr lang="ko-KR" altLang="en-US" sz="1050">
                <a:latin typeface="KoPub돋움체 Light"/>
                <a:ea typeface="KoPub돋움체 Light"/>
                <a:cs typeface="+mn-cs"/>
              </a:rPr>
              <a:t>와 동일한 데이터셋으로 진행</a:t>
            </a:r>
          </a:p>
        </p:txBody>
      </p:sp>
      <p:sp>
        <p:nvSpPr>
          <p:cNvPr id="4" name="Google Shape;19;p4"/>
          <p:cNvSpPr>
            <a:spLocks noGrp="1"/>
          </p:cNvSpPr>
          <p:nvPr>
            <p:ph type="sldNum" idx="12"/>
          </p:nvPr>
        </p:nvSpPr>
        <p:spPr/>
        <p:txBody>
          <a:bodyPr>
            <a:normAutofit/>
          </a:bodyPr>
          <a:lstStyle/>
          <a:p>
            <a:pPr marL="0" lvl="0" indent="0" algn="r" rtl="0">
              <a:spcBef>
                <a:spcPts val="0"/>
              </a:spcBef>
              <a:spcAft>
                <a:spcPts val="0"/>
              </a:spcAft>
              <a:buNone/>
              <a:defRPr/>
            </a:pPr>
            <a:fld id="{00000000-1234-1234-1234-123412341234}" type="slidenum">
              <a:rPr lang="en-US">
                <a:latin typeface="KoPub돋움체 Light"/>
                <a:ea typeface="KoPub돋움체 Light"/>
                <a:cs typeface="+mn-cs"/>
              </a:rPr>
              <a:pPr marL="0" lvl="0" indent="0" algn="r" rtl="0">
                <a:spcBef>
                  <a:spcPts val="0"/>
                </a:spcBef>
                <a:spcAft>
                  <a:spcPts val="0"/>
                </a:spcAft>
                <a:buNone/>
                <a:defRPr/>
              </a:pPr>
              <a:t>13</a:t>
            </a:fld>
            <a:endParaRPr lang="en-US">
              <a:latin typeface="KoPub돋움체 Light"/>
              <a:ea typeface="KoPub돋움체 Light"/>
              <a:cs typeface="+mn-cs"/>
            </a:endParaRPr>
          </a:p>
        </p:txBody>
      </p:sp>
      <p:sp>
        <p:nvSpPr>
          <p:cNvPr id="24" name="Google Shape;68;p15"/>
          <p:cNvSpPr txBox="1">
            <a:spLocks noGrp="1"/>
          </p:cNvSpPr>
          <p:nvPr/>
        </p:nvSpPr>
        <p:spPr>
          <a:xfrm>
            <a:off x="173182" y="878361"/>
            <a:ext cx="7731751" cy="130332"/>
          </a:xfrm>
          <a:prstGeom prst="rect">
            <a:avLst/>
          </a:prstGeom>
          <a:noFill/>
          <a:ln>
            <a:noFill/>
          </a:ln>
        </p:spPr>
        <p:txBody>
          <a:bodyPr wrap="square" lIns="91424" tIns="91424" rIns="91424" bIns="91424" anchor="t" anchorCtr="0">
            <a:noAutofit/>
          </a:bodyPr>
          <a:lstStyle/>
          <a:p>
            <a:pPr>
              <a:defRPr/>
            </a:pPr>
            <a:r>
              <a:rPr lang="en-US" altLang="ko-KR" sz="1200" b="1">
                <a:latin typeface="KoPub돋움체 Light"/>
                <a:ea typeface="KoPub돋움체 Light"/>
                <a:cs typeface="+mn-cs"/>
              </a:rPr>
              <a:t>■ EfficientNetB0: 경량 컨볼루션 신경망(CNN) 모델</a:t>
            </a:r>
            <a:r>
              <a:rPr lang="ko-KR" altLang="en-US" sz="1200" b="1">
                <a:latin typeface="KoPub돋움체 Light"/>
                <a:ea typeface="KoPub돋움체 Light"/>
                <a:cs typeface="+mn-cs"/>
              </a:rPr>
              <a:t>로 </a:t>
            </a:r>
            <a:r>
              <a:rPr lang="en-US" altLang="ko-KR" sz="1200" b="1">
                <a:latin typeface="KoPub돋움체 Light"/>
                <a:ea typeface="KoPub돋움체 Light"/>
                <a:cs typeface="+mn-cs"/>
              </a:rPr>
              <a:t>B0~B7</a:t>
            </a:r>
            <a:r>
              <a:rPr lang="ko-KR" altLang="en-US" sz="1200" b="1">
                <a:latin typeface="KoPub돋움체 Light"/>
                <a:ea typeface="KoPub돋움체 Light"/>
                <a:cs typeface="+mn-cs"/>
              </a:rPr>
              <a:t>중 가장 작고 기본적인 모델</a:t>
            </a:r>
            <a:r>
              <a:rPr lang="en-US" altLang="ko-KR" sz="1200" b="1">
                <a:latin typeface="KoPub돋움체 Light"/>
                <a:ea typeface="KoPub돋움체 Light"/>
                <a:cs typeface="+mn-cs"/>
              </a:rPr>
              <a:t> </a:t>
            </a:r>
          </a:p>
        </p:txBody>
      </p:sp>
      <p:pic>
        <p:nvPicPr>
          <p:cNvPr id="25" name="그림 24"/>
          <p:cNvPicPr>
            <a:picLocks noChangeAspect="1"/>
          </p:cNvPicPr>
          <p:nvPr/>
        </p:nvPicPr>
        <p:blipFill rotWithShape="1">
          <a:blip r:embed="rId3"/>
          <a:stretch>
            <a:fillRect/>
          </a:stretch>
        </p:blipFill>
        <p:spPr>
          <a:xfrm>
            <a:off x="302647" y="1719674"/>
            <a:ext cx="1793504" cy="709057"/>
          </a:xfrm>
          <a:prstGeom prst="rect">
            <a:avLst/>
          </a:prstGeom>
        </p:spPr>
      </p:pic>
      <p:pic>
        <p:nvPicPr>
          <p:cNvPr id="26" name="그림 25"/>
          <p:cNvPicPr>
            <a:picLocks noChangeAspect="1"/>
          </p:cNvPicPr>
          <p:nvPr/>
        </p:nvPicPr>
        <p:blipFill rotWithShape="1">
          <a:blip r:embed="rId4"/>
          <a:stretch>
            <a:fillRect/>
          </a:stretch>
        </p:blipFill>
        <p:spPr>
          <a:xfrm>
            <a:off x="2310803" y="1719675"/>
            <a:ext cx="2656775" cy="474424"/>
          </a:xfrm>
          <a:prstGeom prst="rect">
            <a:avLst/>
          </a:prstGeom>
        </p:spPr>
      </p:pic>
      <p:pic>
        <p:nvPicPr>
          <p:cNvPr id="27" name="그림 26"/>
          <p:cNvPicPr>
            <a:picLocks noChangeAspect="1"/>
          </p:cNvPicPr>
          <p:nvPr/>
        </p:nvPicPr>
        <p:blipFill rotWithShape="1">
          <a:blip r:embed="rId5"/>
          <a:stretch>
            <a:fillRect/>
          </a:stretch>
        </p:blipFill>
        <p:spPr>
          <a:xfrm>
            <a:off x="306655" y="3135013"/>
            <a:ext cx="2474466" cy="543174"/>
          </a:xfrm>
          <a:prstGeom prst="rect">
            <a:avLst/>
          </a:prstGeom>
        </p:spPr>
      </p:pic>
      <p:pic>
        <p:nvPicPr>
          <p:cNvPr id="28" name="그림 27"/>
          <p:cNvPicPr>
            <a:picLocks noChangeAspect="1"/>
          </p:cNvPicPr>
          <p:nvPr/>
        </p:nvPicPr>
        <p:blipFill rotWithShape="1">
          <a:blip r:embed="rId6"/>
          <a:stretch>
            <a:fillRect/>
          </a:stretch>
        </p:blipFill>
        <p:spPr>
          <a:xfrm>
            <a:off x="3060950" y="3135564"/>
            <a:ext cx="1855087" cy="837579"/>
          </a:xfrm>
          <a:prstGeom prst="rect">
            <a:avLst/>
          </a:prstGeom>
        </p:spPr>
      </p:pic>
      <p:pic>
        <p:nvPicPr>
          <p:cNvPr id="31" name="그림 30"/>
          <p:cNvPicPr>
            <a:picLocks noChangeAspect="1"/>
          </p:cNvPicPr>
          <p:nvPr/>
        </p:nvPicPr>
        <p:blipFill rotWithShape="1">
          <a:blip r:embed="rId7"/>
          <a:stretch>
            <a:fillRect/>
          </a:stretch>
        </p:blipFill>
        <p:spPr>
          <a:xfrm>
            <a:off x="5269490" y="1422485"/>
            <a:ext cx="3532800" cy="2157065"/>
          </a:xfrm>
          <a:prstGeom prst="rect">
            <a:avLst/>
          </a:prstGeom>
        </p:spPr>
      </p:pic>
      <p:pic>
        <p:nvPicPr>
          <p:cNvPr id="32" name="그림 31"/>
          <p:cNvPicPr>
            <a:picLocks noChangeAspect="1"/>
          </p:cNvPicPr>
          <p:nvPr/>
        </p:nvPicPr>
        <p:blipFill rotWithShape="1">
          <a:blip r:embed="rId8"/>
          <a:stretch>
            <a:fillRect/>
          </a:stretch>
        </p:blipFill>
        <p:spPr>
          <a:xfrm>
            <a:off x="5269490" y="3814428"/>
            <a:ext cx="2672033" cy="384213"/>
          </a:xfrm>
          <a:prstGeom prst="rect">
            <a:avLst/>
          </a:prstGeom>
        </p:spPr>
      </p:pic>
      <p:sp>
        <p:nvSpPr>
          <p:cNvPr id="36" name="TextBox 29"/>
          <p:cNvSpPr txBox="1"/>
          <p:nvPr/>
        </p:nvSpPr>
        <p:spPr>
          <a:xfrm>
            <a:off x="5263508" y="4270458"/>
            <a:ext cx="3029646" cy="566337"/>
          </a:xfrm>
          <a:prstGeom prst="rect">
            <a:avLst/>
          </a:prstGeom>
        </p:spPr>
        <p:txBody>
          <a:bodyPr wrap="square">
            <a:spAutoFit/>
          </a:bodyPr>
          <a:lstStyle/>
          <a:p>
            <a:pPr marL="0" indent="0">
              <a:buFont typeface="Arial"/>
              <a:buNone/>
              <a:defRPr/>
            </a:pPr>
            <a:r>
              <a:rPr lang="ko-KR" altLang="en-US" sz="1050">
                <a:latin typeface="KoPub돋움체 Light"/>
                <a:ea typeface="KoPub돋움체 Light"/>
                <a:cs typeface="+mn-cs"/>
              </a:rPr>
              <a:t> - 11번째 에포크 이후부터 과적합이 시작됨에 따라 Early Stopping으로 학습이 중단됨</a:t>
            </a:r>
          </a:p>
          <a:p>
            <a:pPr marL="0" indent="0">
              <a:buFont typeface="Arial"/>
              <a:buNone/>
              <a:defRPr/>
            </a:pPr>
            <a:r>
              <a:rPr lang="ko-KR" altLang="en-US" sz="1050">
                <a:latin typeface="KoPub돋움체 Light"/>
                <a:ea typeface="KoPub돋움체 Light"/>
                <a:cs typeface="+mn-cs"/>
              </a:rPr>
              <a:t> - 검증 정확도는 0.6914</a:t>
            </a:r>
          </a:p>
        </p:txBody>
      </p:sp>
      <p:sp>
        <p:nvSpPr>
          <p:cNvPr id="19" name="Google Shape;17;p4"/>
          <p:cNvSpPr>
            <a:spLocks noGrp="1"/>
          </p:cNvSpPr>
          <p:nvPr/>
        </p:nvSpPr>
        <p:spPr>
          <a:xfrm>
            <a:off x="173182" y="555346"/>
            <a:ext cx="8780318" cy="323015"/>
          </a:xfrm>
          <a:prstGeom prst="rect">
            <a:avLst/>
          </a:prstGeom>
          <a:solidFill>
            <a:schemeClr val="accent4">
              <a:lumMod val="20000"/>
              <a:lumOff val="80000"/>
            </a:schemeClr>
          </a:solidFill>
          <a:ln>
            <a:noFill/>
          </a:ln>
        </p:spPr>
        <p:txBody>
          <a:bodyPr wrap="square" lIns="91424" tIns="91424" rIns="91424" bIns="91424" anchor="t" anchorCtr="0">
            <a:noAutofit/>
          </a:bodyPr>
          <a:lstStyle/>
          <a:p>
            <a:pPr>
              <a:defRPr/>
            </a:pPr>
            <a:r>
              <a:rPr lang="en-US" altLang="ko-KR" sz="1400" b="1">
                <a:latin typeface="KoPub돋움체 Light"/>
                <a:ea typeface="KoPub돋움체 Light"/>
                <a:cs typeface="+mn-cs"/>
              </a:rPr>
              <a:t>EfficientNetB0</a:t>
            </a:r>
            <a:r>
              <a:rPr kumimoji="0" lang="en-US" altLang="ko-KR" sz="1400" b="1" i="0" u="none" strike="noStrike" kern="0" cap="none" spc="-100" normalizeH="0" baseline="0">
                <a:solidFill>
                  <a:schemeClr val="dk1"/>
                </a:solidFill>
                <a:latin typeface="KoPub돋움체 Light"/>
                <a:ea typeface="KoPub돋움체 Light"/>
                <a:cs typeface="+mn-cs"/>
              </a:rPr>
              <a:t> </a:t>
            </a:r>
            <a:r>
              <a:rPr kumimoji="0" lang="ko-KR" altLang="en-US" sz="1400" b="1" i="0" u="none" strike="noStrike" kern="0" cap="none" spc="-104" normalizeH="0" baseline="0">
                <a:solidFill>
                  <a:schemeClr val="dk1"/>
                </a:solidFill>
                <a:latin typeface="KoPub돋움체 Light"/>
                <a:ea typeface="KoPub돋움체 Light"/>
                <a:cs typeface="+mn-cs"/>
              </a:rPr>
              <a:t>모델</a:t>
            </a:r>
          </a:p>
        </p:txBody>
      </p:sp>
      <p:sp>
        <p:nvSpPr>
          <p:cNvPr id="5" name="TextBox 4"/>
          <p:cNvSpPr txBox="1"/>
          <p:nvPr/>
        </p:nvSpPr>
        <p:spPr>
          <a:xfrm>
            <a:off x="369596" y="2428731"/>
            <a:ext cx="3512794" cy="541164"/>
          </a:xfrm>
          <a:prstGeom prst="rect">
            <a:avLst/>
          </a:prstGeom>
          <a:noFill/>
        </p:spPr>
        <p:txBody>
          <a:bodyPr wrap="none">
            <a:spAutoFit/>
          </a:bodyPr>
          <a:lstStyle/>
          <a:p>
            <a:pPr lvl="0">
              <a:defRPr/>
            </a:pPr>
            <a:r>
              <a:rPr lang="ko-KR" altLang="en-US" sz="1000">
                <a:latin typeface="KoPub돋움체 Light"/>
                <a:ea typeface="KoPub돋움체 Light"/>
                <a:cs typeface="+mn-cs"/>
              </a:rPr>
              <a:t> 모델 구성</a:t>
            </a:r>
            <a:r>
              <a:rPr lang="en-US" altLang="ko-KR" sz="1000">
                <a:latin typeface="KoPub돋움체 Light"/>
                <a:ea typeface="KoPub돋움체 Light"/>
                <a:cs typeface="+mn-cs"/>
              </a:rPr>
              <a:t>: </a:t>
            </a:r>
            <a:r>
              <a:rPr lang="ko-KR" altLang="en-US" sz="1000">
                <a:latin typeface="KoPub돋움체 Light"/>
                <a:ea typeface="KoPub돋움체 Light"/>
                <a:cs typeface="+mn-cs"/>
              </a:rPr>
              <a:t>전이 학습 적용</a:t>
            </a:r>
            <a:r>
              <a:rPr lang="en-US" altLang="ko-KR" sz="1000">
                <a:latin typeface="KoPub돋움체 Light"/>
                <a:ea typeface="KoPub돋움체 Light"/>
                <a:cs typeface="+mn-cs"/>
              </a:rPr>
              <a:t>+</a:t>
            </a:r>
            <a:r>
              <a:rPr lang="ko-KR" altLang="en-US" sz="1000">
                <a:latin typeface="KoPub돋움체 Light"/>
                <a:ea typeface="KoPub돋움체 Light"/>
                <a:cs typeface="+mn-cs"/>
              </a:rPr>
              <a:t>드롭아웃</a:t>
            </a:r>
            <a:r>
              <a:rPr lang="en-US" altLang="ko-KR" sz="1000">
                <a:latin typeface="KoPub돋움체 Light"/>
                <a:ea typeface="KoPub돋움체 Light"/>
                <a:cs typeface="+mn-cs"/>
              </a:rPr>
              <a:t>(Dropout) </a:t>
            </a:r>
            <a:r>
              <a:rPr lang="ko-KR" altLang="en-US" sz="1000">
                <a:latin typeface="KoPub돋움체 Light"/>
                <a:ea typeface="KoPub돋움체 Light"/>
                <a:cs typeface="+mn-cs"/>
              </a:rPr>
              <a:t>레이어 추가 </a:t>
            </a:r>
          </a:p>
          <a:p>
            <a:pPr lvl="0">
              <a:defRPr/>
            </a:pPr>
            <a:r>
              <a:rPr lang="ko-KR" altLang="en-US" sz="1000">
                <a:latin typeface="KoPub돋움체 Light"/>
                <a:ea typeface="KoPub돋움체 Light"/>
                <a:cs typeface="+mn-cs"/>
              </a:rPr>
              <a:t>  </a:t>
            </a:r>
            <a:r>
              <a:rPr lang="en-US" altLang="ko-KR" sz="1000">
                <a:latin typeface="KoPub돋움체 Light"/>
                <a:ea typeface="KoPub돋움체 Light"/>
                <a:cs typeface="+mn-cs"/>
              </a:rPr>
              <a:t>- </a:t>
            </a:r>
            <a:r>
              <a:rPr lang="ko-KR" altLang="en-US" sz="1000">
                <a:latin typeface="KoPub돋움체 Light"/>
                <a:ea typeface="KoPub돋움체 Light"/>
                <a:cs typeface="+mn-cs"/>
              </a:rPr>
              <a:t>전과 같이 전이 학습을 적용해서 학습 시간 단축 및 효율성 증가</a:t>
            </a:r>
          </a:p>
          <a:p>
            <a:pPr lvl="0">
              <a:defRPr/>
            </a:pPr>
            <a:r>
              <a:rPr lang="ko-KR" altLang="en-US" sz="1000">
                <a:latin typeface="KoPub돋움체 Light"/>
                <a:ea typeface="KoPub돋움체 Light"/>
                <a:cs typeface="+mn-cs"/>
              </a:rPr>
              <a:t>  </a:t>
            </a:r>
            <a:r>
              <a:rPr lang="en-US" altLang="ko-KR" sz="1000">
                <a:latin typeface="KoPub돋움체 Light"/>
                <a:ea typeface="KoPub돋움체 Light"/>
                <a:cs typeface="+mn-cs"/>
              </a:rPr>
              <a:t>- </a:t>
            </a:r>
            <a:r>
              <a:rPr lang="ko-KR" altLang="en-US" sz="1000">
                <a:latin typeface="KoPub돋움체 Light"/>
                <a:ea typeface="KoPub돋움체 Light"/>
                <a:cs typeface="+mn-cs"/>
              </a:rPr>
              <a:t>과적합 완화를 위해서 드롭아웃 비율을 </a:t>
            </a:r>
            <a:r>
              <a:rPr lang="en-US" altLang="ko-KR" sz="1000">
                <a:latin typeface="KoPub돋움체 Light"/>
                <a:ea typeface="KoPub돋움체 Light"/>
                <a:cs typeface="+mn-cs"/>
              </a:rPr>
              <a:t>0.4</a:t>
            </a:r>
            <a:r>
              <a:rPr lang="ko-KR" altLang="en-US" sz="1000">
                <a:latin typeface="KoPub돋움체 Light"/>
                <a:ea typeface="KoPub돋움체 Light"/>
                <a:cs typeface="+mn-cs"/>
              </a:rPr>
              <a:t>로 변경</a:t>
            </a:r>
          </a:p>
        </p:txBody>
      </p:sp>
      <p:sp>
        <p:nvSpPr>
          <p:cNvPr id="6" name="TextBox 5"/>
          <p:cNvSpPr txBox="1"/>
          <p:nvPr/>
        </p:nvSpPr>
        <p:spPr>
          <a:xfrm>
            <a:off x="369596" y="3713685"/>
            <a:ext cx="3484219" cy="846885"/>
          </a:xfrm>
          <a:prstGeom prst="rect">
            <a:avLst/>
          </a:prstGeom>
          <a:noFill/>
        </p:spPr>
        <p:txBody>
          <a:bodyPr wrap="none">
            <a:spAutoFit/>
          </a:bodyPr>
          <a:lstStyle/>
          <a:p>
            <a:pPr lvl="0">
              <a:defRPr/>
            </a:pPr>
            <a:r>
              <a:rPr lang="ko-KR" altLang="en-US" sz="1000">
                <a:latin typeface="KoPub돋움체 Light"/>
                <a:ea typeface="KoPub돋움체 Light"/>
                <a:cs typeface="+mn-cs"/>
              </a:rPr>
              <a:t> 학습 환경 설정</a:t>
            </a:r>
            <a:r>
              <a:rPr lang="en-US" altLang="ko-KR" sz="1000">
                <a:latin typeface="KoPub돋움체 Light"/>
                <a:ea typeface="KoPub돋움체 Light"/>
                <a:cs typeface="+mn-cs"/>
              </a:rPr>
              <a:t>:</a:t>
            </a:r>
          </a:p>
          <a:p>
            <a:pPr lvl="0">
              <a:defRPr/>
            </a:pPr>
            <a:r>
              <a:rPr lang="en-US" altLang="ko-KR" sz="1000">
                <a:latin typeface="KoPub돋움체 Light"/>
                <a:ea typeface="KoPub돋움체 Light"/>
                <a:cs typeface="+mn-cs"/>
              </a:rPr>
              <a:t>  - </a:t>
            </a:r>
            <a:r>
              <a:rPr lang="ko-KR" altLang="en-US" sz="1000">
                <a:latin typeface="KoPub돋움체 Light"/>
                <a:ea typeface="KoPub돋움체 Light"/>
                <a:cs typeface="+mn-cs"/>
              </a:rPr>
              <a:t>옵티마이저</a:t>
            </a:r>
            <a:r>
              <a:rPr lang="en-US" altLang="ko-KR" sz="1000">
                <a:latin typeface="KoPub돋움체 Light"/>
                <a:ea typeface="KoPub돋움체 Light"/>
                <a:cs typeface="+mn-cs"/>
              </a:rPr>
              <a:t>: Adam </a:t>
            </a:r>
            <a:r>
              <a:rPr lang="ko-KR" altLang="en-US" sz="1000">
                <a:latin typeface="KoPub돋움체 Light"/>
                <a:ea typeface="KoPub돋움체 Light"/>
                <a:cs typeface="+mn-cs"/>
              </a:rPr>
              <a:t>옵티마이저 사용</a:t>
            </a:r>
          </a:p>
          <a:p>
            <a:pPr lvl="0">
              <a:defRPr/>
            </a:pPr>
            <a:r>
              <a:rPr lang="ko-KR" altLang="en-US" sz="1000">
                <a:latin typeface="KoPub돋움체 Light"/>
                <a:ea typeface="KoPub돋움체 Light"/>
                <a:cs typeface="+mn-cs"/>
              </a:rPr>
              <a:t>  </a:t>
            </a:r>
            <a:r>
              <a:rPr lang="en-US" altLang="ko-KR" sz="1000">
                <a:latin typeface="KoPub돋움체 Light"/>
                <a:ea typeface="KoPub돋움체 Light"/>
                <a:cs typeface="+mn-cs"/>
              </a:rPr>
              <a:t>- </a:t>
            </a:r>
            <a:r>
              <a:rPr lang="ko-KR" altLang="en-US" sz="1000">
                <a:latin typeface="KoPub돋움체 Light"/>
                <a:ea typeface="KoPub돋움체 Light"/>
                <a:cs typeface="+mn-cs"/>
              </a:rPr>
              <a:t>학습률</a:t>
            </a:r>
            <a:r>
              <a:rPr lang="en-US" altLang="ko-KR" sz="1000">
                <a:latin typeface="KoPub돋움체 Light"/>
                <a:ea typeface="KoPub돋움체 Light"/>
                <a:cs typeface="+mn-cs"/>
              </a:rPr>
              <a:t>: </a:t>
            </a:r>
            <a:r>
              <a:rPr lang="ko-KR" altLang="en-US" sz="1000">
                <a:latin typeface="KoPub돋움체 Light"/>
                <a:ea typeface="KoPub돋움체 Light"/>
                <a:cs typeface="+mn-cs"/>
              </a:rPr>
              <a:t>기본 학습률</a:t>
            </a:r>
            <a:r>
              <a:rPr lang="en-US" altLang="ko-KR" sz="1000">
                <a:latin typeface="KoPub돋움체 Light"/>
                <a:ea typeface="KoPub돋움체 Light"/>
                <a:cs typeface="+mn-cs"/>
              </a:rPr>
              <a:t>(0.001)                     </a:t>
            </a:r>
          </a:p>
          <a:p>
            <a:pPr lvl="0">
              <a:defRPr/>
            </a:pPr>
            <a:r>
              <a:rPr lang="en-US" altLang="ko-KR" sz="1000">
                <a:latin typeface="KoPub돋움체 Light"/>
                <a:ea typeface="KoPub돋움체 Light"/>
                <a:cs typeface="+mn-cs"/>
              </a:rPr>
              <a:t>  - </a:t>
            </a:r>
            <a:r>
              <a:rPr lang="ko-KR" altLang="en-US" sz="1000">
                <a:latin typeface="KoPub돋움체 Light"/>
                <a:ea typeface="KoPub돋움체 Light"/>
                <a:cs typeface="+mn-cs"/>
              </a:rPr>
              <a:t>에포크 </a:t>
            </a:r>
            <a:r>
              <a:rPr lang="en-US" altLang="ko-KR" sz="1000">
                <a:latin typeface="KoPub돋움체 Light"/>
                <a:ea typeface="KoPub돋움체 Light"/>
                <a:cs typeface="+mn-cs"/>
              </a:rPr>
              <a:t>20</a:t>
            </a:r>
            <a:r>
              <a:rPr lang="ko-KR" altLang="en-US" sz="1000">
                <a:latin typeface="KoPub돋움체 Light"/>
                <a:ea typeface="KoPub돋움체 Light"/>
                <a:cs typeface="+mn-cs"/>
              </a:rPr>
              <a:t>회로 설정                                                          </a:t>
            </a:r>
          </a:p>
          <a:p>
            <a:pPr lvl="0">
              <a:defRPr/>
            </a:pPr>
            <a:r>
              <a:rPr lang="ko-KR" altLang="en-US" sz="1000">
                <a:latin typeface="KoPub돋움체 Light"/>
                <a:ea typeface="KoPub돋움체 Light"/>
                <a:cs typeface="+mn-cs"/>
              </a:rPr>
              <a:t>  </a:t>
            </a:r>
            <a:r>
              <a:rPr lang="en-US" altLang="ko-KR" sz="1000">
                <a:latin typeface="KoPub돋움체 Light"/>
                <a:ea typeface="KoPub돋움체 Light"/>
                <a:cs typeface="+mn-cs"/>
              </a:rPr>
              <a:t>- EarlyStopping</a:t>
            </a:r>
            <a:r>
              <a:rPr lang="ko-KR" altLang="en-US" sz="1000">
                <a:latin typeface="KoPub돋움체 Light"/>
                <a:ea typeface="KoPub돋움체 Light"/>
                <a:cs typeface="+mn-cs"/>
              </a:rPr>
              <a:t>을 적용하여 과적합 방지</a:t>
            </a:r>
          </a:p>
        </p:txBody>
      </p:sp>
      <p:sp>
        <p:nvSpPr>
          <p:cNvPr id="39" name="Google Shape;68;p15"/>
          <p:cNvSpPr txBox="1">
            <a:spLocks noGrp="1"/>
          </p:cNvSpPr>
          <p:nvPr/>
        </p:nvSpPr>
        <p:spPr>
          <a:xfrm>
            <a:off x="149867" y="0"/>
            <a:ext cx="8844266" cy="295272"/>
          </a:xfrm>
          <a:prstGeom prst="rect">
            <a:avLst/>
          </a:prstGeom>
          <a:solidFill>
            <a:srgbClr val="0B0B1A">
              <a:alpha val="100000"/>
            </a:srgbClr>
          </a:solidFill>
        </p:spPr>
        <p:txBody>
          <a:bodyPr vert="horz" wrap="square" lIns="91424" tIns="91424" rIns="91424" bIns="91424" anchor="t" anchorCtr="0">
            <a:noAutofit/>
          </a:bodyPr>
          <a:lstStyle/>
          <a:p>
            <a:pPr marL="68580" lvl="0" indent="0" algn="l" defTabSz="685800" rtl="0" eaLnBrk="1" latinLnBrk="1" hangingPunct="1">
              <a:lnSpc>
                <a:spcPct val="90000"/>
              </a:lnSpc>
              <a:spcBef>
                <a:spcPts val="0"/>
              </a:spcBef>
              <a:spcAft>
                <a:spcPts val="0"/>
              </a:spcAft>
              <a:buSzPct val="100000"/>
              <a:buNone/>
              <a:defRPr/>
            </a:pPr>
            <a:r>
              <a:rPr kumimoji="0" lang="en-US" altLang="ko-KR" sz="1600" b="1" i="0" u="none" strike="noStrike" kern="1200" cap="none" spc="0" normalizeH="0" baseline="0">
                <a:solidFill>
                  <a:srgbClr val="FFFFFF"/>
                </a:solidFill>
                <a:latin typeface="KoPub돋움체 Light"/>
                <a:ea typeface="KoPub돋움체 Light"/>
                <a:cs typeface="Corbel"/>
              </a:rPr>
              <a:t>9. </a:t>
            </a:r>
            <a:r>
              <a:rPr kumimoji="0" lang="ko-KR" altLang="en-US" sz="1600" b="1" i="0" u="none" strike="noStrike" kern="1200" cap="none" spc="0" normalizeH="0" baseline="0">
                <a:solidFill>
                  <a:srgbClr val="FFFFFF"/>
                </a:solidFill>
                <a:latin typeface="KoPub돋움체 Light"/>
                <a:ea typeface="KoPub돋움체 Light"/>
                <a:cs typeface="맑은 고딕"/>
              </a:rPr>
              <a:t>인공지능 학습</a:t>
            </a:r>
            <a:endParaRPr kumimoji="0" lang="en-US" altLang="ko-KR" sz="1600" b="1" i="0" u="none" strike="noStrike" kern="1200" cap="none" spc="0" normalizeH="0" baseline="0">
              <a:solidFill>
                <a:srgbClr val="FFFFFF"/>
              </a:solidFill>
              <a:latin typeface="KoPub돋움체 Light"/>
              <a:ea typeface="KoPub돋움체 Light"/>
              <a:cs typeface="Corbel"/>
            </a:endParaRPr>
          </a:p>
        </p:txBody>
      </p:sp>
    </p:spTree>
  </p:cSld>
  <p:clrMapOvr>
    <a:masterClrMapping/>
  </p:clrMapOvr>
  <mc:AlternateContent xmlns:mc="http://schemas.openxmlformats.org/markup-compatibility/2006" xmlns:p14="http://schemas.microsoft.com/office/powerpoint/2010/main">
    <mc:Choice Requires="p14">
      <p:transition/>
    </mc:Choice>
    <mc:Fallback xmlns="" xmlns:c="http://schemas.openxmlformats.org/drawingml/2006/chart" xmlns:dgm="http://schemas.openxmlformats.org/drawingml/2006/diagram" xmlns:dsp="http://schemas.microsoft.com/office/drawing/2008/diagram">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Google Shape;19;p4"/>
          <p:cNvSpPr>
            <a:spLocks noGrp="1"/>
          </p:cNvSpPr>
          <p:nvPr>
            <p:ph type="sldNum" idx="12"/>
          </p:nvPr>
        </p:nvSpPr>
        <p:spPr/>
        <p:txBody>
          <a:bodyPr>
            <a:normAutofit/>
          </a:bodyPr>
          <a:lstStyle/>
          <a:p>
            <a:pPr marL="0" lvl="0" indent="0" algn="r" rtl="0">
              <a:spcBef>
                <a:spcPts val="0"/>
              </a:spcBef>
              <a:spcAft>
                <a:spcPts val="0"/>
              </a:spcAft>
              <a:buNone/>
              <a:defRPr/>
            </a:pPr>
            <a:fld id="{00000000-1234-1234-1234-123412341234}" type="slidenum">
              <a:rPr lang="en-US">
                <a:latin typeface="KoPub돋움체 Light"/>
                <a:ea typeface="KoPub돋움체 Light"/>
                <a:cs typeface="+mn-cs"/>
              </a:rPr>
              <a:pPr marL="0" lvl="0" indent="0" algn="r" rtl="0">
                <a:spcBef>
                  <a:spcPts val="0"/>
                </a:spcBef>
                <a:spcAft>
                  <a:spcPts val="0"/>
                </a:spcAft>
                <a:buNone/>
                <a:defRPr/>
              </a:pPr>
              <a:t>14</a:t>
            </a:fld>
            <a:endParaRPr lang="en-US">
              <a:latin typeface="KoPub돋움체 Light"/>
              <a:ea typeface="KoPub돋움체 Light"/>
              <a:cs typeface="+mn-cs"/>
            </a:endParaRPr>
          </a:p>
        </p:txBody>
      </p:sp>
      <p:sp>
        <p:nvSpPr>
          <p:cNvPr id="34" name="TextBox 33"/>
          <p:cNvSpPr txBox="1"/>
          <p:nvPr/>
        </p:nvSpPr>
        <p:spPr>
          <a:xfrm>
            <a:off x="345858" y="878361"/>
            <a:ext cx="4243763" cy="253916"/>
          </a:xfrm>
          <a:prstGeom prst="rect">
            <a:avLst/>
          </a:prstGeom>
        </p:spPr>
        <p:txBody>
          <a:bodyPr wrap="square">
            <a:spAutoFit/>
          </a:bodyPr>
          <a:lstStyle/>
          <a:p>
            <a:pPr marL="57120" indent="-57120">
              <a:buFont typeface="Arial"/>
              <a:buChar char="•"/>
              <a:defRPr/>
            </a:pPr>
            <a:r>
              <a:rPr lang="ko-KR" altLang="en-US" sz="1050" dirty="0">
                <a:latin typeface="KoPub돋움체 Light"/>
                <a:ea typeface="KoPub돋움체 Light"/>
                <a:cs typeface="+mn-cs"/>
              </a:rPr>
              <a:t> 미세 조정</a:t>
            </a:r>
          </a:p>
        </p:txBody>
      </p:sp>
      <p:pic>
        <p:nvPicPr>
          <p:cNvPr id="35" name="그림 34"/>
          <p:cNvPicPr>
            <a:picLocks noChangeAspect="1"/>
          </p:cNvPicPr>
          <p:nvPr/>
        </p:nvPicPr>
        <p:blipFill rotWithShape="1">
          <a:blip r:embed="rId3"/>
          <a:stretch>
            <a:fillRect/>
          </a:stretch>
        </p:blipFill>
        <p:spPr>
          <a:xfrm>
            <a:off x="308866" y="1181098"/>
            <a:ext cx="1612987" cy="1498204"/>
          </a:xfrm>
          <a:prstGeom prst="rect">
            <a:avLst/>
          </a:prstGeom>
        </p:spPr>
      </p:pic>
      <p:pic>
        <p:nvPicPr>
          <p:cNvPr id="36" name="그림 35"/>
          <p:cNvPicPr>
            <a:picLocks noChangeAspect="1"/>
          </p:cNvPicPr>
          <p:nvPr/>
        </p:nvPicPr>
        <p:blipFill rotWithShape="1">
          <a:blip r:embed="rId4"/>
          <a:stretch>
            <a:fillRect/>
          </a:stretch>
        </p:blipFill>
        <p:spPr>
          <a:xfrm>
            <a:off x="2149257" y="1693270"/>
            <a:ext cx="2508971" cy="1039112"/>
          </a:xfrm>
          <a:prstGeom prst="rect">
            <a:avLst/>
          </a:prstGeom>
        </p:spPr>
      </p:pic>
      <p:sp>
        <p:nvSpPr>
          <p:cNvPr id="38" name="TextBox 37"/>
          <p:cNvSpPr txBox="1"/>
          <p:nvPr/>
        </p:nvSpPr>
        <p:spPr>
          <a:xfrm>
            <a:off x="5092881" y="977657"/>
            <a:ext cx="3712241" cy="253916"/>
          </a:xfrm>
          <a:prstGeom prst="rect">
            <a:avLst/>
          </a:prstGeom>
        </p:spPr>
        <p:txBody>
          <a:bodyPr wrap="square">
            <a:spAutoFit/>
          </a:bodyPr>
          <a:lstStyle/>
          <a:p>
            <a:pPr marL="57120" indent="-57120">
              <a:buFont typeface="Arial"/>
              <a:buChar char="•"/>
              <a:defRPr/>
            </a:pPr>
            <a:r>
              <a:rPr lang="ko-KR" altLang="en-US" sz="1050">
                <a:latin typeface="KoPub돋움체 Light"/>
                <a:ea typeface="KoPub돋움체 Light"/>
                <a:cs typeface="+mn-cs"/>
              </a:rPr>
              <a:t> 학습 진행 및 결과</a:t>
            </a:r>
          </a:p>
        </p:txBody>
      </p:sp>
      <p:pic>
        <p:nvPicPr>
          <p:cNvPr id="39" name="그림 38"/>
          <p:cNvPicPr>
            <a:picLocks noChangeAspect="1"/>
          </p:cNvPicPr>
          <p:nvPr/>
        </p:nvPicPr>
        <p:blipFill rotWithShape="1">
          <a:blip r:embed="rId5"/>
          <a:stretch>
            <a:fillRect/>
          </a:stretch>
        </p:blipFill>
        <p:spPr>
          <a:xfrm>
            <a:off x="5005768" y="1296969"/>
            <a:ext cx="3798880" cy="1886386"/>
          </a:xfrm>
          <a:prstGeom prst="rect">
            <a:avLst/>
          </a:prstGeom>
        </p:spPr>
      </p:pic>
      <p:pic>
        <p:nvPicPr>
          <p:cNvPr id="40" name="그림 39"/>
          <p:cNvPicPr>
            <a:picLocks noChangeAspect="1"/>
          </p:cNvPicPr>
          <p:nvPr/>
        </p:nvPicPr>
        <p:blipFill rotWithShape="1">
          <a:blip r:embed="rId6"/>
          <a:stretch>
            <a:fillRect/>
          </a:stretch>
        </p:blipFill>
        <p:spPr>
          <a:xfrm>
            <a:off x="5006264" y="3434770"/>
            <a:ext cx="3532094" cy="355579"/>
          </a:xfrm>
          <a:prstGeom prst="rect">
            <a:avLst/>
          </a:prstGeom>
        </p:spPr>
      </p:pic>
      <p:sp>
        <p:nvSpPr>
          <p:cNvPr id="44" name="TextBox 37"/>
          <p:cNvSpPr txBox="1"/>
          <p:nvPr/>
        </p:nvSpPr>
        <p:spPr>
          <a:xfrm>
            <a:off x="5009653" y="3890642"/>
            <a:ext cx="3462805" cy="889003"/>
          </a:xfrm>
          <a:prstGeom prst="rect">
            <a:avLst/>
          </a:prstGeom>
        </p:spPr>
        <p:txBody>
          <a:bodyPr wrap="square">
            <a:spAutoFit/>
          </a:bodyPr>
          <a:lstStyle/>
          <a:p>
            <a:pPr marL="0" indent="0">
              <a:buFont typeface="Arial"/>
              <a:buNone/>
              <a:defRPr/>
            </a:pPr>
            <a:r>
              <a:rPr lang="ko-KR" altLang="en-US" sz="1050">
                <a:latin typeface="KoPub돋움체 Light"/>
                <a:ea typeface="KoPub돋움체 Light"/>
                <a:cs typeface="+mn-cs"/>
              </a:rPr>
              <a:t> - 학습/검증 데이터에 대한 정확도가 꾸준히 증가함(손실값 또한 꾸준히 감소)</a:t>
            </a:r>
          </a:p>
          <a:p>
            <a:pPr marL="0" indent="0">
              <a:buFont typeface="Arial"/>
              <a:buNone/>
              <a:defRPr/>
            </a:pPr>
            <a:r>
              <a:rPr lang="ko-KR" altLang="en-US" sz="1050">
                <a:latin typeface="KoPub돋움체 Light"/>
                <a:ea typeface="KoPub돋움체 Light"/>
                <a:cs typeface="+mn-cs"/>
              </a:rPr>
              <a:t> - 검증 데이터에 대한 정확도: 0.7653</a:t>
            </a:r>
          </a:p>
          <a:p>
            <a:pPr marL="0" indent="0">
              <a:buFont typeface="Arial"/>
              <a:buNone/>
              <a:defRPr/>
            </a:pPr>
            <a:r>
              <a:rPr lang="ko-KR" altLang="en-US" sz="1050">
                <a:latin typeface="KoPub돋움체 Light"/>
                <a:ea typeface="KoPub돋움체 Light"/>
                <a:cs typeface="+mn-cs"/>
              </a:rPr>
              <a:t>  검증 데이터에 대한 손실: 0.9239</a:t>
            </a:r>
          </a:p>
          <a:p>
            <a:pPr marL="0" indent="0">
              <a:buFont typeface="Arial"/>
              <a:buNone/>
              <a:defRPr/>
            </a:pPr>
            <a:r>
              <a:rPr lang="ko-KR" altLang="en-US" sz="1050">
                <a:latin typeface="KoPub돋움체 Light"/>
                <a:ea typeface="KoPub돋움체 Light"/>
                <a:cs typeface="+mn-cs"/>
              </a:rPr>
              <a:t>   → 초기 학습 결과보다 향상된 결과를 얻어냄</a:t>
            </a:r>
          </a:p>
        </p:txBody>
      </p:sp>
      <p:sp>
        <p:nvSpPr>
          <p:cNvPr id="26" name="TextBox 25"/>
          <p:cNvSpPr txBox="1"/>
          <p:nvPr/>
        </p:nvSpPr>
        <p:spPr>
          <a:xfrm>
            <a:off x="308866" y="2783361"/>
            <a:ext cx="4243763" cy="1223412"/>
          </a:xfrm>
          <a:prstGeom prst="rect">
            <a:avLst/>
          </a:prstGeom>
        </p:spPr>
        <p:txBody>
          <a:bodyPr wrap="square">
            <a:spAutoFit/>
          </a:bodyPr>
          <a:lstStyle/>
          <a:p>
            <a:pPr>
              <a:defRPr/>
            </a:pPr>
            <a:r>
              <a:rPr lang="ko-KR" altLang="en-US" sz="1050">
                <a:latin typeface="KoPub돋움체 Light"/>
                <a:ea typeface="KoPub돋움체 Light"/>
                <a:cs typeface="+mn-cs"/>
              </a:rPr>
              <a:t> </a:t>
            </a:r>
            <a:r>
              <a:rPr lang="en-US" altLang="ko-KR" sz="1050">
                <a:latin typeface="KoPub돋움체 Light"/>
                <a:ea typeface="KoPub돋움체 Light"/>
                <a:cs typeface="+mn-cs"/>
              </a:rPr>
              <a:t>- </a:t>
            </a:r>
            <a:r>
              <a:rPr lang="ko-KR" altLang="en-US" sz="1050">
                <a:latin typeface="KoPub돋움체 Light"/>
                <a:ea typeface="KoPub돋움체 Light"/>
                <a:cs typeface="+mn-cs"/>
              </a:rPr>
              <a:t>모델의 마지막 </a:t>
            </a:r>
            <a:r>
              <a:rPr lang="en-US" altLang="ko-KR" sz="1050">
                <a:latin typeface="KoPub돋움체 Light"/>
                <a:ea typeface="KoPub돋움체 Light"/>
                <a:cs typeface="+mn-cs"/>
              </a:rPr>
              <a:t>20</a:t>
            </a:r>
            <a:r>
              <a:rPr lang="ko-KR" altLang="en-US" sz="1050">
                <a:latin typeface="KoPub돋움체 Light"/>
                <a:ea typeface="KoPub돋움체 Light"/>
                <a:cs typeface="+mn-cs"/>
              </a:rPr>
              <a:t>개 레이어만 가중치 동결 해제</a:t>
            </a:r>
            <a:r>
              <a:rPr lang="en-US" altLang="ko-KR" sz="1050">
                <a:latin typeface="KoPub돋움체 Light"/>
                <a:ea typeface="KoPub돋움체 Light"/>
                <a:cs typeface="+mn-cs"/>
              </a:rPr>
              <a:t>(</a:t>
            </a:r>
            <a:r>
              <a:rPr lang="ko-KR" altLang="en-US" sz="1050">
                <a:latin typeface="KoPub돋움체 Light"/>
                <a:ea typeface="KoPub돋움체 Light"/>
                <a:cs typeface="+mn-cs"/>
              </a:rPr>
              <a:t>나머지 레이어는 </a:t>
            </a:r>
          </a:p>
          <a:p>
            <a:pPr>
              <a:defRPr/>
            </a:pPr>
            <a:r>
              <a:rPr lang="ko-KR" altLang="en-US" sz="1050">
                <a:latin typeface="KoPub돋움체 Light"/>
                <a:ea typeface="KoPub돋움체 Light"/>
                <a:cs typeface="+mn-cs"/>
              </a:rPr>
              <a:t>  반복문으로 가중치 동결 및 학습 제외</a:t>
            </a:r>
            <a:r>
              <a:rPr lang="en-US" altLang="ko-KR" sz="1050">
                <a:latin typeface="KoPub돋움체 Light"/>
                <a:ea typeface="KoPub돋움체 Light"/>
                <a:cs typeface="+mn-cs"/>
              </a:rPr>
              <a:t>)</a:t>
            </a:r>
          </a:p>
          <a:p>
            <a:pPr>
              <a:defRPr/>
            </a:pPr>
            <a:r>
              <a:rPr lang="en-US" altLang="ko-KR" sz="1050">
                <a:latin typeface="KoPub돋움체 Light"/>
                <a:ea typeface="KoPub돋움체 Light"/>
                <a:cs typeface="+mn-cs"/>
              </a:rPr>
              <a:t>   → </a:t>
            </a:r>
            <a:r>
              <a:rPr lang="ko-KR" altLang="en-US" sz="1050">
                <a:latin typeface="KoPub돋움체 Light"/>
                <a:ea typeface="KoPub돋움체 Light"/>
                <a:cs typeface="+mn-cs"/>
              </a:rPr>
              <a:t>초기 레이어는 고정함으로서 모델의 안정성 유지</a:t>
            </a:r>
          </a:p>
          <a:p>
            <a:pPr>
              <a:defRPr/>
            </a:pPr>
            <a:r>
              <a:rPr lang="ko-KR" altLang="en-US" sz="1050">
                <a:latin typeface="KoPub돋움체 Light"/>
                <a:ea typeface="KoPub돋움체 Light"/>
                <a:cs typeface="+mn-cs"/>
              </a:rPr>
              <a:t>      마지막 레이어는 새로운 데이터에 맞춰서 미세하게 조정</a:t>
            </a:r>
          </a:p>
          <a:p>
            <a:pPr>
              <a:defRPr/>
            </a:pPr>
            <a:r>
              <a:rPr lang="ko-KR" altLang="en-US" sz="1050">
                <a:latin typeface="KoPub돋움체 Light"/>
                <a:ea typeface="KoPub돋움체 Light"/>
                <a:cs typeface="+mn-cs"/>
              </a:rPr>
              <a:t> </a:t>
            </a:r>
            <a:r>
              <a:rPr lang="en-US" altLang="ko-KR" sz="1050">
                <a:latin typeface="KoPub돋움체 Light"/>
                <a:ea typeface="KoPub돋움체 Light"/>
                <a:cs typeface="+mn-cs"/>
              </a:rPr>
              <a:t>- </a:t>
            </a:r>
            <a:r>
              <a:rPr lang="ko-KR" altLang="en-US" sz="1050">
                <a:latin typeface="KoPub돋움체 Light"/>
                <a:ea typeface="KoPub돋움체 Light"/>
                <a:cs typeface="+mn-cs"/>
              </a:rPr>
              <a:t>콜백 함수에 </a:t>
            </a:r>
            <a:r>
              <a:rPr lang="en-US" altLang="ko-KR" sz="1050">
                <a:latin typeface="KoPub돋움체 Light"/>
                <a:ea typeface="KoPub돋움체 Light"/>
                <a:cs typeface="+mn-cs"/>
              </a:rPr>
              <a:t>EarlyStopping, ReduceLROnPlateau</a:t>
            </a:r>
            <a:r>
              <a:rPr lang="ko-KR" altLang="en-US" sz="1050">
                <a:latin typeface="KoPub돋움체 Light"/>
                <a:ea typeface="KoPub돋움체 Light"/>
                <a:cs typeface="+mn-cs"/>
              </a:rPr>
              <a:t>를 추가</a:t>
            </a:r>
          </a:p>
          <a:p>
            <a:pPr>
              <a:defRPr/>
            </a:pPr>
            <a:r>
              <a:rPr lang="ko-KR" altLang="en-US" sz="1050">
                <a:latin typeface="KoPub돋움체 Light"/>
                <a:ea typeface="KoPub돋움체 Light"/>
                <a:cs typeface="+mn-cs"/>
              </a:rPr>
              <a:t>   → 검증 손실이 특정 기간</a:t>
            </a:r>
            <a:r>
              <a:rPr lang="en-US" altLang="ko-KR" sz="1050">
                <a:latin typeface="KoPub돋움체 Light"/>
                <a:ea typeface="KoPub돋움체 Light"/>
                <a:cs typeface="+mn-cs"/>
              </a:rPr>
              <a:t>(patience=3) </a:t>
            </a:r>
            <a:r>
              <a:rPr lang="ko-KR" altLang="en-US" sz="1050">
                <a:latin typeface="KoPub돋움체 Light"/>
                <a:ea typeface="KoPub돋움체 Light"/>
                <a:cs typeface="+mn-cs"/>
              </a:rPr>
              <a:t>동안 개선되지 않으면 </a:t>
            </a:r>
          </a:p>
          <a:p>
            <a:pPr>
              <a:defRPr/>
            </a:pPr>
            <a:r>
              <a:rPr lang="ko-KR" altLang="en-US" sz="1050">
                <a:latin typeface="KoPub돋움체 Light"/>
                <a:ea typeface="KoPub돋움체 Light"/>
                <a:cs typeface="+mn-cs"/>
              </a:rPr>
              <a:t>      학습률을 동적으로 감소</a:t>
            </a:r>
          </a:p>
        </p:txBody>
      </p:sp>
      <p:sp>
        <p:nvSpPr>
          <p:cNvPr id="46" name="Google Shape;17;p4"/>
          <p:cNvSpPr>
            <a:spLocks noGrp="1"/>
          </p:cNvSpPr>
          <p:nvPr/>
        </p:nvSpPr>
        <p:spPr>
          <a:xfrm>
            <a:off x="173182" y="555346"/>
            <a:ext cx="8780318" cy="323015"/>
          </a:xfrm>
          <a:prstGeom prst="rect">
            <a:avLst/>
          </a:prstGeom>
          <a:solidFill>
            <a:schemeClr val="accent4">
              <a:lumMod val="20000"/>
              <a:lumOff val="80000"/>
            </a:schemeClr>
          </a:solidFill>
          <a:ln>
            <a:noFill/>
          </a:ln>
        </p:spPr>
        <p:txBody>
          <a:bodyPr wrap="square" lIns="91424" tIns="91424" rIns="91424" bIns="91424" anchor="t" anchorCtr="0">
            <a:noAutofit/>
          </a:bodyPr>
          <a:lstStyle/>
          <a:p>
            <a:pPr>
              <a:defRPr/>
            </a:pPr>
            <a:r>
              <a:rPr lang="en-US" altLang="ko-KR" sz="1400" b="1">
                <a:latin typeface="KoPub돋움체 Light"/>
                <a:ea typeface="KoPub돋움체 Light"/>
                <a:cs typeface="+mn-cs"/>
              </a:rPr>
              <a:t>EfficientNetB0</a:t>
            </a:r>
            <a:r>
              <a:rPr kumimoji="0" lang="en-US" altLang="ko-KR" sz="1400" b="1" i="0" u="none" strike="noStrike" kern="0" cap="none" spc="-100" normalizeH="0" baseline="0">
                <a:solidFill>
                  <a:schemeClr val="dk1"/>
                </a:solidFill>
                <a:latin typeface="KoPub돋움체 Light"/>
                <a:ea typeface="KoPub돋움체 Light"/>
                <a:cs typeface="+mn-cs"/>
              </a:rPr>
              <a:t> </a:t>
            </a:r>
            <a:r>
              <a:rPr kumimoji="0" lang="ko-KR" altLang="en-US" sz="1400" b="1" i="0" u="none" strike="noStrike" kern="0" cap="none" spc="-104" normalizeH="0" baseline="0">
                <a:solidFill>
                  <a:schemeClr val="dk1"/>
                </a:solidFill>
                <a:latin typeface="KoPub돋움체 Light"/>
                <a:ea typeface="KoPub돋움체 Light"/>
                <a:cs typeface="+mn-cs"/>
              </a:rPr>
              <a:t>모델</a:t>
            </a:r>
          </a:p>
        </p:txBody>
      </p:sp>
      <p:sp>
        <p:nvSpPr>
          <p:cNvPr id="49" name="Google Shape;68;p15"/>
          <p:cNvSpPr txBox="1">
            <a:spLocks noGrp="1"/>
          </p:cNvSpPr>
          <p:nvPr/>
        </p:nvSpPr>
        <p:spPr>
          <a:xfrm>
            <a:off x="149867" y="0"/>
            <a:ext cx="8844266" cy="295272"/>
          </a:xfrm>
          <a:prstGeom prst="rect">
            <a:avLst/>
          </a:prstGeom>
          <a:solidFill>
            <a:srgbClr val="0B0B1A">
              <a:alpha val="100000"/>
            </a:srgbClr>
          </a:solidFill>
        </p:spPr>
        <p:txBody>
          <a:bodyPr vert="horz" wrap="square" lIns="91424" tIns="91424" rIns="91424" bIns="91424" anchor="t" anchorCtr="0">
            <a:noAutofit/>
          </a:bodyPr>
          <a:lstStyle/>
          <a:p>
            <a:pPr marL="68580" lvl="0" indent="0" algn="l" defTabSz="685800" rtl="0" eaLnBrk="1" latinLnBrk="1" hangingPunct="1">
              <a:lnSpc>
                <a:spcPct val="90000"/>
              </a:lnSpc>
              <a:spcBef>
                <a:spcPts val="0"/>
              </a:spcBef>
              <a:spcAft>
                <a:spcPts val="0"/>
              </a:spcAft>
              <a:buSzPct val="100000"/>
              <a:buNone/>
              <a:defRPr/>
            </a:pPr>
            <a:r>
              <a:rPr kumimoji="0" lang="en-US" altLang="ko-KR" sz="1600" b="1" i="0" u="none" strike="noStrike" kern="1200" cap="none" spc="0" normalizeH="0" baseline="0">
                <a:solidFill>
                  <a:srgbClr val="FFFFFF"/>
                </a:solidFill>
                <a:latin typeface="KoPub돋움체 Light"/>
                <a:ea typeface="KoPub돋움체 Light"/>
                <a:cs typeface="Corbel"/>
              </a:rPr>
              <a:t>9. </a:t>
            </a:r>
            <a:r>
              <a:rPr kumimoji="0" lang="ko-KR" altLang="en-US" sz="1600" b="1" i="0" u="none" strike="noStrike" kern="1200" cap="none" spc="0" normalizeH="0" baseline="0">
                <a:solidFill>
                  <a:srgbClr val="FFFFFF"/>
                </a:solidFill>
                <a:latin typeface="KoPub돋움체 Light"/>
                <a:ea typeface="KoPub돋움체 Light"/>
                <a:cs typeface="맑은 고딕"/>
              </a:rPr>
              <a:t>인공지능 학습</a:t>
            </a:r>
            <a:endParaRPr kumimoji="0" lang="en-US" altLang="ko-KR" sz="1600" b="1" i="0" u="none" strike="noStrike" kern="1200" cap="none" spc="0" normalizeH="0" baseline="0">
              <a:solidFill>
                <a:srgbClr val="FFFFFF"/>
              </a:solidFill>
              <a:latin typeface="KoPub돋움체 Light"/>
              <a:ea typeface="KoPub돋움체 Light"/>
              <a:cs typeface="Corbel"/>
            </a:endParaRPr>
          </a:p>
        </p:txBody>
      </p:sp>
    </p:spTree>
  </p:cSld>
  <p:clrMapOvr>
    <a:masterClrMapping/>
  </p:clrMapOvr>
  <mc:AlternateContent xmlns:mc="http://schemas.openxmlformats.org/markup-compatibility/2006" xmlns:p14="http://schemas.microsoft.com/office/powerpoint/2010/main">
    <mc:Choice Requires="p14">
      <p:transition/>
    </mc:Choice>
    <mc:Fallback xmlns="" xmlns:c="http://schemas.openxmlformats.org/drawingml/2006/chart" xmlns:dgm="http://schemas.openxmlformats.org/drawingml/2006/diagram" xmlns:dsp="http://schemas.microsoft.com/office/drawing/2008/diagram">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Google Shape;19;p4"/>
          <p:cNvSpPr>
            <a:spLocks noGrp="1"/>
          </p:cNvSpPr>
          <p:nvPr>
            <p:ph type="sldNum" idx="12"/>
          </p:nvPr>
        </p:nvSpPr>
        <p:spPr/>
        <p:txBody>
          <a:bodyPr>
            <a:normAutofit/>
          </a:bodyPr>
          <a:lstStyle/>
          <a:p>
            <a:pPr marL="0" lvl="0" indent="0" algn="r" rtl="0">
              <a:spcBef>
                <a:spcPts val="0"/>
              </a:spcBef>
              <a:spcAft>
                <a:spcPts val="0"/>
              </a:spcAft>
              <a:buNone/>
              <a:defRPr/>
            </a:pPr>
            <a:fld id="{00000000-1234-1234-1234-123412341234}" type="slidenum">
              <a:rPr lang="en-US">
                <a:latin typeface="KoPub돋움체 Light"/>
                <a:ea typeface="KoPub돋움체 Light"/>
                <a:cs typeface="+mn-cs"/>
              </a:rPr>
              <a:pPr marL="0" lvl="0" indent="0" algn="r" rtl="0">
                <a:spcBef>
                  <a:spcPts val="0"/>
                </a:spcBef>
                <a:spcAft>
                  <a:spcPts val="0"/>
                </a:spcAft>
                <a:buNone/>
                <a:defRPr/>
              </a:pPr>
              <a:t>15</a:t>
            </a:fld>
            <a:endParaRPr lang="en-US">
              <a:latin typeface="KoPub돋움체 Light"/>
              <a:ea typeface="KoPub돋움체 Light"/>
              <a:cs typeface="+mn-cs"/>
            </a:endParaRPr>
          </a:p>
        </p:txBody>
      </p:sp>
      <p:sp>
        <p:nvSpPr>
          <p:cNvPr id="41" name="TextBox 40"/>
          <p:cNvSpPr txBox="1"/>
          <p:nvPr/>
        </p:nvSpPr>
        <p:spPr>
          <a:xfrm>
            <a:off x="274007" y="992112"/>
            <a:ext cx="4533902" cy="234708"/>
          </a:xfrm>
          <a:prstGeom prst="rect">
            <a:avLst/>
          </a:prstGeom>
        </p:spPr>
        <p:txBody>
          <a:bodyPr wrap="square">
            <a:spAutoFit/>
          </a:bodyPr>
          <a:lstStyle/>
          <a:p>
            <a:pPr marL="57120" lvl="8" indent="-57120">
              <a:buFont typeface="Arial"/>
              <a:buChar char="•"/>
              <a:defRPr/>
            </a:pPr>
            <a:r>
              <a:rPr lang="ko-KR" altLang="en-US" sz="1000">
                <a:latin typeface="KoPub돋움체 Light"/>
                <a:ea typeface="KoPub돋움체 Light"/>
                <a:cs typeface="+mn-cs"/>
              </a:rPr>
              <a:t> 학습 결과에 대한 그래프 </a:t>
            </a:r>
          </a:p>
        </p:txBody>
      </p:sp>
      <p:pic>
        <p:nvPicPr>
          <p:cNvPr id="43" name="그림 42"/>
          <p:cNvPicPr>
            <a:picLocks noChangeAspect="1"/>
          </p:cNvPicPr>
          <p:nvPr/>
        </p:nvPicPr>
        <p:blipFill rotWithShape="1">
          <a:blip r:embed="rId3"/>
          <a:stretch>
            <a:fillRect/>
          </a:stretch>
        </p:blipFill>
        <p:spPr>
          <a:xfrm>
            <a:off x="4572000" y="1890108"/>
            <a:ext cx="4122150" cy="2226455"/>
          </a:xfrm>
          <a:prstGeom prst="rect">
            <a:avLst/>
          </a:prstGeom>
        </p:spPr>
      </p:pic>
      <p:sp>
        <p:nvSpPr>
          <p:cNvPr id="3" name="TextBox 2"/>
          <p:cNvSpPr txBox="1"/>
          <p:nvPr/>
        </p:nvSpPr>
        <p:spPr>
          <a:xfrm>
            <a:off x="4807909" y="1540934"/>
            <a:ext cx="1112831" cy="238336"/>
          </a:xfrm>
          <a:prstGeom prst="rect">
            <a:avLst/>
          </a:prstGeom>
          <a:noFill/>
        </p:spPr>
        <p:txBody>
          <a:bodyPr wrap="none">
            <a:spAutoFit/>
          </a:bodyPr>
          <a:lstStyle/>
          <a:p>
            <a:pPr lvl="0">
              <a:defRPr/>
            </a:pPr>
            <a:r>
              <a:rPr lang="ko-KR" altLang="en-US" sz="1000">
                <a:latin typeface="KoPub돋움체 Light"/>
                <a:ea typeface="KoPub돋움체 Light"/>
                <a:cs typeface="+mn-cs"/>
              </a:rPr>
              <a:t> ▶ 미세 조정 결과</a:t>
            </a:r>
            <a:endParaRPr lang="ko-KR" altLang="en-US" sz="1000"/>
          </a:p>
        </p:txBody>
      </p:sp>
      <p:sp>
        <p:nvSpPr>
          <p:cNvPr id="5" name="TextBox 4"/>
          <p:cNvSpPr txBox="1"/>
          <p:nvPr/>
        </p:nvSpPr>
        <p:spPr>
          <a:xfrm>
            <a:off x="308182" y="1540935"/>
            <a:ext cx="1031033" cy="238335"/>
          </a:xfrm>
          <a:prstGeom prst="rect">
            <a:avLst/>
          </a:prstGeom>
          <a:noFill/>
        </p:spPr>
        <p:txBody>
          <a:bodyPr wrap="none">
            <a:spAutoFit/>
          </a:bodyPr>
          <a:lstStyle/>
          <a:p>
            <a:pPr lvl="0">
              <a:defRPr/>
            </a:pPr>
            <a:r>
              <a:rPr lang="ko-KR" altLang="en-US" sz="1000">
                <a:latin typeface="KoPub돋움체 Light"/>
                <a:ea typeface="KoPub돋움체 Light"/>
                <a:cs typeface="+mn-cs"/>
              </a:rPr>
              <a:t>▶ </a:t>
            </a:r>
            <a:r>
              <a:rPr lang="en-US" altLang="ko-KR" sz="1000">
                <a:latin typeface="KoPub돋움체 Light"/>
                <a:ea typeface="KoPub돋움체 Light"/>
                <a:cs typeface="+mn-cs"/>
              </a:rPr>
              <a:t>1</a:t>
            </a:r>
            <a:r>
              <a:rPr lang="ko-KR" altLang="en-US" sz="1000">
                <a:latin typeface="KoPub돋움체 Light"/>
                <a:ea typeface="KoPub돋움체 Light"/>
                <a:cs typeface="+mn-cs"/>
              </a:rPr>
              <a:t>차 학습 결과</a:t>
            </a:r>
          </a:p>
        </p:txBody>
      </p:sp>
      <p:sp>
        <p:nvSpPr>
          <p:cNvPr id="47" name="Google Shape;17;p4"/>
          <p:cNvSpPr>
            <a:spLocks noGrp="1"/>
          </p:cNvSpPr>
          <p:nvPr/>
        </p:nvSpPr>
        <p:spPr>
          <a:xfrm>
            <a:off x="173182" y="555346"/>
            <a:ext cx="8780318" cy="323015"/>
          </a:xfrm>
          <a:prstGeom prst="rect">
            <a:avLst/>
          </a:prstGeom>
          <a:solidFill>
            <a:schemeClr val="accent4">
              <a:lumMod val="20000"/>
              <a:lumOff val="80000"/>
            </a:schemeClr>
          </a:solidFill>
          <a:ln>
            <a:noFill/>
          </a:ln>
        </p:spPr>
        <p:txBody>
          <a:bodyPr wrap="square" lIns="91424" tIns="91424" rIns="91424" bIns="91424" anchor="t" anchorCtr="0">
            <a:noAutofit/>
          </a:bodyPr>
          <a:lstStyle/>
          <a:p>
            <a:pPr>
              <a:defRPr/>
            </a:pPr>
            <a:r>
              <a:rPr lang="en-US" altLang="ko-KR" sz="1400" b="1">
                <a:latin typeface="KoPub돋움체 Light"/>
                <a:ea typeface="KoPub돋움체 Light"/>
                <a:cs typeface="+mn-cs"/>
              </a:rPr>
              <a:t>EfficientNetB0</a:t>
            </a:r>
            <a:r>
              <a:rPr kumimoji="0" lang="en-US" altLang="ko-KR" sz="1400" b="1" i="0" u="none" strike="noStrike" kern="0" cap="none" spc="-100" normalizeH="0" baseline="0">
                <a:solidFill>
                  <a:schemeClr val="dk1"/>
                </a:solidFill>
                <a:latin typeface="KoPub돋움체 Light"/>
                <a:ea typeface="KoPub돋움체 Light"/>
                <a:cs typeface="+mn-cs"/>
              </a:rPr>
              <a:t> </a:t>
            </a:r>
            <a:r>
              <a:rPr kumimoji="0" lang="ko-KR" altLang="en-US" sz="1400" b="1" i="0" u="none" strike="noStrike" kern="0" cap="none" spc="-104" normalizeH="0" baseline="0">
                <a:solidFill>
                  <a:schemeClr val="dk1"/>
                </a:solidFill>
                <a:latin typeface="KoPub돋움체 Light"/>
                <a:ea typeface="KoPub돋움체 Light"/>
                <a:cs typeface="+mn-cs"/>
              </a:rPr>
              <a:t>모델</a:t>
            </a:r>
          </a:p>
        </p:txBody>
      </p:sp>
      <p:pic>
        <p:nvPicPr>
          <p:cNvPr id="49" name="그림 48"/>
          <p:cNvPicPr>
            <a:picLocks noChangeAspect="1"/>
          </p:cNvPicPr>
          <p:nvPr/>
        </p:nvPicPr>
        <p:blipFill rotWithShape="1">
          <a:blip r:embed="rId4"/>
          <a:stretch>
            <a:fillRect/>
          </a:stretch>
        </p:blipFill>
        <p:spPr>
          <a:xfrm>
            <a:off x="440366" y="1896910"/>
            <a:ext cx="4039157" cy="2181628"/>
          </a:xfrm>
          <a:prstGeom prst="rect">
            <a:avLst/>
          </a:prstGeom>
        </p:spPr>
      </p:pic>
      <p:sp>
        <p:nvSpPr>
          <p:cNvPr id="52" name="Google Shape;68;p15"/>
          <p:cNvSpPr txBox="1">
            <a:spLocks noGrp="1"/>
          </p:cNvSpPr>
          <p:nvPr/>
        </p:nvSpPr>
        <p:spPr>
          <a:xfrm>
            <a:off x="149867" y="0"/>
            <a:ext cx="8844266" cy="295272"/>
          </a:xfrm>
          <a:prstGeom prst="rect">
            <a:avLst/>
          </a:prstGeom>
          <a:solidFill>
            <a:srgbClr val="0B0B1A">
              <a:alpha val="100000"/>
            </a:srgbClr>
          </a:solidFill>
        </p:spPr>
        <p:txBody>
          <a:bodyPr vert="horz" wrap="square" lIns="91424" tIns="91424" rIns="91424" bIns="91424" anchor="t" anchorCtr="0">
            <a:noAutofit/>
          </a:bodyPr>
          <a:lstStyle/>
          <a:p>
            <a:pPr marL="68580" lvl="0" indent="0" algn="l" defTabSz="685800" rtl="0" eaLnBrk="1" latinLnBrk="1" hangingPunct="1">
              <a:lnSpc>
                <a:spcPct val="90000"/>
              </a:lnSpc>
              <a:spcBef>
                <a:spcPts val="0"/>
              </a:spcBef>
              <a:spcAft>
                <a:spcPts val="0"/>
              </a:spcAft>
              <a:buSzPct val="100000"/>
              <a:buNone/>
              <a:defRPr/>
            </a:pPr>
            <a:r>
              <a:rPr kumimoji="0" lang="en-US" altLang="ko-KR" sz="1600" b="1" i="0" u="none" strike="noStrike" kern="1200" cap="none" spc="0" normalizeH="0" baseline="0">
                <a:solidFill>
                  <a:srgbClr val="FFFFFF"/>
                </a:solidFill>
                <a:latin typeface="KoPub돋움체 Light"/>
                <a:ea typeface="KoPub돋움체 Light"/>
                <a:cs typeface="Corbel"/>
              </a:rPr>
              <a:t>9. </a:t>
            </a:r>
            <a:r>
              <a:rPr kumimoji="0" lang="ko-KR" altLang="en-US" sz="1600" b="1" i="0" u="none" strike="noStrike" kern="1200" cap="none" spc="0" normalizeH="0" baseline="0">
                <a:solidFill>
                  <a:srgbClr val="FFFFFF"/>
                </a:solidFill>
                <a:latin typeface="KoPub돋움체 Light"/>
                <a:ea typeface="KoPub돋움체 Light"/>
                <a:cs typeface="맑은 고딕"/>
              </a:rPr>
              <a:t>인공지능 학습</a:t>
            </a:r>
            <a:endParaRPr kumimoji="0" lang="en-US" altLang="ko-KR" sz="1600" b="1" i="0" u="none" strike="noStrike" kern="1200" cap="none" spc="0" normalizeH="0" baseline="0">
              <a:solidFill>
                <a:srgbClr val="FFFFFF"/>
              </a:solidFill>
              <a:latin typeface="KoPub돋움체 Light"/>
              <a:ea typeface="KoPub돋움체 Light"/>
              <a:cs typeface="Corbel"/>
            </a:endParaRPr>
          </a:p>
        </p:txBody>
      </p:sp>
    </p:spTree>
  </p:cSld>
  <p:clrMapOvr>
    <a:masterClrMapping/>
  </p:clrMapOvr>
  <mc:AlternateContent xmlns:mc="http://schemas.openxmlformats.org/markup-compatibility/2006" xmlns:p14="http://schemas.microsoft.com/office/powerpoint/2010/main">
    <mc:Choice Requires="p14">
      <p:transition/>
    </mc:Choice>
    <mc:Fallback xmlns="" xmlns:c="http://schemas.openxmlformats.org/drawingml/2006/chart" xmlns:dgm="http://schemas.openxmlformats.org/drawingml/2006/diagram" xmlns:dsp="http://schemas.microsoft.com/office/drawing/2008/diagram">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Google Shape;19;p4"/>
          <p:cNvSpPr>
            <a:spLocks noGrp="1"/>
          </p:cNvSpPr>
          <p:nvPr>
            <p:ph type="sldNum" idx="12"/>
          </p:nvPr>
        </p:nvSpPr>
        <p:spPr/>
        <p:txBody>
          <a:bodyPr>
            <a:normAutofit/>
          </a:bodyPr>
          <a:lstStyle/>
          <a:p>
            <a:pPr marL="0" lvl="0" indent="0" algn="r" rtl="0">
              <a:spcBef>
                <a:spcPts val="0"/>
              </a:spcBef>
              <a:spcAft>
                <a:spcPts val="0"/>
              </a:spcAft>
              <a:buNone/>
              <a:defRPr/>
            </a:pPr>
            <a:fld id="{00000000-1234-1234-1234-123412341234}" type="slidenum">
              <a:rPr lang="en-US">
                <a:latin typeface="KoPub돋움체 Light"/>
                <a:ea typeface="KoPub돋움체 Light"/>
                <a:cs typeface="+mn-cs"/>
              </a:rPr>
              <a:pPr marL="0" lvl="0" indent="0" algn="r" rtl="0">
                <a:spcBef>
                  <a:spcPts val="0"/>
                </a:spcBef>
                <a:spcAft>
                  <a:spcPts val="0"/>
                </a:spcAft>
                <a:buNone/>
                <a:defRPr/>
              </a:pPr>
              <a:t>16</a:t>
            </a:fld>
            <a:endParaRPr lang="en-US">
              <a:latin typeface="KoPub돋움체 Light"/>
              <a:ea typeface="KoPub돋움체 Light"/>
              <a:cs typeface="+mn-cs"/>
            </a:endParaRPr>
          </a:p>
        </p:txBody>
      </p:sp>
      <p:sp>
        <p:nvSpPr>
          <p:cNvPr id="58" name="Google Shape;17;p4"/>
          <p:cNvSpPr>
            <a:spLocks noGrp="1"/>
          </p:cNvSpPr>
          <p:nvPr/>
        </p:nvSpPr>
        <p:spPr>
          <a:xfrm>
            <a:off x="173182" y="555346"/>
            <a:ext cx="8780318" cy="323015"/>
          </a:xfrm>
          <a:prstGeom prst="rect">
            <a:avLst/>
          </a:prstGeom>
          <a:gradFill flip="xy" rotWithShape="1">
            <a:gsLst>
              <a:gs pos="0">
                <a:srgbClr val="FFFF00">
                  <a:tint val="70000"/>
                  <a:satMod val="170000"/>
                </a:srgbClr>
              </a:gs>
              <a:gs pos="100000">
                <a:srgbClr val="FFFF00">
                  <a:tint val="20000"/>
                  <a:satMod val="170000"/>
                </a:srgbClr>
              </a:gs>
            </a:gsLst>
            <a:lin ang="0" scaled="1"/>
            <a:tileRect/>
          </a:gradFill>
          <a:ln>
            <a:noFill/>
          </a:ln>
        </p:spPr>
        <p:txBody>
          <a:bodyPr wrap="square" lIns="91424" tIns="91424" rIns="91424" bIns="91424" anchor="t" anchorCtr="0">
            <a:noAutofit/>
          </a:bodyPr>
          <a:lstStyle/>
          <a:p>
            <a:pPr>
              <a:defRPr/>
            </a:pPr>
            <a:r>
              <a:rPr lang="ko-KR" altLang="en-US" sz="1400" b="1">
                <a:latin typeface="KoPub돋움체 Light"/>
                <a:ea typeface="KoPub돋움체 Light"/>
                <a:cs typeface="+mn-cs"/>
              </a:rPr>
              <a:t>Ollama </a:t>
            </a:r>
            <a:r>
              <a:rPr lang="en-US" altLang="ko-KR" sz="1400" b="1">
                <a:latin typeface="KoPub돋움체 Light"/>
                <a:ea typeface="KoPub돋움체 Light"/>
                <a:cs typeface="+mn-cs"/>
              </a:rPr>
              <a:t>(LLM)</a:t>
            </a:r>
          </a:p>
        </p:txBody>
      </p:sp>
      <p:sp>
        <p:nvSpPr>
          <p:cNvPr id="62" name="내용 개체 틀 2"/>
          <p:cNvSpPr>
            <a:spLocks noGrp="1"/>
          </p:cNvSpPr>
          <p:nvPr/>
        </p:nvSpPr>
        <p:spPr>
          <a:xfrm>
            <a:off x="311700" y="1152475"/>
            <a:ext cx="4468118" cy="3416400"/>
          </a:xfrm>
          <a:prstGeom prst="rect">
            <a:avLst/>
          </a:prstGeom>
          <a:noFill/>
          <a:ln>
            <a:noFill/>
          </a:ln>
        </p:spPr>
        <p:txBody>
          <a:bodyPr wrap="square" lIns="91424" tIns="91424" rIns="91424" bIns="91424" anchor="t" anchorCtr="0">
            <a:noAutofit/>
          </a:bodyPr>
          <a:lstStyle/>
          <a:p>
            <a:pPr marL="114300" marR="0" lvl="0" indent="0" algn="l" rtl="0">
              <a:lnSpc>
                <a:spcPct val="115000"/>
              </a:lnSpc>
              <a:spcBef>
                <a:spcPts val="0"/>
              </a:spcBef>
              <a:spcAft>
                <a:spcPts val="0"/>
              </a:spcAft>
              <a:buClr>
                <a:schemeClr val="dk2"/>
              </a:buClr>
              <a:buSzPct val="25000"/>
              <a:buFont typeface="Arial"/>
              <a:buNone/>
              <a:defRPr/>
            </a:pPr>
            <a:r>
              <a:rPr kumimoji="0" lang="en-US" altLang="en-US" sz="1200" b="0" i="0" u="none" strike="noStrike" kern="0" cap="none" spc="0" normalizeH="0" baseline="0" dirty="0">
                <a:latin typeface="KoPub돋움체 Light"/>
                <a:ea typeface="KoPub돋움체 Light"/>
                <a:cs typeface="+mn-cs"/>
              </a:rPr>
              <a:t>■ </a:t>
            </a:r>
            <a:r>
              <a:rPr kumimoji="0" lang="en-US" altLang="en-US" sz="1200" b="0" i="0" u="none" strike="noStrike" kern="0" cap="none" spc="0" normalizeH="0" baseline="0" dirty="0" err="1">
                <a:latin typeface="KoPub돋움체 Light"/>
                <a:ea typeface="KoPub돋움체 Light"/>
                <a:cs typeface="+mn-cs"/>
              </a:rPr>
              <a:t>사용</a:t>
            </a:r>
            <a:r>
              <a:rPr kumimoji="0" lang="en-US" altLang="en-US" sz="1200" b="0" i="0" u="none" strike="noStrike" kern="0" cap="none" spc="0" normalizeH="0" baseline="0" dirty="0">
                <a:latin typeface="KoPub돋움체 Light"/>
                <a:ea typeface="KoPub돋움체 Light"/>
                <a:cs typeface="+mn-cs"/>
              </a:rPr>
              <a:t> </a:t>
            </a:r>
            <a:r>
              <a:rPr kumimoji="0" lang="en-US" altLang="en-US" sz="1200" b="0" i="0" u="none" strike="noStrike" kern="0" cap="none" spc="0" normalizeH="0" baseline="0" dirty="0" err="1">
                <a:latin typeface="KoPub돋움체 Light"/>
                <a:ea typeface="KoPub돋움체 Light"/>
                <a:cs typeface="+mn-cs"/>
              </a:rPr>
              <a:t>모델</a:t>
            </a:r>
            <a:r>
              <a:rPr kumimoji="0" lang="en-US" altLang="en-US" sz="1200" b="0" i="0" u="none" strike="noStrike" kern="0" cap="none" spc="0" normalizeH="0" baseline="0" dirty="0">
                <a:latin typeface="KoPub돋움체 Light"/>
                <a:ea typeface="KoPub돋움체 Light"/>
                <a:cs typeface="+mn-cs"/>
              </a:rPr>
              <a:t> &amp; API</a:t>
            </a:r>
          </a:p>
          <a:p>
            <a:pPr marL="457200" marR="0" lvl="0" indent="-342900" algn="l" rtl="0">
              <a:lnSpc>
                <a:spcPct val="150000"/>
              </a:lnSpc>
              <a:spcBef>
                <a:spcPts val="0"/>
              </a:spcBef>
              <a:spcAft>
                <a:spcPts val="0"/>
              </a:spcAft>
              <a:buClr>
                <a:schemeClr val="dk2"/>
              </a:buClr>
              <a:buSzPct val="25000"/>
              <a:buFont typeface="Arial"/>
              <a:buChar char="●"/>
              <a:defRPr/>
            </a:pPr>
            <a:r>
              <a:rPr kumimoji="0" lang="ko-KR" altLang="en-US" sz="1200" b="0" i="0" u="none" strike="noStrike" kern="0" cap="none" spc="0" normalizeH="0" baseline="0" dirty="0">
                <a:latin typeface="KoPub돋움체 Light"/>
                <a:ea typeface="KoPub돋움체 Light"/>
                <a:cs typeface="+mn-cs"/>
              </a:rPr>
              <a:t>LLM 엔진: </a:t>
            </a:r>
            <a:r>
              <a:rPr kumimoji="0" lang="ko-KR" altLang="en-US" sz="1200" b="0" i="0" u="none" strike="noStrike" kern="0" cap="none" spc="0" normalizeH="0" baseline="0" dirty="0" err="1">
                <a:latin typeface="KoPub돋움체 Light"/>
                <a:ea typeface="KoPub돋움체 Light"/>
                <a:cs typeface="+mn-cs"/>
              </a:rPr>
              <a:t>Ollama</a:t>
            </a:r>
            <a:r>
              <a:rPr kumimoji="0" lang="ko-KR" altLang="en-US" sz="1200" b="0" i="0" u="none" strike="noStrike" kern="0" cap="none" spc="0" normalizeH="0" baseline="0" dirty="0">
                <a:latin typeface="KoPub돋움체 Light"/>
                <a:ea typeface="KoPub돋움체 Light"/>
                <a:cs typeface="+mn-cs"/>
              </a:rPr>
              <a:t> </a:t>
            </a:r>
            <a:r>
              <a:rPr kumimoji="0" lang="ko-KR" altLang="en-US" sz="1200" b="0" i="0" u="none" strike="noStrike" kern="0" cap="none" spc="0" normalizeH="0" baseline="0" dirty="0">
                <a:ea typeface="KoPub돋움체 Light"/>
              </a:rPr>
              <a:t>—</a:t>
            </a:r>
            <a:r>
              <a:rPr kumimoji="0" lang="ko-KR" altLang="en-US" sz="1200" b="0" i="0" u="none" strike="noStrike" kern="0" cap="none" spc="0" normalizeH="0" baseline="0" dirty="0">
                <a:latin typeface="KoPub돋움체 Light"/>
                <a:ea typeface="KoPub돋움체 Light"/>
                <a:cs typeface="+mn-cs"/>
              </a:rPr>
              <a:t> qwen2.5:3b-instruct</a:t>
            </a:r>
          </a:p>
          <a:p>
            <a:pPr marL="457200" marR="0" lvl="0" indent="-342900" algn="l" rtl="0">
              <a:lnSpc>
                <a:spcPct val="150000"/>
              </a:lnSpc>
              <a:spcBef>
                <a:spcPts val="0"/>
              </a:spcBef>
              <a:spcAft>
                <a:spcPts val="0"/>
              </a:spcAft>
              <a:buClr>
                <a:schemeClr val="dk2"/>
              </a:buClr>
              <a:buSzPct val="25000"/>
              <a:buFont typeface="Arial"/>
              <a:buChar char="●"/>
              <a:defRPr/>
            </a:pPr>
            <a:r>
              <a:rPr kumimoji="0" lang="ko-KR" altLang="en-US" sz="1200" b="0" i="0" u="none" strike="noStrike" kern="0" cap="none" spc="0" normalizeH="0" baseline="0" dirty="0">
                <a:latin typeface="KoPub돋움체 Light"/>
                <a:ea typeface="KoPub돋움체 Light"/>
                <a:cs typeface="+mn-cs"/>
              </a:rPr>
              <a:t>호출 조건: POST /</a:t>
            </a:r>
            <a:r>
              <a:rPr kumimoji="0" lang="ko-KR" altLang="en-US" sz="1200" b="0" i="0" u="none" strike="noStrike" kern="0" cap="none" spc="0" normalizeH="0" baseline="0" dirty="0" err="1">
                <a:latin typeface="KoPub돋움체 Light"/>
                <a:ea typeface="KoPub돋움체 Light"/>
                <a:cs typeface="+mn-cs"/>
              </a:rPr>
              <a:t>recommend?live</a:t>
            </a:r>
            <a:r>
              <a:rPr kumimoji="0" lang="ko-KR" altLang="en-US" sz="1200" b="0" i="0" u="none" strike="noStrike" kern="0" cap="none" spc="0" normalizeH="0" baseline="0" dirty="0">
                <a:latin typeface="KoPub돋움체 Light"/>
                <a:ea typeface="KoPub돋움체 Light"/>
                <a:cs typeface="+mn-cs"/>
              </a:rPr>
              <a:t>=</a:t>
            </a:r>
            <a:r>
              <a:rPr kumimoji="0" lang="ko-KR" altLang="en-US" sz="1200" b="0" i="0" u="none" strike="noStrike" kern="0" cap="none" spc="0" normalizeH="0" baseline="0" dirty="0" err="1">
                <a:latin typeface="KoPub돋움체 Light"/>
                <a:ea typeface="KoPub돋움체 Light"/>
                <a:cs typeface="+mn-cs"/>
              </a:rPr>
              <a:t>true|false</a:t>
            </a:r>
            <a:r>
              <a:rPr kumimoji="0" lang="ko-KR" altLang="en-US" sz="1200" b="0" i="0" u="none" strike="noStrike" kern="0" cap="none" spc="0" normalizeH="0" baseline="0" dirty="0">
                <a:latin typeface="KoPub돋움체 Light"/>
                <a:ea typeface="KoPub돋움체 Light"/>
                <a:cs typeface="+mn-cs"/>
              </a:rPr>
              <a:t> (기본 </a:t>
            </a:r>
            <a:r>
              <a:rPr kumimoji="0" lang="ko-KR" altLang="en-US" sz="1200" b="0" i="0" u="none" strike="noStrike" kern="0" cap="none" spc="0" normalizeH="0" baseline="0" dirty="0" err="1">
                <a:latin typeface="KoPub돋움체 Light"/>
                <a:ea typeface="KoPub돋움체 Light"/>
                <a:cs typeface="+mn-cs"/>
              </a:rPr>
              <a:t>false</a:t>
            </a:r>
            <a:r>
              <a:rPr kumimoji="0" lang="ko-KR" altLang="en-US" sz="1200" b="0" i="0" u="none" strike="noStrike" kern="0" cap="none" spc="0" normalizeH="0" baseline="0" dirty="0">
                <a:latin typeface="KoPub돋움체 Light"/>
                <a:ea typeface="KoPub돋움체 Light"/>
                <a:cs typeface="+mn-cs"/>
              </a:rPr>
              <a:t>)</a:t>
            </a:r>
          </a:p>
          <a:p>
            <a:pPr marL="457200" marR="0" lvl="0" indent="-342900" algn="l" rtl="0">
              <a:lnSpc>
                <a:spcPct val="150000"/>
              </a:lnSpc>
              <a:spcBef>
                <a:spcPts val="0"/>
              </a:spcBef>
              <a:spcAft>
                <a:spcPts val="0"/>
              </a:spcAft>
              <a:buClr>
                <a:schemeClr val="dk2"/>
              </a:buClr>
              <a:buSzPct val="25000"/>
              <a:buFont typeface="Arial"/>
              <a:buChar char="●"/>
              <a:defRPr/>
            </a:pPr>
            <a:r>
              <a:rPr kumimoji="0" lang="ko-KR" altLang="en-US" sz="1200" b="0" i="0" u="none" strike="noStrike" kern="0" cap="none" spc="0" normalizeH="0" baseline="0" dirty="0" err="1">
                <a:latin typeface="KoPub돋움체 Light"/>
                <a:ea typeface="KoPub돋움체 Light"/>
                <a:cs typeface="+mn-cs"/>
              </a:rPr>
              <a:t>live</a:t>
            </a:r>
            <a:r>
              <a:rPr kumimoji="0" lang="ko-KR" altLang="en-US" sz="1200" b="0" i="0" u="none" strike="noStrike" kern="0" cap="none" spc="0" normalizeH="0" baseline="0" dirty="0">
                <a:latin typeface="KoPub돋움체 Light"/>
                <a:ea typeface="KoPub돋움체 Light"/>
                <a:cs typeface="+mn-cs"/>
              </a:rPr>
              <a:t>=</a:t>
            </a:r>
            <a:r>
              <a:rPr kumimoji="0" lang="ko-KR" altLang="en-US" sz="1200" b="0" i="0" u="none" strike="noStrike" kern="0" cap="none" spc="0" normalizeH="0" baseline="0" dirty="0" err="1">
                <a:latin typeface="KoPub돋움체 Light"/>
                <a:ea typeface="KoPub돋움체 Light"/>
                <a:cs typeface="+mn-cs"/>
              </a:rPr>
              <a:t>true</a:t>
            </a:r>
            <a:r>
              <a:rPr kumimoji="0" lang="ko-KR" altLang="en-US" sz="1200" b="0" i="0" u="none" strike="noStrike" kern="0" cap="none" spc="0" normalizeH="0" baseline="0" dirty="0">
                <a:latin typeface="KoPub돋움체 Light"/>
                <a:ea typeface="KoPub돋움체 Light"/>
                <a:cs typeface="+mn-cs"/>
              </a:rPr>
              <a:t> → LLM 호출 → 응답 JSON 파싱</a:t>
            </a:r>
          </a:p>
          <a:p>
            <a:pPr marL="457200" marR="0" lvl="0" indent="-342900" algn="l" rtl="0">
              <a:lnSpc>
                <a:spcPct val="150000"/>
              </a:lnSpc>
              <a:spcBef>
                <a:spcPts val="0"/>
              </a:spcBef>
              <a:spcAft>
                <a:spcPts val="0"/>
              </a:spcAft>
              <a:buClr>
                <a:schemeClr val="dk2"/>
              </a:buClr>
              <a:buSzPct val="25000"/>
              <a:buFont typeface="Arial"/>
              <a:buChar char="●"/>
              <a:defRPr/>
            </a:pPr>
            <a:r>
              <a:rPr kumimoji="0" lang="ko-KR" altLang="en-US" sz="1200" b="0" i="0" u="none" strike="noStrike" kern="0" cap="none" spc="0" normalizeH="0" baseline="0" dirty="0" err="1">
                <a:latin typeface="KoPub돋움체 Light"/>
                <a:ea typeface="KoPub돋움체 Light"/>
                <a:cs typeface="+mn-cs"/>
              </a:rPr>
              <a:t>live</a:t>
            </a:r>
            <a:r>
              <a:rPr kumimoji="0" lang="ko-KR" altLang="en-US" sz="1200" b="0" i="0" u="none" strike="noStrike" kern="0" cap="none" spc="0" normalizeH="0" baseline="0" dirty="0">
                <a:latin typeface="KoPub돋움체 Light"/>
                <a:ea typeface="KoPub돋움체 Light"/>
                <a:cs typeface="+mn-cs"/>
              </a:rPr>
              <a:t>=</a:t>
            </a:r>
            <a:r>
              <a:rPr kumimoji="0" lang="ko-KR" altLang="en-US" sz="1200" b="0" i="0" u="none" strike="noStrike" kern="0" cap="none" spc="0" normalizeH="0" baseline="0" dirty="0" err="1">
                <a:latin typeface="KoPub돋움체 Light"/>
                <a:ea typeface="KoPub돋움체 Light"/>
                <a:cs typeface="+mn-cs"/>
              </a:rPr>
              <a:t>false</a:t>
            </a:r>
            <a:r>
              <a:rPr kumimoji="0" lang="ko-KR" altLang="en-US" sz="1200" b="0" i="0" u="none" strike="noStrike" kern="0" cap="none" spc="0" normalizeH="0" baseline="0" dirty="0">
                <a:latin typeface="KoPub돋움체 Light"/>
                <a:ea typeface="KoPub돋움체 Light"/>
                <a:cs typeface="+mn-cs"/>
              </a:rPr>
              <a:t> 또는 실패/포맷 불일치 → </a:t>
            </a:r>
            <a:r>
              <a:rPr kumimoji="0" lang="ko-KR" altLang="en-US" sz="1200" b="0" i="0" u="none" strike="noStrike" kern="0" cap="none" spc="0" normalizeH="0" baseline="0" dirty="0" err="1">
                <a:latin typeface="KoPub돋움체 Light"/>
                <a:ea typeface="KoPub돋움체 Light"/>
                <a:cs typeface="+mn-cs"/>
              </a:rPr>
              <a:t>Fallback</a:t>
            </a:r>
            <a:r>
              <a:rPr kumimoji="0" lang="ko-KR" altLang="en-US" sz="1200" b="0" i="0" u="none" strike="noStrike" kern="0" cap="none" spc="0" normalizeH="0" baseline="0" dirty="0">
                <a:latin typeface="KoPub돋움체 Light"/>
                <a:ea typeface="KoPub돋움체 Light"/>
                <a:cs typeface="+mn-cs"/>
              </a:rPr>
              <a:t> JSON(동일 스키마)</a:t>
            </a:r>
          </a:p>
          <a:p>
            <a:pPr marL="457200" marR="0" lvl="0" indent="-342900" algn="l" rtl="0">
              <a:lnSpc>
                <a:spcPct val="150000"/>
              </a:lnSpc>
              <a:spcBef>
                <a:spcPts val="0"/>
              </a:spcBef>
              <a:spcAft>
                <a:spcPts val="0"/>
              </a:spcAft>
              <a:buClr>
                <a:schemeClr val="dk2"/>
              </a:buClr>
              <a:buSzPct val="25000"/>
              <a:buFont typeface="Arial"/>
              <a:buChar char="●"/>
              <a:defRPr/>
            </a:pPr>
            <a:r>
              <a:rPr kumimoji="0" lang="ko-KR" altLang="en-US" sz="1200" b="0" i="0" u="none" strike="noStrike" kern="0" cap="none" spc="0" normalizeH="0" baseline="0" dirty="0">
                <a:latin typeface="KoPub돋움체 Light"/>
                <a:ea typeface="KoPub돋움체 Light"/>
                <a:cs typeface="+mn-cs"/>
              </a:rPr>
              <a:t>LLM API(내부): POST {OLLAMA_HOST}/</a:t>
            </a:r>
            <a:r>
              <a:rPr kumimoji="0" lang="ko-KR" altLang="en-US" sz="1200" b="0" i="0" u="none" strike="noStrike" kern="0" cap="none" spc="0" normalizeH="0" baseline="0" dirty="0" err="1">
                <a:latin typeface="KoPub돋움체 Light"/>
                <a:ea typeface="KoPub돋움체 Light"/>
                <a:cs typeface="+mn-cs"/>
              </a:rPr>
              <a:t>api</a:t>
            </a:r>
            <a:r>
              <a:rPr kumimoji="0" lang="ko-KR" altLang="en-US" sz="1200" b="0" i="0" u="none" strike="noStrike" kern="0" cap="none" spc="0" normalizeH="0" baseline="0" dirty="0">
                <a:latin typeface="KoPub돋움체 Light"/>
                <a:ea typeface="KoPub돋움체 Light"/>
                <a:cs typeface="+mn-cs"/>
              </a:rPr>
              <a:t>/</a:t>
            </a:r>
            <a:r>
              <a:rPr kumimoji="0" lang="ko-KR" altLang="en-US" sz="1200" b="0" i="0" u="none" strike="noStrike" kern="0" cap="none" spc="0" normalizeH="0" baseline="0" dirty="0" err="1">
                <a:latin typeface="KoPub돋움체 Light"/>
                <a:ea typeface="KoPub돋움체 Light"/>
                <a:cs typeface="+mn-cs"/>
              </a:rPr>
              <a:t>generate</a:t>
            </a:r>
            <a:endParaRPr kumimoji="0" lang="ko-KR" altLang="en-US" sz="1200" b="0" i="0" u="none" strike="noStrike" kern="0" cap="none" spc="0" normalizeH="0" baseline="0" dirty="0">
              <a:latin typeface="KoPub돋움체 Light"/>
              <a:ea typeface="KoPub돋움체 Light"/>
              <a:cs typeface="+mn-cs"/>
            </a:endParaRPr>
          </a:p>
          <a:p>
            <a:pPr marL="457200" marR="0" lvl="0" indent="-342900" algn="l" rtl="0">
              <a:lnSpc>
                <a:spcPct val="150000"/>
              </a:lnSpc>
              <a:spcBef>
                <a:spcPts val="0"/>
              </a:spcBef>
              <a:spcAft>
                <a:spcPts val="0"/>
              </a:spcAft>
              <a:buClr>
                <a:schemeClr val="dk2"/>
              </a:buClr>
              <a:buSzPct val="25000"/>
              <a:buFont typeface="Arial"/>
              <a:buChar char="●"/>
              <a:defRPr/>
            </a:pPr>
            <a:r>
              <a:rPr kumimoji="0" lang="ko-KR" altLang="en-US" sz="1200" b="0" i="0" u="none" strike="noStrike" kern="0" cap="none" spc="0" normalizeH="0" baseline="0" dirty="0" err="1">
                <a:latin typeface="KoPub돋움체 Light"/>
                <a:ea typeface="KoPub돋움체 Light"/>
                <a:cs typeface="+mn-cs"/>
              </a:rPr>
              <a:t>Body</a:t>
            </a:r>
            <a:r>
              <a:rPr kumimoji="0" lang="ko-KR" altLang="en-US" sz="1200" b="0" i="0" u="none" strike="noStrike" kern="0" cap="none" spc="0" normalizeH="0" baseline="0" dirty="0">
                <a:latin typeface="KoPub돋움체 Light"/>
                <a:ea typeface="KoPub돋움체 Light"/>
                <a:cs typeface="+mn-cs"/>
              </a:rPr>
              <a:t>: { </a:t>
            </a:r>
            <a:r>
              <a:rPr kumimoji="0" lang="ko-KR" altLang="en-US" sz="1200" b="0" i="0" u="none" strike="noStrike" kern="0" cap="none" spc="0" normalizeH="0" baseline="0" dirty="0" err="1">
                <a:latin typeface="KoPub돋움체 Light"/>
                <a:ea typeface="KoPub돋움체 Light"/>
                <a:cs typeface="+mn-cs"/>
              </a:rPr>
              <a:t>model</a:t>
            </a:r>
            <a:r>
              <a:rPr kumimoji="0" lang="ko-KR" altLang="en-US" sz="1200" b="0" i="0" u="none" strike="noStrike" kern="0" cap="none" spc="0" normalizeH="0" baseline="0" dirty="0">
                <a:latin typeface="KoPub돋움체 Light"/>
                <a:ea typeface="KoPub돋움체 Light"/>
                <a:cs typeface="+mn-cs"/>
              </a:rPr>
              <a:t>: OLLAMA_MODEL, </a:t>
            </a:r>
            <a:r>
              <a:rPr kumimoji="0" lang="ko-KR" altLang="en-US" sz="1200" b="0" i="0" u="none" strike="noStrike" kern="0" cap="none" spc="0" normalizeH="0" baseline="0" dirty="0" err="1">
                <a:latin typeface="KoPub돋움체 Light"/>
                <a:ea typeface="KoPub돋움체 Light"/>
                <a:cs typeface="+mn-cs"/>
              </a:rPr>
              <a:t>prompt</a:t>
            </a:r>
            <a:r>
              <a:rPr kumimoji="0" lang="ko-KR" altLang="en-US" sz="1200" b="0" i="0" u="none" strike="noStrike" kern="0" cap="none" spc="0" normalizeH="0" baseline="0" dirty="0">
                <a:latin typeface="KoPub돋움체 Light"/>
                <a:ea typeface="KoPub돋움체 Light"/>
                <a:cs typeface="+mn-cs"/>
              </a:rPr>
              <a:t>, </a:t>
            </a:r>
            <a:r>
              <a:rPr kumimoji="0" lang="ko-KR" altLang="en-US" sz="1200" b="0" i="0" u="none" strike="noStrike" kern="0" cap="none" spc="0" normalizeH="0" baseline="0" dirty="0" err="1">
                <a:latin typeface="KoPub돋움체 Light"/>
                <a:ea typeface="KoPub돋움체 Light"/>
                <a:cs typeface="+mn-cs"/>
              </a:rPr>
              <a:t>stream:false</a:t>
            </a:r>
            <a:r>
              <a:rPr kumimoji="0" lang="ko-KR" altLang="en-US" sz="1200" b="0" i="0" u="none" strike="noStrike" kern="0" cap="none" spc="0" normalizeH="0" baseline="0" dirty="0">
                <a:latin typeface="KoPub돋움체 Light"/>
                <a:ea typeface="KoPub돋움체 Light"/>
                <a:cs typeface="+mn-cs"/>
              </a:rPr>
              <a:t>, </a:t>
            </a:r>
            <a:r>
              <a:rPr kumimoji="0" lang="ko-KR" altLang="en-US" sz="1200" b="0" i="0" u="none" strike="noStrike" kern="0" cap="none" spc="0" normalizeH="0" baseline="0" dirty="0" err="1">
                <a:latin typeface="KoPub돋움체 Light"/>
                <a:ea typeface="KoPub돋움체 Light"/>
                <a:cs typeface="+mn-cs"/>
              </a:rPr>
              <a:t>options</a:t>
            </a:r>
            <a:r>
              <a:rPr kumimoji="0" lang="ko-KR" altLang="en-US" sz="1200" b="0" i="0" u="none" strike="noStrike" kern="0" cap="none" spc="0" normalizeH="0" baseline="0" dirty="0">
                <a:latin typeface="KoPub돋움체 Light"/>
                <a:ea typeface="KoPub돋움체 Light"/>
                <a:cs typeface="+mn-cs"/>
              </a:rPr>
              <a:t>:{ temperature:0.8, repeat_penalty:1.1, </a:t>
            </a:r>
            <a:r>
              <a:rPr kumimoji="0" lang="ko-KR" altLang="en-US" sz="1200" b="0" i="0" u="none" strike="noStrike" kern="0" cap="none" spc="0" normalizeH="0" baseline="0" dirty="0" err="1">
                <a:latin typeface="KoPub돋움체 Light"/>
                <a:ea typeface="KoPub돋움체 Light"/>
                <a:cs typeface="+mn-cs"/>
              </a:rPr>
              <a:t>seed</a:t>
            </a:r>
            <a:r>
              <a:rPr kumimoji="0" lang="ko-KR" altLang="en-US" sz="1200" b="0" i="0" u="none" strike="noStrike" kern="0" cap="none" spc="0" normalizeH="0" baseline="0" dirty="0">
                <a:latin typeface="KoPub돋움체 Light"/>
                <a:ea typeface="KoPub돋움체 Light"/>
                <a:cs typeface="+mn-cs"/>
              </a:rPr>
              <a:t> } }</a:t>
            </a:r>
          </a:p>
          <a:p>
            <a:pPr marL="457200" marR="0" lvl="0" indent="-342900" algn="l" rtl="0">
              <a:lnSpc>
                <a:spcPct val="150000"/>
              </a:lnSpc>
              <a:spcBef>
                <a:spcPts val="0"/>
              </a:spcBef>
              <a:spcAft>
                <a:spcPts val="0"/>
              </a:spcAft>
              <a:buClr>
                <a:schemeClr val="dk2"/>
              </a:buClr>
              <a:buSzPct val="25000"/>
              <a:buFont typeface="Arial"/>
              <a:buChar char="●"/>
              <a:defRPr/>
            </a:pPr>
            <a:r>
              <a:rPr kumimoji="0" lang="ko-KR" altLang="en-US" sz="1200" b="0" i="0" u="none" strike="noStrike" kern="0" cap="none" spc="0" normalizeH="0" baseline="0" dirty="0" err="1">
                <a:latin typeface="KoPub돋움체 Light"/>
                <a:ea typeface="KoPub돋움체 Light"/>
                <a:cs typeface="+mn-cs"/>
              </a:rPr>
              <a:t>Timeout</a:t>
            </a:r>
            <a:r>
              <a:rPr kumimoji="0" lang="ko-KR" altLang="en-US" sz="1200" b="0" i="0" u="none" strike="noStrike" kern="0" cap="none" spc="0" normalizeH="0" baseline="0" dirty="0">
                <a:latin typeface="KoPub돋움체 Light"/>
                <a:ea typeface="KoPub돋움체 Light"/>
                <a:cs typeface="+mn-cs"/>
              </a:rPr>
              <a:t>: HTTP_TIMEOUT(기본 30s)</a:t>
            </a:r>
          </a:p>
          <a:p>
            <a:pPr marL="457200" marR="0" lvl="0" indent="-342900" algn="l" rtl="0">
              <a:lnSpc>
                <a:spcPct val="150000"/>
              </a:lnSpc>
              <a:spcBef>
                <a:spcPts val="0"/>
              </a:spcBef>
              <a:spcAft>
                <a:spcPts val="0"/>
              </a:spcAft>
              <a:buClr>
                <a:schemeClr val="dk2"/>
              </a:buClr>
              <a:buSzPct val="25000"/>
              <a:buFont typeface="Arial"/>
              <a:buChar char="●"/>
              <a:defRPr/>
            </a:pPr>
            <a:r>
              <a:rPr kumimoji="0" lang="ko-KR" altLang="en-US" sz="1200" b="0" i="0" u="none" strike="noStrike" kern="0" cap="none" spc="0" normalizeH="0" baseline="0" dirty="0">
                <a:latin typeface="KoPub돋움체 Light"/>
                <a:ea typeface="KoPub돋움체 Light"/>
                <a:cs typeface="+mn-cs"/>
              </a:rPr>
              <a:t>환경변수: OLLAMA_HOST= http://127.0.0.1:11434, OLLAMA_MODEL= qwen2.5:3b-instruct</a:t>
            </a:r>
          </a:p>
        </p:txBody>
      </p:sp>
      <p:sp>
        <p:nvSpPr>
          <p:cNvPr id="66" name="Google Shape;68;p15"/>
          <p:cNvSpPr txBox="1">
            <a:spLocks noGrp="1"/>
          </p:cNvSpPr>
          <p:nvPr/>
        </p:nvSpPr>
        <p:spPr>
          <a:xfrm>
            <a:off x="149867" y="0"/>
            <a:ext cx="8844266" cy="295272"/>
          </a:xfrm>
          <a:prstGeom prst="rect">
            <a:avLst/>
          </a:prstGeom>
          <a:solidFill>
            <a:srgbClr val="0B0B1A">
              <a:alpha val="100000"/>
            </a:srgbClr>
          </a:solidFill>
        </p:spPr>
        <p:txBody>
          <a:bodyPr vert="horz" wrap="square" lIns="91424" tIns="91424" rIns="91424" bIns="91424" anchor="t" anchorCtr="0">
            <a:noAutofit/>
          </a:bodyPr>
          <a:lstStyle/>
          <a:p>
            <a:pPr marL="68580" lvl="0" indent="0" algn="l" defTabSz="685800" rtl="0" eaLnBrk="1" latinLnBrk="1" hangingPunct="1">
              <a:lnSpc>
                <a:spcPct val="90000"/>
              </a:lnSpc>
              <a:spcBef>
                <a:spcPts val="0"/>
              </a:spcBef>
              <a:spcAft>
                <a:spcPts val="0"/>
              </a:spcAft>
              <a:buSzPct val="100000"/>
              <a:buNone/>
              <a:defRPr/>
            </a:pPr>
            <a:r>
              <a:rPr kumimoji="0" lang="en-US" altLang="ko-KR" sz="1600" b="1" i="0" u="none" strike="noStrike" kern="1200" cap="none" spc="0" normalizeH="0" baseline="0">
                <a:solidFill>
                  <a:srgbClr val="FFFFFF"/>
                </a:solidFill>
                <a:latin typeface="KoPub돋움체 Light"/>
                <a:ea typeface="KoPub돋움체 Light"/>
                <a:cs typeface="Corbel"/>
              </a:rPr>
              <a:t>9. </a:t>
            </a:r>
            <a:r>
              <a:rPr kumimoji="0" lang="ko-KR" altLang="en-US" sz="1600" b="1" i="0" u="none" strike="noStrike" kern="1200" cap="none" spc="0" normalizeH="0" baseline="0">
                <a:solidFill>
                  <a:srgbClr val="FFFFFF"/>
                </a:solidFill>
                <a:latin typeface="KoPub돋움체 Light"/>
                <a:ea typeface="KoPub돋움체 Light"/>
                <a:cs typeface="맑은 고딕"/>
              </a:rPr>
              <a:t>인공지능 학습</a:t>
            </a:r>
            <a:endParaRPr kumimoji="0" lang="en-US" altLang="ko-KR" sz="1600" b="1" i="0" u="none" strike="noStrike" kern="1200" cap="none" spc="0" normalizeH="0" baseline="0">
              <a:solidFill>
                <a:srgbClr val="FFFFFF"/>
              </a:solidFill>
              <a:latin typeface="KoPub돋움체 Light"/>
              <a:ea typeface="KoPub돋움체 Light"/>
              <a:cs typeface="Corbel"/>
            </a:endParaRPr>
          </a:p>
        </p:txBody>
      </p:sp>
      <p:pic>
        <p:nvPicPr>
          <p:cNvPr id="6" name="그림 5">
            <a:extLst>
              <a:ext uri="{FF2B5EF4-FFF2-40B4-BE49-F238E27FC236}">
                <a16:creationId xmlns:a16="http://schemas.microsoft.com/office/drawing/2014/main" id="{0ED3A4B7-B2F8-4D56-8E36-0C3A1792BEC9}"/>
              </a:ext>
            </a:extLst>
          </p:cNvPr>
          <p:cNvPicPr>
            <a:picLocks noChangeAspect="1"/>
          </p:cNvPicPr>
          <p:nvPr/>
        </p:nvPicPr>
        <p:blipFill>
          <a:blip r:embed="rId3"/>
          <a:stretch>
            <a:fillRect/>
          </a:stretch>
        </p:blipFill>
        <p:spPr>
          <a:xfrm>
            <a:off x="4880065" y="1152475"/>
            <a:ext cx="3952235" cy="3595719"/>
          </a:xfrm>
          <a:prstGeom prst="rect">
            <a:avLst/>
          </a:prstGeom>
        </p:spPr>
      </p:pic>
    </p:spTree>
    <p:extLst>
      <p:ext uri="{BB962C8B-B14F-4D97-AF65-F5344CB8AC3E}">
        <p14:creationId xmlns:p14="http://schemas.microsoft.com/office/powerpoint/2010/main" val="3216683969"/>
      </p:ext>
    </p:extLst>
  </p:cSld>
  <p:clrMapOvr>
    <a:masterClrMapping/>
  </p:clrMapOvr>
  <mc:AlternateContent xmlns:mc="http://schemas.openxmlformats.org/markup-compatibility/2006" xmlns:p14="http://schemas.microsoft.com/office/powerpoint/2010/main">
    <mc:Choice Requires="p14">
      <p:transition/>
    </mc:Choice>
    <mc:Fallback xmlns="" xmlns:c="http://schemas.openxmlformats.org/drawingml/2006/chart" xmlns:dgm="http://schemas.openxmlformats.org/drawingml/2006/diagram" xmlns:dsp="http://schemas.microsoft.com/office/drawing/2008/diagram">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Google Shape;19;p4"/>
          <p:cNvSpPr>
            <a:spLocks noGrp="1"/>
          </p:cNvSpPr>
          <p:nvPr>
            <p:ph type="sldNum" idx="12"/>
          </p:nvPr>
        </p:nvSpPr>
        <p:spPr/>
        <p:txBody>
          <a:bodyPr>
            <a:normAutofit/>
          </a:bodyPr>
          <a:lstStyle/>
          <a:p>
            <a:pPr marL="0" lvl="0" indent="0" algn="r" rtl="0">
              <a:spcBef>
                <a:spcPts val="0"/>
              </a:spcBef>
              <a:spcAft>
                <a:spcPts val="0"/>
              </a:spcAft>
              <a:buNone/>
              <a:defRPr/>
            </a:pPr>
            <a:fld id="{00000000-1234-1234-1234-123412341234}" type="slidenum">
              <a:rPr lang="en-US">
                <a:latin typeface="KoPub돋움체 Light"/>
                <a:ea typeface="KoPub돋움체 Light"/>
                <a:cs typeface="+mn-cs"/>
              </a:rPr>
              <a:pPr marL="0" lvl="0" indent="0" algn="r" rtl="0">
                <a:spcBef>
                  <a:spcPts val="0"/>
                </a:spcBef>
                <a:spcAft>
                  <a:spcPts val="0"/>
                </a:spcAft>
                <a:buNone/>
                <a:defRPr/>
              </a:pPr>
              <a:t>17</a:t>
            </a:fld>
            <a:endParaRPr lang="en-US">
              <a:latin typeface="KoPub돋움체 Light"/>
              <a:ea typeface="KoPub돋움체 Light"/>
              <a:cs typeface="+mn-cs"/>
            </a:endParaRPr>
          </a:p>
        </p:txBody>
      </p:sp>
      <p:sp>
        <p:nvSpPr>
          <p:cNvPr id="6" name="Google Shape;17;p4"/>
          <p:cNvSpPr>
            <a:spLocks noGrp="1"/>
          </p:cNvSpPr>
          <p:nvPr/>
        </p:nvSpPr>
        <p:spPr>
          <a:xfrm>
            <a:off x="173182" y="555346"/>
            <a:ext cx="8780318" cy="323015"/>
          </a:xfrm>
          <a:prstGeom prst="rect">
            <a:avLst/>
          </a:prstGeom>
          <a:gradFill flip="xy" rotWithShape="1">
            <a:gsLst>
              <a:gs pos="0">
                <a:srgbClr val="FFFF00">
                  <a:tint val="70000"/>
                  <a:satMod val="170000"/>
                </a:srgbClr>
              </a:gs>
              <a:gs pos="100000">
                <a:srgbClr val="FFFF00">
                  <a:tint val="20000"/>
                  <a:satMod val="170000"/>
                </a:srgbClr>
              </a:gs>
            </a:gsLst>
            <a:lin ang="0" scaled="1"/>
            <a:tileRect/>
          </a:gradFill>
          <a:ln>
            <a:noFill/>
          </a:ln>
        </p:spPr>
        <p:txBody>
          <a:bodyPr wrap="square" lIns="91424" tIns="91424" rIns="91424" bIns="91424" anchor="t" anchorCtr="0">
            <a:noAutofit/>
          </a:bodyPr>
          <a:lstStyle/>
          <a:p>
            <a:pPr>
              <a:defRPr/>
            </a:pPr>
            <a:r>
              <a:rPr lang="ko-KR" altLang="en-US" sz="1400" b="1">
                <a:latin typeface="KoPub돋움체 Light"/>
                <a:ea typeface="KoPub돋움체 Light"/>
                <a:cs typeface="+mn-cs"/>
              </a:rPr>
              <a:t>Ollama </a:t>
            </a:r>
            <a:r>
              <a:rPr lang="en-US" altLang="ko-KR" sz="1400" b="1">
                <a:latin typeface="KoPub돋움체 Light"/>
                <a:ea typeface="KoPub돋움체 Light"/>
                <a:cs typeface="+mn-cs"/>
              </a:rPr>
              <a:t>(LLM)</a:t>
            </a:r>
          </a:p>
        </p:txBody>
      </p:sp>
      <p:sp>
        <p:nvSpPr>
          <p:cNvPr id="7" name="내용 개체 틀 2"/>
          <p:cNvSpPr>
            <a:spLocks noGrp="1"/>
          </p:cNvSpPr>
          <p:nvPr/>
        </p:nvSpPr>
        <p:spPr>
          <a:xfrm>
            <a:off x="311700" y="1152475"/>
            <a:ext cx="8520600" cy="3416400"/>
          </a:xfrm>
          <a:prstGeom prst="rect">
            <a:avLst/>
          </a:prstGeom>
          <a:noFill/>
          <a:ln>
            <a:noFill/>
          </a:ln>
        </p:spPr>
        <p:txBody>
          <a:bodyPr wrap="square" lIns="91424" tIns="91424" rIns="91424" bIns="91424" anchor="t" anchorCtr="0">
            <a:noAutofit/>
          </a:bodyPr>
          <a:lstStyle/>
          <a:p>
            <a:pPr marL="114300" marR="0" lvl="0" indent="0" algn="l" rtl="0">
              <a:lnSpc>
                <a:spcPct val="115000"/>
              </a:lnSpc>
              <a:spcBef>
                <a:spcPts val="0"/>
              </a:spcBef>
              <a:spcAft>
                <a:spcPts val="0"/>
              </a:spcAft>
              <a:buClr>
                <a:schemeClr val="dk2"/>
              </a:buClr>
              <a:buSzPct val="25000"/>
              <a:buFont typeface="Arial"/>
              <a:buNone/>
              <a:defRPr/>
            </a:pPr>
            <a:r>
              <a:rPr kumimoji="0" lang="en-US" altLang="en-US" sz="1200" b="0" i="0" u="none" strike="noStrike" kern="0" cap="none" spc="0" normalizeH="0" baseline="0" dirty="0">
                <a:latin typeface="KoPub돋움체 Light"/>
                <a:ea typeface="KoPub돋움체 Light"/>
                <a:cs typeface="+mn-cs"/>
              </a:rPr>
              <a:t>■ </a:t>
            </a:r>
            <a:r>
              <a:rPr kumimoji="0" lang="ko-KR" altLang="en-US" sz="1200" b="0" i="0" u="none" strike="noStrike" kern="0" cap="none" spc="0" normalizeH="0" baseline="0" dirty="0">
                <a:latin typeface="KoPub돋움체 Light"/>
                <a:ea typeface="KoPub돋움체 Light"/>
                <a:cs typeface="+mn-cs"/>
              </a:rPr>
              <a:t>모델 개요</a:t>
            </a:r>
          </a:p>
          <a:p>
            <a:pPr marL="457200" marR="0" lvl="0" indent="-342900" algn="l" rtl="0">
              <a:lnSpc>
                <a:spcPct val="150000"/>
              </a:lnSpc>
              <a:spcBef>
                <a:spcPts val="0"/>
              </a:spcBef>
              <a:spcAft>
                <a:spcPts val="0"/>
              </a:spcAft>
              <a:buClr>
                <a:schemeClr val="dk2"/>
              </a:buClr>
              <a:buSzPct val="25000"/>
              <a:buFont typeface="Arial"/>
              <a:buChar char="●"/>
              <a:defRPr/>
            </a:pPr>
            <a:r>
              <a:rPr kumimoji="0" lang="en-US" altLang="ko-KR" sz="1200" b="0" i="0" u="none" strike="noStrike" kern="0" cap="none" spc="0" normalizeH="0" baseline="0" dirty="0">
                <a:latin typeface="KoPub돋움체 Light"/>
                <a:ea typeface="KoPub돋움체 Light"/>
                <a:cs typeface="+mn-cs"/>
              </a:rPr>
              <a:t>DB </a:t>
            </a:r>
            <a:r>
              <a:rPr kumimoji="0" lang="ko-KR" altLang="en-US" sz="1200" b="0" i="0" u="none" strike="noStrike" kern="0" cap="none" spc="0" normalizeH="0" baseline="0" dirty="0">
                <a:latin typeface="KoPub돋움체 Light"/>
                <a:ea typeface="KoPub돋움체 Light"/>
                <a:cs typeface="+mn-cs"/>
              </a:rPr>
              <a:t>프로필</a:t>
            </a:r>
            <a:r>
              <a:rPr kumimoji="0" lang="en-US" altLang="ko-KR" sz="1200" b="0" i="0" u="none" strike="noStrike" kern="0" cap="none" spc="0" normalizeH="0" baseline="0" dirty="0">
                <a:latin typeface="KoPub돋움체 Light"/>
                <a:ea typeface="KoPub돋움체 Light"/>
                <a:cs typeface="+mn-cs"/>
              </a:rPr>
              <a:t>(gender, </a:t>
            </a:r>
            <a:r>
              <a:rPr kumimoji="0" lang="en-US" altLang="ko-KR" sz="1200" b="0" i="0" u="none" strike="noStrike" kern="0" cap="none" spc="0" normalizeH="0" baseline="0" dirty="0" err="1">
                <a:latin typeface="KoPub돋움체 Light"/>
                <a:ea typeface="KoPub돋움체 Light"/>
                <a:cs typeface="+mn-cs"/>
              </a:rPr>
              <a:t>height_cm</a:t>
            </a:r>
            <a:r>
              <a:rPr kumimoji="0" lang="en-US" altLang="ko-KR" sz="1200" b="0" i="0" u="none" strike="noStrike" kern="0" cap="none" spc="0" normalizeH="0" baseline="0" dirty="0">
                <a:latin typeface="KoPub돋움체 Light"/>
                <a:ea typeface="KoPub돋움체 Light"/>
                <a:cs typeface="+mn-cs"/>
              </a:rPr>
              <a:t>, </a:t>
            </a:r>
            <a:r>
              <a:rPr kumimoji="0" lang="en-US" altLang="ko-KR" sz="1200" b="0" i="0" u="none" strike="noStrike" kern="0" cap="none" spc="0" normalizeH="0" baseline="0" dirty="0" err="1">
                <a:latin typeface="KoPub돋움체 Light"/>
                <a:ea typeface="KoPub돋움체 Light"/>
                <a:cs typeface="+mn-cs"/>
              </a:rPr>
              <a:t>weight_kg</a:t>
            </a:r>
            <a:r>
              <a:rPr kumimoji="0" lang="en-US" altLang="ko-KR" sz="1200" b="0" i="0" u="none" strike="noStrike" kern="0" cap="none" spc="0" normalizeH="0" baseline="0" dirty="0">
                <a:latin typeface="KoPub돋움체 Light"/>
                <a:ea typeface="KoPub돋움체 Light"/>
                <a:cs typeface="+mn-cs"/>
              </a:rPr>
              <a:t>)</a:t>
            </a:r>
            <a:r>
              <a:rPr kumimoji="0" lang="ko-KR" altLang="en-US" sz="1200" b="0" i="0" u="none" strike="noStrike" kern="0" cap="none" spc="0" normalizeH="0" baseline="0" dirty="0">
                <a:latin typeface="KoPub돋움체 Light"/>
                <a:ea typeface="KoPub돋움체 Light"/>
                <a:cs typeface="+mn-cs"/>
              </a:rPr>
              <a:t>로 하루 식단 자동 추천</a:t>
            </a:r>
          </a:p>
          <a:p>
            <a:pPr marL="457200" marR="0" lvl="0" indent="-342900" algn="l" rtl="0">
              <a:lnSpc>
                <a:spcPct val="150000"/>
              </a:lnSpc>
              <a:spcBef>
                <a:spcPts val="0"/>
              </a:spcBef>
              <a:spcAft>
                <a:spcPts val="0"/>
              </a:spcAft>
              <a:buClr>
                <a:schemeClr val="dk2"/>
              </a:buClr>
              <a:buSzPct val="25000"/>
              <a:buFont typeface="Arial"/>
              <a:buChar char="●"/>
              <a:defRPr/>
            </a:pPr>
            <a:r>
              <a:rPr kumimoji="0" lang="en-US" altLang="ko-KR" sz="1200" b="0" i="0" u="none" strike="noStrike" kern="0" cap="none" spc="0" normalizeH="0" baseline="0" dirty="0">
                <a:latin typeface="KoPub돋움체 Light"/>
                <a:ea typeface="KoPub돋움체 Light"/>
                <a:cs typeface="+mn-cs"/>
              </a:rPr>
              <a:t>Mifflin BMR → TDEE×1.375 → </a:t>
            </a:r>
            <a:r>
              <a:rPr kumimoji="0" lang="ko-KR" altLang="en-US" sz="1200" b="0" i="0" u="none" strike="noStrike" kern="0" cap="none" spc="0" normalizeH="0" baseline="0" dirty="0">
                <a:latin typeface="KoPub돋움체 Light"/>
                <a:ea typeface="KoPub돋움체 Light"/>
                <a:cs typeface="+mn-cs"/>
              </a:rPr>
              <a:t>목표 </a:t>
            </a:r>
            <a:r>
              <a:rPr kumimoji="0" lang="en-US" altLang="ko-KR" sz="1200" b="0" i="0" u="none" strike="noStrike" kern="0" cap="none" spc="0" normalizeH="0" baseline="0" dirty="0">
                <a:latin typeface="KoPub돋움체 Light"/>
                <a:ea typeface="KoPub돋움체 Light"/>
                <a:cs typeface="+mn-cs"/>
              </a:rPr>
              <a:t>kcal </a:t>
            </a:r>
            <a:r>
              <a:rPr kumimoji="0" lang="ko-KR" altLang="en-US" sz="1200" b="0" i="0" u="none" strike="noStrike" kern="0" cap="none" spc="0" normalizeH="0" baseline="0" dirty="0">
                <a:latin typeface="KoPub돋움체 Light"/>
                <a:ea typeface="KoPub돋움체 Light"/>
                <a:cs typeface="+mn-cs"/>
              </a:rPr>
              <a:t>산출</a:t>
            </a:r>
          </a:p>
          <a:p>
            <a:pPr marL="457200" marR="0" lvl="0" indent="-342900" algn="l" rtl="0">
              <a:lnSpc>
                <a:spcPct val="150000"/>
              </a:lnSpc>
              <a:spcBef>
                <a:spcPts val="0"/>
              </a:spcBef>
              <a:spcAft>
                <a:spcPts val="0"/>
              </a:spcAft>
              <a:buClr>
                <a:schemeClr val="dk2"/>
              </a:buClr>
              <a:buSzPct val="25000"/>
              <a:buFont typeface="Arial"/>
              <a:buChar char="●"/>
              <a:defRPr/>
            </a:pPr>
            <a:r>
              <a:rPr kumimoji="0" lang="en-US" altLang="ko-KR" sz="1200" b="0" i="0" u="none" strike="noStrike" kern="0" cap="none" spc="0" normalizeH="0" baseline="0" dirty="0">
                <a:latin typeface="KoPub돋움체 Light"/>
                <a:ea typeface="KoPub돋움체 Light"/>
                <a:cs typeface="+mn-cs"/>
              </a:rPr>
              <a:t>30/40/30 </a:t>
            </a:r>
            <a:r>
              <a:rPr kumimoji="0" lang="ko-KR" altLang="en-US" sz="1200" b="0" i="0" u="none" strike="noStrike" kern="0" cap="none" spc="0" normalizeH="0" baseline="0" dirty="0">
                <a:latin typeface="KoPub돋움체 Light"/>
                <a:ea typeface="KoPub돋움체 Light"/>
                <a:cs typeface="+mn-cs"/>
              </a:rPr>
              <a:t>끼니 배분</a:t>
            </a:r>
            <a:r>
              <a:rPr kumimoji="0" lang="en-US" altLang="ko-KR" sz="1200" b="0" i="0" u="none" strike="noStrike" kern="0" cap="none" spc="0" normalizeH="0" baseline="0" dirty="0">
                <a:latin typeface="KoPub돋움체 Light"/>
                <a:ea typeface="KoPub돋움체 Light"/>
                <a:cs typeface="+mn-cs"/>
              </a:rPr>
              <a:t>, </a:t>
            </a:r>
            <a:r>
              <a:rPr kumimoji="0" lang="ko-KR" altLang="en-US" sz="1200" b="0" i="0" u="none" strike="noStrike" kern="0" cap="none" spc="0" normalizeH="0" baseline="0" dirty="0">
                <a:latin typeface="KoPub돋움체 Light"/>
                <a:ea typeface="KoPub돋움체 Light"/>
                <a:cs typeface="+mn-cs"/>
              </a:rPr>
              <a:t>영양</a:t>
            </a:r>
            <a:r>
              <a:rPr kumimoji="0" lang="en-US" altLang="ko-KR" sz="1200" b="0" i="0" u="none" strike="noStrike" kern="0" cap="none" spc="0" normalizeH="0" baseline="0" dirty="0">
                <a:latin typeface="KoPub돋움체 Light"/>
                <a:ea typeface="KoPub돋움체 Light"/>
                <a:cs typeface="+mn-cs"/>
              </a:rPr>
              <a:t>(</a:t>
            </a:r>
            <a:r>
              <a:rPr kumimoji="0" lang="ko-KR" altLang="en-US" sz="1200" b="0" i="0" u="none" strike="noStrike" kern="0" cap="none" spc="0" normalizeH="0" baseline="0" dirty="0">
                <a:latin typeface="KoPub돋움체 Light"/>
                <a:ea typeface="KoPub돋움체 Light"/>
                <a:cs typeface="+mn-cs"/>
              </a:rPr>
              <a:t>단</a:t>
            </a:r>
            <a:r>
              <a:rPr kumimoji="0" lang="en-US" altLang="ko-KR" sz="1200" b="0" i="0" u="none" strike="noStrike" kern="0" cap="none" spc="0" normalizeH="0" baseline="0" dirty="0">
                <a:latin typeface="KoPub돋움체 Light"/>
                <a:ea typeface="KoPub돋움체 Light"/>
                <a:cs typeface="+mn-cs"/>
              </a:rPr>
              <a:t>/</a:t>
            </a:r>
            <a:r>
              <a:rPr kumimoji="0" lang="ko-KR" altLang="en-US" sz="1200" b="0" i="0" u="none" strike="noStrike" kern="0" cap="none" spc="0" normalizeH="0" baseline="0" dirty="0">
                <a:latin typeface="KoPub돋움체 Light"/>
                <a:ea typeface="KoPub돋움체 Light"/>
                <a:cs typeface="+mn-cs"/>
              </a:rPr>
              <a:t>탄</a:t>
            </a:r>
            <a:r>
              <a:rPr kumimoji="0" lang="en-US" altLang="ko-KR" sz="1200" b="0" i="0" u="none" strike="noStrike" kern="0" cap="none" spc="0" normalizeH="0" baseline="0" dirty="0">
                <a:latin typeface="KoPub돋움체 Light"/>
                <a:ea typeface="KoPub돋움체 Light"/>
                <a:cs typeface="+mn-cs"/>
              </a:rPr>
              <a:t>/</a:t>
            </a:r>
            <a:r>
              <a:rPr kumimoji="0" lang="ko-KR" altLang="en-US" sz="1200" b="0" i="0" u="none" strike="noStrike" kern="0" cap="none" spc="0" normalizeH="0" baseline="0" dirty="0">
                <a:latin typeface="KoPub돋움체 Light"/>
                <a:ea typeface="KoPub돋움체 Light"/>
                <a:cs typeface="+mn-cs"/>
              </a:rPr>
              <a:t>지</a:t>
            </a:r>
            <a:r>
              <a:rPr kumimoji="0" lang="en-US" altLang="ko-KR" sz="1200" b="0" i="0" u="none" strike="noStrike" kern="0" cap="none" spc="0" normalizeH="0" baseline="0" dirty="0">
                <a:latin typeface="KoPub돋움체 Light"/>
                <a:ea typeface="KoPub돋움체 Light"/>
                <a:cs typeface="+mn-cs"/>
              </a:rPr>
              <a:t>/</a:t>
            </a:r>
            <a:r>
              <a:rPr kumimoji="0" lang="ko-KR" altLang="en-US" sz="1200" b="0" i="0" u="none" strike="noStrike" kern="0" cap="none" spc="0" normalizeH="0" baseline="0" dirty="0">
                <a:latin typeface="KoPub돋움체 Light"/>
                <a:ea typeface="KoPub돋움체 Light"/>
                <a:cs typeface="+mn-cs"/>
              </a:rPr>
              <a:t>섬유</a:t>
            </a:r>
            <a:r>
              <a:rPr kumimoji="0" lang="en-US" altLang="ko-KR" sz="1200" b="0" i="0" u="none" strike="noStrike" kern="0" cap="none" spc="0" normalizeH="0" baseline="0" dirty="0">
                <a:latin typeface="KoPub돋움체 Light"/>
                <a:ea typeface="KoPub돋움체 Light"/>
                <a:cs typeface="+mn-cs"/>
              </a:rPr>
              <a:t>) </a:t>
            </a:r>
            <a:r>
              <a:rPr kumimoji="0" lang="ko-KR" altLang="en-US" sz="1200" b="0" i="0" u="none" strike="noStrike" kern="0" cap="none" spc="0" normalizeH="0" baseline="0" dirty="0">
                <a:latin typeface="KoPub돋움체 Light"/>
                <a:ea typeface="KoPub돋움체 Light"/>
                <a:cs typeface="+mn-cs"/>
              </a:rPr>
              <a:t>계산</a:t>
            </a:r>
          </a:p>
          <a:p>
            <a:pPr marL="457200" marR="0" lvl="0" indent="-342900" algn="l" rtl="0">
              <a:lnSpc>
                <a:spcPct val="150000"/>
              </a:lnSpc>
              <a:spcBef>
                <a:spcPts val="0"/>
              </a:spcBef>
              <a:spcAft>
                <a:spcPts val="0"/>
              </a:spcAft>
              <a:buClr>
                <a:schemeClr val="dk2"/>
              </a:buClr>
              <a:buSzPct val="25000"/>
              <a:buFont typeface="Arial"/>
              <a:buChar char="●"/>
              <a:defRPr/>
            </a:pPr>
            <a:r>
              <a:rPr kumimoji="0" lang="en-US" altLang="ko-KR" sz="1200" b="0" i="0" u="none" strike="noStrike" kern="0" cap="none" spc="0" normalizeH="0" baseline="0" dirty="0">
                <a:latin typeface="KoPub돋움체 Light"/>
                <a:ea typeface="KoPub돋움체 Light"/>
                <a:cs typeface="+mn-cs"/>
              </a:rPr>
              <a:t>live=true</a:t>
            </a:r>
            <a:r>
              <a:rPr kumimoji="0" lang="ko-KR" altLang="en-US" sz="1200" b="0" i="0" u="none" strike="noStrike" kern="0" cap="none" spc="0" normalizeH="0" baseline="0" dirty="0">
                <a:latin typeface="KoPub돋움체 Light"/>
                <a:ea typeface="KoPub돋움체 Light"/>
                <a:cs typeface="+mn-cs"/>
              </a:rPr>
              <a:t>면 </a:t>
            </a:r>
            <a:r>
              <a:rPr kumimoji="0" lang="en-US" altLang="ko-KR" sz="1200" b="0" i="0" u="none" strike="noStrike" kern="0" cap="none" spc="0" normalizeH="0" baseline="0" dirty="0">
                <a:latin typeface="KoPub돋움체 Light"/>
                <a:ea typeface="KoPub돋움체 Light"/>
                <a:cs typeface="+mn-cs"/>
              </a:rPr>
              <a:t>LLM, </a:t>
            </a:r>
            <a:r>
              <a:rPr kumimoji="0" lang="ko-KR" altLang="en-US" sz="1200" b="0" i="0" u="none" strike="noStrike" kern="0" cap="none" spc="0" normalizeH="0" baseline="0" dirty="0">
                <a:latin typeface="KoPub돋움체 Light"/>
                <a:ea typeface="KoPub돋움체 Light"/>
                <a:cs typeface="+mn-cs"/>
              </a:rPr>
              <a:t>아니면 </a:t>
            </a:r>
            <a:r>
              <a:rPr kumimoji="0" lang="en-US" altLang="ko-KR" sz="1200" b="0" i="0" u="none" strike="noStrike" kern="0" cap="none" spc="0" normalizeH="0" baseline="0" dirty="0">
                <a:latin typeface="KoPub돋움체 Light"/>
                <a:ea typeface="KoPub돋움체 Light"/>
                <a:cs typeface="+mn-cs"/>
              </a:rPr>
              <a:t>Fallback </a:t>
            </a:r>
            <a:r>
              <a:rPr kumimoji="0" lang="ko-KR" altLang="en-US" sz="1200" b="0" i="0" u="none" strike="noStrike" kern="0" cap="none" spc="0" normalizeH="0" baseline="0" dirty="0">
                <a:latin typeface="KoPub돋움체 Light"/>
                <a:ea typeface="KoPub돋움체 Light"/>
                <a:cs typeface="+mn-cs"/>
              </a:rPr>
              <a:t>즉시 생성</a:t>
            </a:r>
            <a:endParaRPr kumimoji="0" lang="en-US" altLang="ko-KR" sz="1200" b="0" i="0" u="none" strike="noStrike" kern="0" cap="none" spc="0" normalizeH="0" baseline="0" dirty="0">
              <a:latin typeface="KoPub돋움체 Light"/>
              <a:ea typeface="KoPub돋움체 Light"/>
              <a:cs typeface="+mn-cs"/>
            </a:endParaRPr>
          </a:p>
          <a:p>
            <a:pPr marL="457200" marR="0" lvl="0" indent="-342900" algn="l" rtl="0">
              <a:lnSpc>
                <a:spcPct val="150000"/>
              </a:lnSpc>
              <a:spcBef>
                <a:spcPts val="0"/>
              </a:spcBef>
              <a:spcAft>
                <a:spcPts val="0"/>
              </a:spcAft>
              <a:buClr>
                <a:schemeClr val="dk2"/>
              </a:buClr>
              <a:buSzPct val="25000"/>
              <a:buFont typeface="Arial"/>
              <a:buChar char="●"/>
              <a:defRPr/>
            </a:pPr>
            <a:endParaRPr lang="en-US" altLang="ko-KR" sz="1200" kern="0" dirty="0">
              <a:latin typeface="KoPub돋움체 Light"/>
              <a:ea typeface="KoPub돋움체 Light"/>
            </a:endParaRPr>
          </a:p>
          <a:p>
            <a:pPr marL="114300" marR="0" lvl="0" indent="0" algn="l" rtl="0">
              <a:lnSpc>
                <a:spcPct val="115000"/>
              </a:lnSpc>
              <a:spcBef>
                <a:spcPts val="0"/>
              </a:spcBef>
              <a:spcAft>
                <a:spcPts val="0"/>
              </a:spcAft>
              <a:buClr>
                <a:schemeClr val="dk2"/>
              </a:buClr>
              <a:buSzPct val="25000"/>
              <a:buFont typeface="Arial"/>
              <a:buNone/>
              <a:defRPr/>
            </a:pPr>
            <a:r>
              <a:rPr kumimoji="0" lang="en-US" altLang="en-US" sz="1200" b="0" i="0" u="none" strike="noStrike" kern="0" cap="none" spc="0" normalizeH="0" baseline="0" dirty="0">
                <a:latin typeface="KoPub돋움체 Light"/>
                <a:ea typeface="KoPub돋움체 Light"/>
                <a:cs typeface="+mn-cs"/>
              </a:rPr>
              <a:t>■ </a:t>
            </a:r>
            <a:r>
              <a:rPr kumimoji="0" lang="ko-KR" altLang="en-US" sz="1200" b="0" i="0" u="none" strike="noStrike" kern="0" cap="none" spc="0" normalizeH="0" baseline="0" dirty="0">
                <a:latin typeface="KoPub돋움체 Light"/>
                <a:ea typeface="KoPub돋움체 Light"/>
                <a:cs typeface="+mn-cs"/>
              </a:rPr>
              <a:t>모델 흐름</a:t>
            </a:r>
            <a:r>
              <a:rPr kumimoji="0" lang="en-US" altLang="ko-KR" sz="1200" b="0" i="0" u="none" strike="noStrike" kern="0" cap="none" spc="0" normalizeH="0" baseline="0" dirty="0">
                <a:latin typeface="KoPub돋움체 Light"/>
                <a:ea typeface="KoPub돋움체 Light"/>
                <a:cs typeface="+mn-cs"/>
              </a:rPr>
              <a:t>(</a:t>
            </a:r>
            <a:r>
              <a:rPr kumimoji="0" lang="ko-KR" altLang="en-US" sz="1200" b="0" i="0" u="none" strike="noStrike" kern="0" cap="none" spc="0" normalizeH="0" baseline="0" dirty="0">
                <a:latin typeface="KoPub돋움체 Light"/>
                <a:ea typeface="KoPub돋움체 Light"/>
                <a:cs typeface="+mn-cs"/>
              </a:rPr>
              <a:t>엔진</a:t>
            </a:r>
            <a:r>
              <a:rPr kumimoji="0" lang="en-US" altLang="ko-KR" sz="1200" b="0" i="0" u="none" strike="noStrike" kern="0" cap="none" spc="0" normalizeH="0" baseline="0" dirty="0">
                <a:latin typeface="KoPub돋움체 Light"/>
                <a:ea typeface="KoPub돋움체 Light"/>
                <a:cs typeface="+mn-cs"/>
              </a:rPr>
              <a:t>)</a:t>
            </a:r>
          </a:p>
          <a:p>
            <a:pPr marL="457200" marR="0" lvl="0" indent="-342900" algn="l" rtl="0">
              <a:lnSpc>
                <a:spcPct val="150000"/>
              </a:lnSpc>
              <a:spcBef>
                <a:spcPts val="0"/>
              </a:spcBef>
              <a:spcAft>
                <a:spcPts val="0"/>
              </a:spcAft>
              <a:buClr>
                <a:schemeClr val="dk2"/>
              </a:buClr>
              <a:buSzPct val="25000"/>
              <a:buFont typeface="Arial"/>
              <a:buChar char="●"/>
              <a:defRPr/>
            </a:pPr>
            <a:r>
              <a:rPr kumimoji="0" lang="ko-KR" altLang="en-US" sz="1200" b="0" i="0" u="none" strike="noStrike" kern="0" cap="none" spc="0" normalizeH="0" baseline="0" dirty="0">
                <a:latin typeface="KoPub돋움체 Light"/>
                <a:ea typeface="KoPub돋움체 Light"/>
                <a:cs typeface="+mn-cs"/>
              </a:rPr>
              <a:t>입력 정규화 → </a:t>
            </a:r>
            <a:r>
              <a:rPr kumimoji="0" lang="en-US" altLang="ko-KR" sz="1200" b="0" i="0" u="none" strike="noStrike" kern="0" cap="none" spc="0" normalizeH="0" baseline="0" dirty="0">
                <a:latin typeface="KoPub돋움체 Light"/>
                <a:ea typeface="KoPub돋움체 Light"/>
                <a:cs typeface="+mn-cs"/>
              </a:rPr>
              <a:t>BMR/TDEE </a:t>
            </a:r>
            <a:r>
              <a:rPr kumimoji="0" lang="ko-KR" altLang="en-US" sz="1200" b="0" i="0" u="none" strike="noStrike" kern="0" cap="none" spc="0" normalizeH="0" baseline="0" dirty="0">
                <a:latin typeface="KoPub돋움체 Light"/>
                <a:ea typeface="KoPub돋움체 Light"/>
                <a:cs typeface="+mn-cs"/>
              </a:rPr>
              <a:t>계산 → 끼니 목표 </a:t>
            </a:r>
            <a:r>
              <a:rPr kumimoji="0" lang="en-US" altLang="ko-KR" sz="1200" b="0" i="0" u="none" strike="noStrike" kern="0" cap="none" spc="0" normalizeH="0" baseline="0" dirty="0">
                <a:latin typeface="KoPub돋움체 Light"/>
                <a:ea typeface="KoPub돋움체 Light"/>
                <a:cs typeface="+mn-cs"/>
              </a:rPr>
              <a:t>kcal </a:t>
            </a:r>
            <a:r>
              <a:rPr kumimoji="0" lang="ko-KR" altLang="en-US" sz="1200" b="0" i="0" u="none" strike="noStrike" kern="0" cap="none" spc="0" normalizeH="0" baseline="0" dirty="0">
                <a:latin typeface="KoPub돋움체 Light"/>
                <a:ea typeface="KoPub돋움체 Light"/>
                <a:cs typeface="+mn-cs"/>
              </a:rPr>
              <a:t>분배</a:t>
            </a:r>
          </a:p>
          <a:p>
            <a:pPr marL="457200" marR="0" lvl="0" indent="-342900" algn="l" rtl="0">
              <a:lnSpc>
                <a:spcPct val="150000"/>
              </a:lnSpc>
              <a:spcBef>
                <a:spcPts val="0"/>
              </a:spcBef>
              <a:spcAft>
                <a:spcPts val="0"/>
              </a:spcAft>
              <a:buClr>
                <a:schemeClr val="dk2"/>
              </a:buClr>
              <a:buSzPct val="25000"/>
              <a:buFont typeface="Arial"/>
              <a:buChar char="●"/>
              <a:defRPr/>
            </a:pPr>
            <a:r>
              <a:rPr kumimoji="0" lang="en-US" altLang="ko-KR" sz="1200" b="0" i="0" u="none" strike="noStrike" kern="0" cap="none" spc="0" normalizeH="0" baseline="0" dirty="0">
                <a:latin typeface="KoPub돋움체 Light"/>
                <a:ea typeface="KoPub돋움체 Light"/>
                <a:cs typeface="+mn-cs"/>
              </a:rPr>
              <a:t>LLM </a:t>
            </a:r>
            <a:r>
              <a:rPr kumimoji="0" lang="ko-KR" altLang="en-US" sz="1200" b="0" i="0" u="none" strike="noStrike" kern="0" cap="none" spc="0" normalizeH="0" baseline="0" dirty="0">
                <a:latin typeface="KoPub돋움체 Light"/>
                <a:ea typeface="KoPub돋움체 Light"/>
                <a:cs typeface="+mn-cs"/>
              </a:rPr>
              <a:t>호출</a:t>
            </a:r>
            <a:r>
              <a:rPr kumimoji="0" lang="en-US" altLang="ko-KR" sz="1200" b="0" i="0" u="none" strike="noStrike" kern="0" cap="none" spc="0" normalizeH="0" baseline="0" dirty="0">
                <a:latin typeface="KoPub돋움체 Light"/>
                <a:ea typeface="KoPub돋움체 Light"/>
                <a:cs typeface="+mn-cs"/>
              </a:rPr>
              <a:t>(</a:t>
            </a:r>
            <a:r>
              <a:rPr kumimoji="0" lang="ko-KR" altLang="en-US" sz="1200" b="0" i="0" u="none" strike="noStrike" kern="0" cap="none" spc="0" normalizeH="0" baseline="0" dirty="0">
                <a:latin typeface="KoPub돋움체 Light"/>
                <a:ea typeface="KoPub돋움체 Light"/>
                <a:cs typeface="+mn-cs"/>
              </a:rPr>
              <a:t>옵션</a:t>
            </a:r>
            <a:r>
              <a:rPr kumimoji="0" lang="en-US" altLang="ko-KR" sz="1200" b="0" i="0" u="none" strike="noStrike" kern="0" cap="none" spc="0" normalizeH="0" baseline="0" dirty="0">
                <a:latin typeface="KoPub돋움체 Light"/>
                <a:ea typeface="KoPub돋움체 Light"/>
                <a:cs typeface="+mn-cs"/>
              </a:rPr>
              <a:t>) → </a:t>
            </a:r>
            <a:r>
              <a:rPr kumimoji="0" lang="ko-KR" altLang="en-US" sz="1200" b="0" i="0" u="none" strike="noStrike" kern="0" cap="none" spc="0" normalizeH="0" baseline="0" dirty="0">
                <a:latin typeface="KoPub돋움체 Light"/>
                <a:ea typeface="KoPub돋움체 Light"/>
                <a:cs typeface="+mn-cs"/>
              </a:rPr>
              <a:t>식단 </a:t>
            </a:r>
            <a:r>
              <a:rPr kumimoji="0" lang="en-US" altLang="ko-KR" sz="1200" b="0" i="0" u="none" strike="noStrike" kern="0" cap="none" spc="0" normalizeH="0" baseline="0" dirty="0">
                <a:latin typeface="KoPub돋움체 Light"/>
                <a:ea typeface="KoPub돋움체 Light"/>
                <a:cs typeface="+mn-cs"/>
              </a:rPr>
              <a:t>JSON </a:t>
            </a:r>
            <a:r>
              <a:rPr kumimoji="0" lang="ko-KR" altLang="en-US" sz="1200" b="0" i="0" u="none" strike="noStrike" kern="0" cap="none" spc="0" normalizeH="0" baseline="0" dirty="0">
                <a:latin typeface="KoPub돋움체 Light"/>
                <a:ea typeface="KoPub돋움체 Light"/>
                <a:cs typeface="+mn-cs"/>
              </a:rPr>
              <a:t>수신</a:t>
            </a:r>
          </a:p>
          <a:p>
            <a:pPr marL="457200" marR="0" lvl="0" indent="-342900" algn="l" rtl="0">
              <a:lnSpc>
                <a:spcPct val="150000"/>
              </a:lnSpc>
              <a:spcBef>
                <a:spcPts val="0"/>
              </a:spcBef>
              <a:spcAft>
                <a:spcPts val="0"/>
              </a:spcAft>
              <a:buClr>
                <a:schemeClr val="dk2"/>
              </a:buClr>
              <a:buSzPct val="25000"/>
              <a:buFont typeface="Arial"/>
              <a:buChar char="●"/>
              <a:defRPr/>
            </a:pPr>
            <a:r>
              <a:rPr kumimoji="0" lang="ko-KR" altLang="en-US" sz="1200" b="0" i="0" u="none" strike="noStrike" kern="0" cap="none" spc="0" normalizeH="0" baseline="0" dirty="0">
                <a:latin typeface="KoPub돋움체 Light"/>
                <a:ea typeface="KoPub돋움체 Light"/>
                <a:cs typeface="+mn-cs"/>
              </a:rPr>
              <a:t>결과 정규화</a:t>
            </a:r>
            <a:r>
              <a:rPr kumimoji="0" lang="en-US" altLang="ko-KR" sz="1200" b="0" i="0" u="none" strike="noStrike" kern="0" cap="none" spc="0" normalizeH="0" baseline="0" dirty="0">
                <a:latin typeface="KoPub돋움체 Light"/>
                <a:ea typeface="KoPub돋움체 Light"/>
                <a:cs typeface="+mn-cs"/>
              </a:rPr>
              <a:t>(</a:t>
            </a:r>
            <a:r>
              <a:rPr kumimoji="0" lang="ko-KR" altLang="en-US" sz="1200" b="0" i="0" u="none" strike="noStrike" kern="0" cap="none" spc="0" normalizeH="0" baseline="0" dirty="0">
                <a:latin typeface="KoPub돋움체 Light"/>
                <a:ea typeface="KoPub돋움체 Light"/>
                <a:cs typeface="+mn-cs"/>
              </a:rPr>
              <a:t>단위 제거</a:t>
            </a:r>
            <a:r>
              <a:rPr kumimoji="0" lang="en-US" altLang="ko-KR" sz="1200" b="0" i="0" u="none" strike="noStrike" kern="0" cap="none" spc="0" normalizeH="0" baseline="0" dirty="0">
                <a:latin typeface="KoPub돋움체 Light"/>
                <a:ea typeface="KoPub돋움체 Light"/>
                <a:cs typeface="+mn-cs"/>
              </a:rPr>
              <a:t>·</a:t>
            </a:r>
            <a:r>
              <a:rPr kumimoji="0" lang="ko-KR" altLang="en-US" sz="1200" b="0" i="0" u="none" strike="noStrike" kern="0" cap="none" spc="0" normalizeH="0" baseline="0" dirty="0">
                <a:latin typeface="KoPub돋움체 Light"/>
                <a:ea typeface="KoPub돋움체 Light"/>
                <a:cs typeface="+mn-cs"/>
              </a:rPr>
              <a:t>리스트화</a:t>
            </a:r>
            <a:r>
              <a:rPr kumimoji="0" lang="en-US" altLang="ko-KR" sz="1200" b="0" i="0" u="none" strike="noStrike" kern="0" cap="none" spc="0" normalizeH="0" baseline="0" dirty="0">
                <a:latin typeface="KoPub돋움체 Light"/>
                <a:ea typeface="KoPub돋움체 Light"/>
                <a:cs typeface="+mn-cs"/>
              </a:rPr>
              <a:t>) → </a:t>
            </a:r>
            <a:r>
              <a:rPr kumimoji="0" lang="ko-KR" altLang="en-US" sz="1200" b="0" i="0" u="none" strike="noStrike" kern="0" cap="none" spc="0" normalizeH="0" baseline="0" dirty="0">
                <a:latin typeface="KoPub돋움체 Light"/>
                <a:ea typeface="KoPub돋움체 Light"/>
                <a:cs typeface="+mn-cs"/>
              </a:rPr>
              <a:t>영양 합산</a:t>
            </a:r>
          </a:p>
          <a:p>
            <a:pPr marL="457200" marR="0" lvl="0" indent="-342900" algn="l" rtl="0">
              <a:lnSpc>
                <a:spcPct val="150000"/>
              </a:lnSpc>
              <a:spcBef>
                <a:spcPts val="0"/>
              </a:spcBef>
              <a:spcAft>
                <a:spcPts val="0"/>
              </a:spcAft>
              <a:buClr>
                <a:schemeClr val="dk2"/>
              </a:buClr>
              <a:buSzPct val="25000"/>
              <a:buFont typeface="Arial"/>
              <a:buChar char="●"/>
              <a:defRPr/>
            </a:pPr>
            <a:r>
              <a:rPr kumimoji="0" lang="ko-KR" altLang="en-US" sz="1200" b="0" i="0" u="none" strike="noStrike" kern="0" cap="none" spc="0" normalizeH="0" baseline="0" dirty="0">
                <a:latin typeface="KoPub돋움체 Light"/>
                <a:ea typeface="KoPub돋움체 Light"/>
                <a:cs typeface="+mn-cs"/>
              </a:rPr>
              <a:t>목표 대비 스케일링</a:t>
            </a:r>
            <a:r>
              <a:rPr kumimoji="0" lang="en-US" altLang="ko-KR" sz="1200" b="0" i="0" u="none" strike="noStrike" kern="0" cap="none" spc="0" normalizeH="0" baseline="0" dirty="0">
                <a:latin typeface="KoPub돋움체 Light"/>
                <a:ea typeface="KoPub돋움체 Light"/>
                <a:cs typeface="+mn-cs"/>
              </a:rPr>
              <a:t>(±200kcal), reason </a:t>
            </a:r>
            <a:r>
              <a:rPr kumimoji="0" lang="ko-KR" altLang="en-US" sz="1200" b="0" i="0" u="none" strike="noStrike" kern="0" cap="none" spc="0" normalizeH="0" baseline="0" dirty="0">
                <a:latin typeface="KoPub돋움체 Light"/>
                <a:ea typeface="KoPub돋움체 Light"/>
                <a:cs typeface="+mn-cs"/>
              </a:rPr>
              <a:t>생성</a:t>
            </a:r>
          </a:p>
          <a:p>
            <a:pPr marL="457200" marR="0" lvl="0" indent="-342900" algn="l" rtl="0">
              <a:lnSpc>
                <a:spcPct val="150000"/>
              </a:lnSpc>
              <a:spcBef>
                <a:spcPts val="0"/>
              </a:spcBef>
              <a:spcAft>
                <a:spcPts val="0"/>
              </a:spcAft>
              <a:buClr>
                <a:schemeClr val="dk2"/>
              </a:buClr>
              <a:buSzPct val="25000"/>
              <a:buFont typeface="Arial"/>
              <a:buChar char="●"/>
              <a:defRPr/>
            </a:pPr>
            <a:endParaRPr kumimoji="0" lang="ko-KR" altLang="en-US" sz="1200" b="0" i="0" u="none" strike="noStrike" kern="0" cap="none" spc="0" normalizeH="0" baseline="0" dirty="0">
              <a:latin typeface="KoPub돋움체 Light"/>
              <a:ea typeface="KoPub돋움체 Light"/>
              <a:cs typeface="+mn-cs"/>
            </a:endParaRPr>
          </a:p>
        </p:txBody>
      </p:sp>
      <p:sp>
        <p:nvSpPr>
          <p:cNvPr id="68" name="Google Shape;68;p15"/>
          <p:cNvSpPr txBox="1">
            <a:spLocks noGrp="1"/>
          </p:cNvSpPr>
          <p:nvPr/>
        </p:nvSpPr>
        <p:spPr>
          <a:xfrm>
            <a:off x="149867" y="0"/>
            <a:ext cx="8844266" cy="295272"/>
          </a:xfrm>
          <a:prstGeom prst="rect">
            <a:avLst/>
          </a:prstGeom>
          <a:solidFill>
            <a:srgbClr val="0B0B1A">
              <a:alpha val="100000"/>
            </a:srgbClr>
          </a:solidFill>
        </p:spPr>
        <p:txBody>
          <a:bodyPr vert="horz" wrap="square" lIns="91424" tIns="91424" rIns="91424" bIns="91424" anchor="t" anchorCtr="0">
            <a:noAutofit/>
          </a:bodyPr>
          <a:lstStyle/>
          <a:p>
            <a:pPr marL="68580" lvl="0" indent="0" algn="l" defTabSz="685800" rtl="0" eaLnBrk="1" latinLnBrk="1" hangingPunct="1">
              <a:lnSpc>
                <a:spcPct val="90000"/>
              </a:lnSpc>
              <a:spcBef>
                <a:spcPts val="0"/>
              </a:spcBef>
              <a:spcAft>
                <a:spcPts val="0"/>
              </a:spcAft>
              <a:buSzPct val="100000"/>
              <a:buNone/>
              <a:defRPr/>
            </a:pPr>
            <a:r>
              <a:rPr kumimoji="0" lang="en-US" altLang="ko-KR" sz="1600" b="1" i="0" u="none" strike="noStrike" kern="1200" cap="none" spc="0" normalizeH="0" baseline="0">
                <a:solidFill>
                  <a:srgbClr val="FFFFFF"/>
                </a:solidFill>
                <a:latin typeface="KoPub돋움체 Light"/>
                <a:ea typeface="KoPub돋움체 Light"/>
                <a:cs typeface="Corbel"/>
              </a:rPr>
              <a:t>9. </a:t>
            </a:r>
            <a:r>
              <a:rPr kumimoji="0" lang="ko-KR" altLang="en-US" sz="1600" b="1" i="0" u="none" strike="noStrike" kern="1200" cap="none" spc="0" normalizeH="0" baseline="0">
                <a:solidFill>
                  <a:srgbClr val="FFFFFF"/>
                </a:solidFill>
                <a:latin typeface="KoPub돋움체 Light"/>
                <a:ea typeface="KoPub돋움체 Light"/>
                <a:cs typeface="맑은 고딕"/>
              </a:rPr>
              <a:t>인공지능 학습</a:t>
            </a:r>
            <a:endParaRPr kumimoji="0" lang="en-US" altLang="ko-KR" sz="1600" b="1" i="0" u="none" strike="noStrike" kern="1200" cap="none" spc="0" normalizeH="0" baseline="0">
              <a:solidFill>
                <a:srgbClr val="FFFFFF"/>
              </a:solidFill>
              <a:latin typeface="KoPub돋움체 Light"/>
              <a:ea typeface="KoPub돋움체 Light"/>
              <a:cs typeface="Corbel"/>
            </a:endParaRPr>
          </a:p>
        </p:txBody>
      </p:sp>
      <p:pic>
        <p:nvPicPr>
          <p:cNvPr id="3" name="그림 2">
            <a:extLst>
              <a:ext uri="{FF2B5EF4-FFF2-40B4-BE49-F238E27FC236}">
                <a16:creationId xmlns:a16="http://schemas.microsoft.com/office/drawing/2014/main" id="{281066C6-83D6-40F4-8AF5-A43BCA6FDDD0}"/>
              </a:ext>
            </a:extLst>
          </p:cNvPr>
          <p:cNvPicPr>
            <a:picLocks noChangeAspect="1"/>
          </p:cNvPicPr>
          <p:nvPr/>
        </p:nvPicPr>
        <p:blipFill>
          <a:blip r:embed="rId3"/>
          <a:stretch>
            <a:fillRect/>
          </a:stretch>
        </p:blipFill>
        <p:spPr>
          <a:xfrm>
            <a:off x="5421341" y="1138435"/>
            <a:ext cx="3410959" cy="3712777"/>
          </a:xfrm>
          <a:prstGeom prst="rect">
            <a:avLst/>
          </a:prstGeom>
        </p:spPr>
      </p:pic>
    </p:spTree>
  </p:cSld>
  <p:clrMapOvr>
    <a:masterClrMapping/>
  </p:clrMapOvr>
  <mc:AlternateContent xmlns:mc="http://schemas.openxmlformats.org/markup-compatibility/2006" xmlns:p14="http://schemas.microsoft.com/office/powerpoint/2010/main">
    <mc:Choice Requires="p14">
      <p:transition/>
    </mc:Choice>
    <mc:Fallback xmlns="" xmlns:c="http://schemas.openxmlformats.org/drawingml/2006/chart" xmlns:dgm="http://schemas.openxmlformats.org/drawingml/2006/diagram" xmlns:dsp="http://schemas.microsoft.com/office/drawing/2008/diagram">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Google Shape;19;p4"/>
          <p:cNvSpPr>
            <a:spLocks noGrp="1"/>
          </p:cNvSpPr>
          <p:nvPr>
            <p:ph type="sldNum" idx="12"/>
          </p:nvPr>
        </p:nvSpPr>
        <p:spPr/>
        <p:txBody>
          <a:bodyPr>
            <a:normAutofit/>
          </a:bodyPr>
          <a:lstStyle/>
          <a:p>
            <a:pPr marL="0" lvl="0" indent="0" algn="r" rtl="0">
              <a:spcBef>
                <a:spcPts val="0"/>
              </a:spcBef>
              <a:spcAft>
                <a:spcPts val="0"/>
              </a:spcAft>
              <a:buNone/>
              <a:defRPr/>
            </a:pPr>
            <a:fld id="{00000000-1234-1234-1234-123412341234}" type="slidenum">
              <a:rPr lang="en-US">
                <a:latin typeface="KoPub돋움체 Light"/>
                <a:ea typeface="KoPub돋움체 Light"/>
                <a:cs typeface="+mn-cs"/>
              </a:rPr>
              <a:pPr marL="0" lvl="0" indent="0" algn="r" rtl="0">
                <a:spcBef>
                  <a:spcPts val="0"/>
                </a:spcBef>
                <a:spcAft>
                  <a:spcPts val="0"/>
                </a:spcAft>
                <a:buNone/>
                <a:defRPr/>
              </a:pPr>
              <a:t>18</a:t>
            </a:fld>
            <a:endParaRPr lang="en-US">
              <a:latin typeface="KoPub돋움체 Light"/>
              <a:ea typeface="KoPub돋움체 Light"/>
              <a:cs typeface="+mn-cs"/>
            </a:endParaRPr>
          </a:p>
        </p:txBody>
      </p:sp>
      <p:sp>
        <p:nvSpPr>
          <p:cNvPr id="6" name="Google Shape;17;p4"/>
          <p:cNvSpPr>
            <a:spLocks noGrp="1"/>
          </p:cNvSpPr>
          <p:nvPr/>
        </p:nvSpPr>
        <p:spPr>
          <a:xfrm>
            <a:off x="173182" y="555346"/>
            <a:ext cx="8780318" cy="323015"/>
          </a:xfrm>
          <a:prstGeom prst="rect">
            <a:avLst/>
          </a:prstGeom>
          <a:gradFill flip="xy" rotWithShape="1">
            <a:gsLst>
              <a:gs pos="0">
                <a:srgbClr val="FFFF00">
                  <a:tint val="70000"/>
                  <a:satMod val="170000"/>
                </a:srgbClr>
              </a:gs>
              <a:gs pos="100000">
                <a:srgbClr val="FFFF00">
                  <a:tint val="20000"/>
                  <a:satMod val="170000"/>
                </a:srgbClr>
              </a:gs>
            </a:gsLst>
            <a:lin ang="0" scaled="1"/>
            <a:tileRect/>
          </a:gradFill>
          <a:ln>
            <a:noFill/>
          </a:ln>
        </p:spPr>
        <p:txBody>
          <a:bodyPr wrap="square" lIns="91424" tIns="91424" rIns="91424" bIns="91424" anchor="t" anchorCtr="0">
            <a:noAutofit/>
          </a:bodyPr>
          <a:lstStyle/>
          <a:p>
            <a:pPr>
              <a:defRPr/>
            </a:pPr>
            <a:r>
              <a:rPr lang="ko-KR" altLang="en-US" sz="1400" b="1">
                <a:latin typeface="KoPub돋움체 Light"/>
                <a:ea typeface="KoPub돋움체 Light"/>
                <a:cs typeface="+mn-cs"/>
              </a:rPr>
              <a:t>Ollama </a:t>
            </a:r>
            <a:r>
              <a:rPr lang="en-US" altLang="ko-KR" sz="1400" b="1">
                <a:latin typeface="KoPub돋움체 Light"/>
                <a:ea typeface="KoPub돋움체 Light"/>
                <a:cs typeface="+mn-cs"/>
              </a:rPr>
              <a:t>(LLM)</a:t>
            </a:r>
          </a:p>
        </p:txBody>
      </p:sp>
      <p:sp>
        <p:nvSpPr>
          <p:cNvPr id="7" name="내용 개체 틀 2"/>
          <p:cNvSpPr>
            <a:spLocks noGrp="1"/>
          </p:cNvSpPr>
          <p:nvPr/>
        </p:nvSpPr>
        <p:spPr>
          <a:xfrm>
            <a:off x="311700" y="1152475"/>
            <a:ext cx="4516609" cy="3416400"/>
          </a:xfrm>
          <a:prstGeom prst="rect">
            <a:avLst/>
          </a:prstGeom>
          <a:noFill/>
          <a:ln>
            <a:noFill/>
          </a:ln>
        </p:spPr>
        <p:txBody>
          <a:bodyPr wrap="square" lIns="91424" tIns="91424" rIns="91424" bIns="91424" anchor="t" anchorCtr="0">
            <a:noAutofit/>
          </a:bodyPr>
          <a:lstStyle/>
          <a:p>
            <a:pPr marL="114300" marR="0" lvl="0" indent="0" algn="l" rtl="0">
              <a:lnSpc>
                <a:spcPct val="115000"/>
              </a:lnSpc>
              <a:spcBef>
                <a:spcPts val="0"/>
              </a:spcBef>
              <a:spcAft>
                <a:spcPts val="0"/>
              </a:spcAft>
              <a:buClr>
                <a:schemeClr val="dk2"/>
              </a:buClr>
              <a:buSzPct val="25000"/>
              <a:buFont typeface="Arial"/>
              <a:buNone/>
              <a:defRPr/>
            </a:pPr>
            <a:r>
              <a:rPr kumimoji="0" lang="en-US" altLang="en-US" sz="1200" b="0" i="0" u="none" strike="noStrike" kern="0" cap="none" spc="0" normalizeH="0" baseline="0" dirty="0">
                <a:latin typeface="KoPub돋움체 Light"/>
                <a:ea typeface="KoPub돋움체 Light"/>
                <a:cs typeface="+mn-cs"/>
              </a:rPr>
              <a:t>■ </a:t>
            </a:r>
            <a:r>
              <a:rPr kumimoji="0" lang="ko-KR" altLang="en-US" sz="1200" b="0" i="0" u="none" strike="noStrike" kern="0" cap="none" spc="0" normalizeH="0" baseline="0" dirty="0">
                <a:latin typeface="KoPub돋움체 Light"/>
                <a:ea typeface="KoPub돋움체 Light"/>
                <a:cs typeface="+mn-cs"/>
              </a:rPr>
              <a:t>예외 처리 </a:t>
            </a:r>
            <a:r>
              <a:rPr kumimoji="0" lang="en-US" altLang="ko-KR" sz="1200" b="0" i="0" u="none" strike="noStrike" kern="0" cap="none" spc="0" normalizeH="0" baseline="0" dirty="0">
                <a:latin typeface="KoPub돋움체 Light"/>
                <a:ea typeface="KoPub돋움체 Light"/>
                <a:cs typeface="+mn-cs"/>
              </a:rPr>
              <a:t>&amp; </a:t>
            </a:r>
            <a:r>
              <a:rPr kumimoji="0" lang="ko-KR" altLang="en-US" sz="1200" b="0" i="0" u="none" strike="noStrike" kern="0" cap="none" spc="0" normalizeH="0" baseline="0" dirty="0">
                <a:latin typeface="KoPub돋움체 Light"/>
                <a:ea typeface="KoPub돋움체 Light"/>
                <a:cs typeface="+mn-cs"/>
              </a:rPr>
              <a:t>품질</a:t>
            </a:r>
          </a:p>
          <a:p>
            <a:pPr marL="457200" marR="0" lvl="0" indent="-342900" algn="l" rtl="0">
              <a:lnSpc>
                <a:spcPct val="150000"/>
              </a:lnSpc>
              <a:spcBef>
                <a:spcPts val="0"/>
              </a:spcBef>
              <a:spcAft>
                <a:spcPts val="0"/>
              </a:spcAft>
              <a:buClr>
                <a:schemeClr val="dk2"/>
              </a:buClr>
              <a:buSzPct val="25000"/>
              <a:buFont typeface="Arial"/>
              <a:buChar char="●"/>
              <a:defRPr/>
            </a:pPr>
            <a:r>
              <a:rPr kumimoji="0" lang="en-US" altLang="ko-KR" sz="1200" b="0" i="0" u="none" strike="noStrike" kern="0" cap="none" spc="0" normalizeH="0" baseline="0" dirty="0">
                <a:latin typeface="KoPub돋움체 Light"/>
                <a:ea typeface="KoPub돋움체 Light"/>
                <a:cs typeface="+mn-cs"/>
              </a:rPr>
              <a:t>LLM </a:t>
            </a:r>
            <a:r>
              <a:rPr kumimoji="0" lang="ko-KR" altLang="en-US" sz="1200" b="0" i="0" u="none" strike="noStrike" kern="0" cap="none" spc="0" normalizeH="0" baseline="0" dirty="0">
                <a:latin typeface="KoPub돋움체 Light"/>
                <a:ea typeface="KoPub돋움체 Light"/>
                <a:cs typeface="+mn-cs"/>
              </a:rPr>
              <a:t>실패</a:t>
            </a:r>
            <a:r>
              <a:rPr kumimoji="0" lang="en-US" altLang="ko-KR" sz="1200" b="0" i="0" u="none" strike="noStrike" kern="0" cap="none" spc="0" normalizeH="0" baseline="0" dirty="0">
                <a:latin typeface="KoPub돋움체 Light"/>
                <a:ea typeface="KoPub돋움체 Light"/>
                <a:cs typeface="+mn-cs"/>
              </a:rPr>
              <a:t>/</a:t>
            </a:r>
            <a:r>
              <a:rPr kumimoji="0" lang="ko-KR" altLang="en-US" sz="1200" b="0" i="0" u="none" strike="noStrike" kern="0" cap="none" spc="0" normalizeH="0" baseline="0" dirty="0">
                <a:latin typeface="KoPub돋움체 Light"/>
                <a:ea typeface="KoPub돋움체 Light"/>
                <a:cs typeface="+mn-cs"/>
              </a:rPr>
              <a:t>포맷 불일치</a:t>
            </a:r>
            <a:r>
              <a:rPr kumimoji="0" lang="en-US" altLang="ko-KR" sz="1200" b="0" i="0" u="none" strike="noStrike" kern="0" cap="none" spc="0" normalizeH="0" baseline="0" dirty="0">
                <a:latin typeface="KoPub돋움체 Light"/>
                <a:ea typeface="KoPub돋움체 Light"/>
                <a:cs typeface="+mn-cs"/>
              </a:rPr>
              <a:t>/</a:t>
            </a:r>
            <a:r>
              <a:rPr kumimoji="0" lang="ko-KR" altLang="en-US" sz="1200" b="0" i="0" u="none" strike="noStrike" kern="0" cap="none" spc="0" normalizeH="0" baseline="0" dirty="0">
                <a:latin typeface="KoPub돋움체 Light"/>
                <a:ea typeface="KoPub돋움체 Light"/>
                <a:cs typeface="+mn-cs"/>
              </a:rPr>
              <a:t>타임아웃 → </a:t>
            </a:r>
            <a:r>
              <a:rPr kumimoji="0" lang="en-US" altLang="ko-KR" sz="1200" b="0" i="0" u="none" strike="noStrike" kern="0" cap="none" spc="0" normalizeH="0" baseline="0" dirty="0">
                <a:latin typeface="KoPub돋움체 Light"/>
                <a:ea typeface="KoPub돋움체 Light"/>
                <a:cs typeface="+mn-cs"/>
              </a:rPr>
              <a:t>Fallback JSON(</a:t>
            </a:r>
            <a:r>
              <a:rPr kumimoji="0" lang="ko-KR" altLang="en-US" sz="1200" b="0" i="0" u="none" strike="noStrike" kern="0" cap="none" spc="0" normalizeH="0" baseline="0" dirty="0">
                <a:latin typeface="KoPub돋움체 Light"/>
                <a:ea typeface="KoPub돋움체 Light"/>
                <a:cs typeface="+mn-cs"/>
              </a:rPr>
              <a:t>동일 스키마</a:t>
            </a:r>
            <a:r>
              <a:rPr kumimoji="0" lang="en-US" altLang="ko-KR" sz="1200" b="0" i="0" u="none" strike="noStrike" kern="0" cap="none" spc="0" normalizeH="0" baseline="0" dirty="0">
                <a:latin typeface="KoPub돋움체 Light"/>
                <a:ea typeface="KoPub돋움체 Light"/>
                <a:cs typeface="+mn-cs"/>
              </a:rPr>
              <a:t>) </a:t>
            </a:r>
            <a:r>
              <a:rPr kumimoji="0" lang="ko-KR" altLang="en-US" sz="1200" b="0" i="0" u="none" strike="noStrike" kern="0" cap="none" spc="0" normalizeH="0" baseline="0" dirty="0">
                <a:latin typeface="KoPub돋움체 Light"/>
                <a:ea typeface="KoPub돋움체 Light"/>
                <a:cs typeface="+mn-cs"/>
              </a:rPr>
              <a:t>반환</a:t>
            </a:r>
          </a:p>
          <a:p>
            <a:pPr marL="457200" marR="0" lvl="0" indent="-342900" algn="l" rtl="0">
              <a:lnSpc>
                <a:spcPct val="150000"/>
              </a:lnSpc>
              <a:spcBef>
                <a:spcPts val="0"/>
              </a:spcBef>
              <a:spcAft>
                <a:spcPts val="0"/>
              </a:spcAft>
              <a:buClr>
                <a:schemeClr val="dk2"/>
              </a:buClr>
              <a:buSzPct val="25000"/>
              <a:buFont typeface="Arial"/>
              <a:buChar char="●"/>
              <a:defRPr/>
            </a:pPr>
            <a:r>
              <a:rPr kumimoji="0" lang="ko-KR" altLang="en-US" sz="1200" b="0" i="0" u="none" strike="noStrike" kern="0" cap="none" spc="0" normalizeH="0" baseline="0" dirty="0">
                <a:latin typeface="KoPub돋움체 Light"/>
                <a:ea typeface="KoPub돋움체 Light"/>
                <a:cs typeface="+mn-cs"/>
              </a:rPr>
              <a:t>표시 전 스키마 검증 </a:t>
            </a:r>
            <a:r>
              <a:rPr kumimoji="0" lang="en-US" altLang="ko-KR" sz="1200" b="0" i="0" u="none" strike="noStrike" kern="0" cap="none" spc="0" normalizeH="0" baseline="0" dirty="0">
                <a:latin typeface="KoPub돋움체 Light"/>
                <a:ea typeface="KoPub돋움체 Light"/>
                <a:cs typeface="+mn-cs"/>
              </a:rPr>
              <a:t>&amp; </a:t>
            </a:r>
            <a:r>
              <a:rPr kumimoji="0" lang="ko-KR" altLang="en-US" sz="1200" b="0" i="0" u="none" strike="noStrike" kern="0" cap="none" spc="0" normalizeH="0" baseline="0" dirty="0">
                <a:latin typeface="KoPub돋움체 Light"/>
                <a:ea typeface="KoPub돋움체 Light"/>
                <a:cs typeface="+mn-cs"/>
              </a:rPr>
              <a:t>숫자 파싱</a:t>
            </a:r>
          </a:p>
          <a:p>
            <a:pPr marL="457200" marR="0" lvl="0" indent="-342900" algn="l" rtl="0">
              <a:lnSpc>
                <a:spcPct val="150000"/>
              </a:lnSpc>
              <a:spcBef>
                <a:spcPts val="0"/>
              </a:spcBef>
              <a:spcAft>
                <a:spcPts val="0"/>
              </a:spcAft>
              <a:buClr>
                <a:schemeClr val="dk2"/>
              </a:buClr>
              <a:buSzPct val="25000"/>
              <a:buFont typeface="Arial"/>
              <a:buChar char="●"/>
              <a:defRPr/>
            </a:pPr>
            <a:r>
              <a:rPr kumimoji="0" lang="ko-KR" altLang="en-US" sz="1200" b="0" i="0" u="none" strike="noStrike" kern="0" cap="none" spc="0" normalizeH="0" baseline="0" dirty="0">
                <a:latin typeface="KoPub돋움체 Light"/>
                <a:ea typeface="KoPub돋움체 Light"/>
                <a:cs typeface="+mn-cs"/>
              </a:rPr>
              <a:t>지표</a:t>
            </a:r>
            <a:r>
              <a:rPr kumimoji="0" lang="en-US" altLang="ko-KR" sz="1200" b="0" i="0" u="none" strike="noStrike" kern="0" cap="none" spc="0" normalizeH="0" baseline="0" dirty="0">
                <a:latin typeface="KoPub돋움체 Light"/>
                <a:ea typeface="KoPub돋움체 Light"/>
                <a:cs typeface="+mn-cs"/>
              </a:rPr>
              <a:t>: </a:t>
            </a:r>
            <a:r>
              <a:rPr kumimoji="0" lang="ko-KR" altLang="en-US" sz="1200" b="0" i="0" u="none" strike="noStrike" kern="0" cap="none" spc="0" normalizeH="0" baseline="0" dirty="0">
                <a:latin typeface="KoPub돋움체 Light"/>
                <a:ea typeface="KoPub돋움체 Light"/>
                <a:cs typeface="+mn-cs"/>
              </a:rPr>
              <a:t>목표 </a:t>
            </a:r>
            <a:r>
              <a:rPr kumimoji="0" lang="en-US" altLang="ko-KR" sz="1200" b="0" i="0" u="none" strike="noStrike" kern="0" cap="none" spc="0" normalizeH="0" baseline="0" dirty="0">
                <a:latin typeface="KoPub돋움체 Light"/>
                <a:ea typeface="KoPub돋움체 Light"/>
                <a:cs typeface="+mn-cs"/>
              </a:rPr>
              <a:t>kcal </a:t>
            </a:r>
            <a:r>
              <a:rPr kumimoji="0" lang="ko-KR" altLang="en-US" sz="1200" b="0" i="0" u="none" strike="noStrike" kern="0" cap="none" spc="0" normalizeH="0" baseline="0" dirty="0">
                <a:latin typeface="KoPub돋움체 Light"/>
                <a:ea typeface="KoPub돋움체 Light"/>
                <a:cs typeface="+mn-cs"/>
              </a:rPr>
              <a:t>오차</a:t>
            </a:r>
            <a:r>
              <a:rPr kumimoji="0" lang="en-US" altLang="ko-KR" sz="1200" b="0" i="0" u="none" strike="noStrike" kern="0" cap="none" spc="0" normalizeH="0" baseline="0" dirty="0">
                <a:latin typeface="KoPub돋움체 Light"/>
                <a:ea typeface="KoPub돋움체 Light"/>
                <a:cs typeface="+mn-cs"/>
              </a:rPr>
              <a:t>(|Δ|≤200), Fallback </a:t>
            </a:r>
            <a:r>
              <a:rPr kumimoji="0" lang="ko-KR" altLang="en-US" sz="1200" b="0" i="0" u="none" strike="noStrike" kern="0" cap="none" spc="0" normalizeH="0" baseline="0" dirty="0">
                <a:latin typeface="KoPub돋움체 Light"/>
                <a:ea typeface="KoPub돋움체 Light"/>
                <a:cs typeface="+mn-cs"/>
              </a:rPr>
              <a:t>비율</a:t>
            </a:r>
            <a:r>
              <a:rPr kumimoji="0" lang="en-US" altLang="ko-KR" sz="1200" b="0" i="0" u="none" strike="noStrike" kern="0" cap="none" spc="0" normalizeH="0" baseline="0" dirty="0">
                <a:latin typeface="KoPub돋움체 Light"/>
                <a:ea typeface="KoPub돋움체 Light"/>
                <a:cs typeface="+mn-cs"/>
              </a:rPr>
              <a:t>, </a:t>
            </a:r>
            <a:r>
              <a:rPr kumimoji="0" lang="ko-KR" altLang="en-US" sz="1200" b="0" i="0" u="none" strike="noStrike" kern="0" cap="none" spc="0" normalizeH="0" baseline="0" dirty="0">
                <a:latin typeface="KoPub돋움체 Light"/>
                <a:ea typeface="KoPub돋움체 Light"/>
                <a:cs typeface="+mn-cs"/>
              </a:rPr>
              <a:t>응답시간</a:t>
            </a:r>
            <a:r>
              <a:rPr kumimoji="0" lang="en-US" altLang="ko-KR" sz="1200" b="0" i="0" u="none" strike="noStrike" kern="0" cap="none" spc="0" normalizeH="0" baseline="0" dirty="0">
                <a:latin typeface="KoPub돋움체 Light"/>
                <a:ea typeface="KoPub돋움체 Light"/>
                <a:cs typeface="+mn-cs"/>
              </a:rPr>
              <a:t>(LLM on/off), </a:t>
            </a:r>
            <a:r>
              <a:rPr kumimoji="0" lang="ko-KR" altLang="en-US" sz="1200" b="0" i="0" u="none" strike="noStrike" kern="0" cap="none" spc="0" normalizeH="0" baseline="0" dirty="0">
                <a:latin typeface="KoPub돋움체 Light"/>
                <a:ea typeface="KoPub돋움체 Light"/>
                <a:cs typeface="+mn-cs"/>
              </a:rPr>
              <a:t>스타일 일관성</a:t>
            </a:r>
          </a:p>
        </p:txBody>
      </p:sp>
      <p:sp>
        <p:nvSpPr>
          <p:cNvPr id="68" name="Google Shape;68;p15"/>
          <p:cNvSpPr txBox="1">
            <a:spLocks noGrp="1"/>
          </p:cNvSpPr>
          <p:nvPr/>
        </p:nvSpPr>
        <p:spPr>
          <a:xfrm>
            <a:off x="149867" y="0"/>
            <a:ext cx="8844266" cy="295272"/>
          </a:xfrm>
          <a:prstGeom prst="rect">
            <a:avLst/>
          </a:prstGeom>
          <a:solidFill>
            <a:srgbClr val="0B0B1A">
              <a:alpha val="100000"/>
            </a:srgbClr>
          </a:solidFill>
        </p:spPr>
        <p:txBody>
          <a:bodyPr vert="horz" wrap="square" lIns="91424" tIns="91424" rIns="91424" bIns="91424" anchor="t" anchorCtr="0">
            <a:noAutofit/>
          </a:bodyPr>
          <a:lstStyle/>
          <a:p>
            <a:pPr marL="68580" lvl="0" indent="0" algn="l" defTabSz="685800" rtl="0" eaLnBrk="1" latinLnBrk="1" hangingPunct="1">
              <a:lnSpc>
                <a:spcPct val="90000"/>
              </a:lnSpc>
              <a:spcBef>
                <a:spcPts val="0"/>
              </a:spcBef>
              <a:spcAft>
                <a:spcPts val="0"/>
              </a:spcAft>
              <a:buSzPct val="100000"/>
              <a:buNone/>
              <a:defRPr/>
            </a:pPr>
            <a:r>
              <a:rPr kumimoji="0" lang="en-US" altLang="ko-KR" sz="1600" b="1" i="0" u="none" strike="noStrike" kern="1200" cap="none" spc="0" normalizeH="0" baseline="0">
                <a:solidFill>
                  <a:srgbClr val="FFFFFF"/>
                </a:solidFill>
                <a:latin typeface="KoPub돋움체 Light"/>
                <a:ea typeface="KoPub돋움체 Light"/>
                <a:cs typeface="Corbel"/>
              </a:rPr>
              <a:t>9. </a:t>
            </a:r>
            <a:r>
              <a:rPr kumimoji="0" lang="ko-KR" altLang="en-US" sz="1600" b="1" i="0" u="none" strike="noStrike" kern="1200" cap="none" spc="0" normalizeH="0" baseline="0">
                <a:solidFill>
                  <a:srgbClr val="FFFFFF"/>
                </a:solidFill>
                <a:latin typeface="KoPub돋움체 Light"/>
                <a:ea typeface="KoPub돋움체 Light"/>
                <a:cs typeface="맑은 고딕"/>
              </a:rPr>
              <a:t>인공지능 학습</a:t>
            </a:r>
            <a:endParaRPr kumimoji="0" lang="en-US" altLang="ko-KR" sz="1600" b="1" i="0" u="none" strike="noStrike" kern="1200" cap="none" spc="0" normalizeH="0" baseline="0">
              <a:solidFill>
                <a:srgbClr val="FFFFFF"/>
              </a:solidFill>
              <a:latin typeface="KoPub돋움체 Light"/>
              <a:ea typeface="KoPub돋움체 Light"/>
              <a:cs typeface="Corbel"/>
            </a:endParaRPr>
          </a:p>
        </p:txBody>
      </p:sp>
      <p:pic>
        <p:nvPicPr>
          <p:cNvPr id="3" name="그림 2">
            <a:extLst>
              <a:ext uri="{FF2B5EF4-FFF2-40B4-BE49-F238E27FC236}">
                <a16:creationId xmlns:a16="http://schemas.microsoft.com/office/drawing/2014/main" id="{DF21562D-9726-4BE8-A1E4-7C9A4506E60F}"/>
              </a:ext>
            </a:extLst>
          </p:cNvPr>
          <p:cNvPicPr>
            <a:picLocks noChangeAspect="1"/>
          </p:cNvPicPr>
          <p:nvPr/>
        </p:nvPicPr>
        <p:blipFill>
          <a:blip r:embed="rId3"/>
          <a:stretch>
            <a:fillRect/>
          </a:stretch>
        </p:blipFill>
        <p:spPr>
          <a:xfrm>
            <a:off x="4921439" y="1138435"/>
            <a:ext cx="3910861" cy="3191110"/>
          </a:xfrm>
          <a:prstGeom prst="rect">
            <a:avLst/>
          </a:prstGeom>
        </p:spPr>
      </p:pic>
    </p:spTree>
  </p:cSld>
  <p:clrMapOvr>
    <a:masterClrMapping/>
  </p:clrMapOvr>
  <mc:AlternateContent xmlns:mc="http://schemas.openxmlformats.org/markup-compatibility/2006" xmlns:p14="http://schemas.microsoft.com/office/powerpoint/2010/main">
    <mc:Choice Requires="p14">
      <p:transition/>
    </mc:Choice>
    <mc:Fallback xmlns:dsp="http://schemas.microsoft.com/office/drawing/2008/diagram" xmlns:dgm="http://schemas.openxmlformats.org/drawingml/2006/diagram" xmlns:c="http://schemas.openxmlformats.org/drawingml/2006/chart" xmlns="">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Google Shape;19;p4"/>
          <p:cNvSpPr>
            <a:spLocks noGrp="1"/>
          </p:cNvSpPr>
          <p:nvPr>
            <p:ph type="sldNum" idx="12"/>
          </p:nvPr>
        </p:nvSpPr>
        <p:spPr/>
        <p:txBody>
          <a:bodyPr>
            <a:normAutofit/>
          </a:bodyPr>
          <a:lstStyle/>
          <a:p>
            <a:pPr marL="0" lvl="0" indent="0" algn="r" rtl="0">
              <a:spcBef>
                <a:spcPts val="0"/>
              </a:spcBef>
              <a:spcAft>
                <a:spcPts val="0"/>
              </a:spcAft>
              <a:buNone/>
              <a:defRPr/>
            </a:pPr>
            <a:fld id="{00000000-1234-1234-1234-123412341234}" type="slidenum">
              <a:rPr lang="en-US">
                <a:latin typeface="KoPub돋움체 Light"/>
                <a:ea typeface="KoPub돋움체 Light"/>
                <a:cs typeface="+mn-cs"/>
              </a:rPr>
              <a:pPr marL="0" lvl="0" indent="0" algn="r" rtl="0">
                <a:spcBef>
                  <a:spcPts val="0"/>
                </a:spcBef>
                <a:spcAft>
                  <a:spcPts val="0"/>
                </a:spcAft>
                <a:buNone/>
                <a:defRPr/>
              </a:pPr>
              <a:t>19</a:t>
            </a:fld>
            <a:endParaRPr lang="en-US">
              <a:latin typeface="KoPub돋움체 Light"/>
              <a:ea typeface="KoPub돋움체 Light"/>
              <a:cs typeface="+mn-cs"/>
            </a:endParaRPr>
          </a:p>
        </p:txBody>
      </p:sp>
      <p:pic>
        <p:nvPicPr>
          <p:cNvPr id="65" name="그림 64"/>
          <p:cNvPicPr>
            <a:picLocks noChangeAspect="1"/>
          </p:cNvPicPr>
          <p:nvPr/>
        </p:nvPicPr>
        <p:blipFill rotWithShape="1">
          <a:blip r:embed="rId3"/>
          <a:stretch>
            <a:fillRect/>
          </a:stretch>
        </p:blipFill>
        <p:spPr>
          <a:xfrm>
            <a:off x="4572000" y="1138435"/>
            <a:ext cx="4260300" cy="1590195"/>
          </a:xfrm>
          <a:prstGeom prst="rect">
            <a:avLst/>
          </a:prstGeom>
        </p:spPr>
      </p:pic>
      <p:sp>
        <p:nvSpPr>
          <p:cNvPr id="7" name="Google Shape;17;p4"/>
          <p:cNvSpPr>
            <a:spLocks noGrp="1"/>
          </p:cNvSpPr>
          <p:nvPr/>
        </p:nvSpPr>
        <p:spPr>
          <a:xfrm>
            <a:off x="173182" y="555346"/>
            <a:ext cx="8780318" cy="323015"/>
          </a:xfrm>
          <a:prstGeom prst="rect">
            <a:avLst/>
          </a:prstGeom>
          <a:gradFill flip="xy" rotWithShape="1">
            <a:gsLst>
              <a:gs pos="0">
                <a:srgbClr val="FFFF00">
                  <a:tint val="70000"/>
                  <a:satMod val="170000"/>
                </a:srgbClr>
              </a:gs>
              <a:gs pos="100000">
                <a:srgbClr val="FFFF00">
                  <a:tint val="20000"/>
                  <a:satMod val="170000"/>
                </a:srgbClr>
              </a:gs>
            </a:gsLst>
            <a:lin ang="0" scaled="1"/>
            <a:tileRect/>
          </a:gradFill>
          <a:ln>
            <a:noFill/>
          </a:ln>
        </p:spPr>
        <p:txBody>
          <a:bodyPr wrap="square" lIns="91424" tIns="91424" rIns="91424" bIns="91424" anchor="t" anchorCtr="0">
            <a:noAutofit/>
          </a:bodyPr>
          <a:lstStyle/>
          <a:p>
            <a:pPr>
              <a:defRPr/>
            </a:pPr>
            <a:r>
              <a:rPr lang="ko-KR" altLang="en-US" sz="1400" b="1">
                <a:latin typeface="KoPub돋움체 Light"/>
                <a:ea typeface="KoPub돋움체 Light"/>
                <a:cs typeface="+mn-cs"/>
              </a:rPr>
              <a:t>Ollama </a:t>
            </a:r>
            <a:r>
              <a:rPr lang="en-US" altLang="ko-KR" sz="1400" b="1">
                <a:latin typeface="KoPub돋움체 Light"/>
                <a:ea typeface="KoPub돋움체 Light"/>
                <a:cs typeface="+mn-cs"/>
              </a:rPr>
              <a:t>(LLM)</a:t>
            </a:r>
          </a:p>
        </p:txBody>
      </p:sp>
      <p:sp>
        <p:nvSpPr>
          <p:cNvPr id="8" name="내용 개체 틀 2"/>
          <p:cNvSpPr>
            <a:spLocks noGrp="1"/>
          </p:cNvSpPr>
          <p:nvPr/>
        </p:nvSpPr>
        <p:spPr>
          <a:xfrm>
            <a:off x="311700" y="1152475"/>
            <a:ext cx="4177173" cy="3416400"/>
          </a:xfrm>
          <a:prstGeom prst="rect">
            <a:avLst/>
          </a:prstGeom>
          <a:noFill/>
          <a:ln>
            <a:noFill/>
          </a:ln>
        </p:spPr>
        <p:txBody>
          <a:bodyPr wrap="square" lIns="91424" tIns="91424" rIns="91424" bIns="91424" anchor="t" anchorCtr="0">
            <a:noAutofit/>
          </a:bodyPr>
          <a:lstStyle/>
          <a:p>
            <a:pPr marL="114300" marR="0" lvl="0" indent="0" algn="l" rtl="0">
              <a:lnSpc>
                <a:spcPct val="115000"/>
              </a:lnSpc>
              <a:spcBef>
                <a:spcPts val="0"/>
              </a:spcBef>
              <a:spcAft>
                <a:spcPts val="0"/>
              </a:spcAft>
              <a:buClr>
                <a:schemeClr val="dk2"/>
              </a:buClr>
              <a:buSzPct val="25000"/>
              <a:buFont typeface="Arial"/>
              <a:buNone/>
              <a:defRPr/>
            </a:pPr>
            <a:r>
              <a:rPr kumimoji="0" lang="en-US" altLang="en-US" sz="1200" b="0" i="0" u="none" strike="noStrike" kern="0" cap="none" spc="0" normalizeH="0" baseline="0" dirty="0">
                <a:latin typeface="KoPub돋움체 Light"/>
                <a:ea typeface="KoPub돋움체 Light"/>
                <a:cs typeface="+mn-cs"/>
              </a:rPr>
              <a:t>■ </a:t>
            </a:r>
            <a:r>
              <a:rPr kumimoji="0" lang="en-US" altLang="ko-KR" sz="1200" b="0" i="0" u="none" strike="noStrike" kern="0" cap="none" spc="0" normalizeH="0" baseline="0" dirty="0">
                <a:latin typeface="KoPub돋움체 Light"/>
                <a:ea typeface="KoPub돋움체 Light"/>
                <a:cs typeface="+mn-cs"/>
              </a:rPr>
              <a:t>LLM </a:t>
            </a:r>
            <a:r>
              <a:rPr kumimoji="0" lang="ko-KR" altLang="en-US" sz="1200" b="0" i="0" u="none" strike="noStrike" kern="0" cap="none" spc="0" normalizeH="0" baseline="0" dirty="0">
                <a:latin typeface="KoPub돋움체 Light"/>
                <a:ea typeface="KoPub돋움체 Light"/>
                <a:cs typeface="+mn-cs"/>
              </a:rPr>
              <a:t>프롬프트 요지</a:t>
            </a:r>
            <a:r>
              <a:rPr kumimoji="0" lang="en-US" altLang="ko-KR" sz="1200" b="0" i="0" u="none" strike="noStrike" kern="0" cap="none" spc="0" normalizeH="0" baseline="0" dirty="0">
                <a:latin typeface="KoPub돋움체 Light"/>
                <a:ea typeface="KoPub돋움체 Light"/>
                <a:cs typeface="+mn-cs"/>
              </a:rPr>
              <a:t>(</a:t>
            </a:r>
            <a:r>
              <a:rPr kumimoji="0" lang="ko-KR" altLang="en-US" sz="1200" b="0" i="0" u="none" strike="noStrike" kern="0" cap="none" spc="0" normalizeH="0" baseline="0" dirty="0">
                <a:latin typeface="KoPub돋움체 Light"/>
                <a:ea typeface="KoPub돋움체 Light"/>
                <a:cs typeface="+mn-cs"/>
              </a:rPr>
              <a:t>규칙</a:t>
            </a:r>
            <a:r>
              <a:rPr kumimoji="0" lang="en-US" altLang="ko-KR" sz="1200" b="0" i="0" u="none" strike="noStrike" kern="0" cap="none" spc="0" normalizeH="0" baseline="0" dirty="0">
                <a:latin typeface="KoPub돋움체 Light"/>
                <a:ea typeface="KoPub돋움체 Light"/>
                <a:cs typeface="+mn-cs"/>
              </a:rPr>
              <a:t>)</a:t>
            </a:r>
          </a:p>
          <a:p>
            <a:pPr marL="457200" marR="0" lvl="0" indent="-342900" algn="l" rtl="0">
              <a:lnSpc>
                <a:spcPct val="150000"/>
              </a:lnSpc>
              <a:spcBef>
                <a:spcPts val="0"/>
              </a:spcBef>
              <a:spcAft>
                <a:spcPts val="0"/>
              </a:spcAft>
              <a:buClr>
                <a:schemeClr val="dk2"/>
              </a:buClr>
              <a:buSzPct val="25000"/>
              <a:buFont typeface="Arial"/>
              <a:buChar char="●"/>
              <a:defRPr/>
            </a:pPr>
            <a:r>
              <a:rPr kumimoji="0" lang="ko-KR" altLang="en-US" sz="1200" b="0" i="0" u="none" strike="noStrike" kern="0" cap="none" spc="0" normalizeH="0" baseline="0" dirty="0">
                <a:latin typeface="KoPub돋움체 Light"/>
                <a:ea typeface="KoPub돋움체 Light"/>
                <a:cs typeface="+mn-cs"/>
              </a:rPr>
              <a:t>한 끼 한 가지 스타일</a:t>
            </a:r>
            <a:r>
              <a:rPr kumimoji="0" lang="en-US" altLang="ko-KR" sz="1200" b="0" i="0" u="none" strike="noStrike" kern="0" cap="none" spc="0" normalizeH="0" baseline="0" dirty="0">
                <a:latin typeface="KoPub돋움체 Light"/>
                <a:ea typeface="KoPub돋움체 Light"/>
                <a:cs typeface="+mn-cs"/>
              </a:rPr>
              <a:t>(</a:t>
            </a:r>
            <a:r>
              <a:rPr kumimoji="0" lang="ko-KR" altLang="en-US" sz="1200" b="0" i="0" u="none" strike="noStrike" kern="0" cap="none" spc="0" normalizeH="0" baseline="0" dirty="0">
                <a:latin typeface="KoPub돋움체 Light"/>
                <a:ea typeface="KoPub돋움체 Light"/>
                <a:cs typeface="+mn-cs"/>
              </a:rPr>
              <a:t>한식 밥상 </a:t>
            </a:r>
            <a:r>
              <a:rPr kumimoji="0" lang="en-US" altLang="ko-KR" sz="1200" b="0" i="0" u="none" strike="noStrike" kern="0" cap="none" spc="0" normalizeH="0" baseline="0" dirty="0">
                <a:latin typeface="KoPub돋움체 Light"/>
                <a:ea typeface="KoPub돋움체 Light"/>
                <a:cs typeface="+mn-cs"/>
              </a:rPr>
              <a:t>/ </a:t>
            </a:r>
            <a:r>
              <a:rPr kumimoji="0" lang="ko-KR" altLang="en-US" sz="1200" b="0" i="0" u="none" strike="noStrike" kern="0" cap="none" spc="0" normalizeH="0" baseline="0" dirty="0">
                <a:latin typeface="KoPub돋움체 Light"/>
                <a:ea typeface="KoPub돋움체 Light"/>
                <a:cs typeface="+mn-cs"/>
              </a:rPr>
              <a:t>면 </a:t>
            </a:r>
            <a:r>
              <a:rPr kumimoji="0" lang="en-US" altLang="ko-KR" sz="1200" b="0" i="0" u="none" strike="noStrike" kern="0" cap="none" spc="0" normalizeH="0" baseline="0" dirty="0">
                <a:latin typeface="KoPub돋움체 Light"/>
                <a:ea typeface="KoPub돋움체 Light"/>
                <a:cs typeface="+mn-cs"/>
              </a:rPr>
              <a:t>/ </a:t>
            </a:r>
            <a:r>
              <a:rPr kumimoji="0" lang="ko-KR" altLang="en-US" sz="1200" b="0" i="0" u="none" strike="noStrike" kern="0" cap="none" spc="0" normalizeH="0" baseline="0" dirty="0">
                <a:latin typeface="KoPub돋움체 Light"/>
                <a:ea typeface="KoPub돋움체 Light"/>
                <a:cs typeface="+mn-cs"/>
              </a:rPr>
              <a:t>빵</a:t>
            </a:r>
            <a:r>
              <a:rPr kumimoji="0" lang="en-US" altLang="ko-KR" sz="1200" b="0" i="0" u="none" strike="noStrike" kern="0" cap="none" spc="0" normalizeH="0" baseline="0" dirty="0">
                <a:latin typeface="KoPub돋움체 Light"/>
                <a:ea typeface="KoPub돋움체 Light"/>
                <a:cs typeface="+mn-cs"/>
              </a:rPr>
              <a:t>·</a:t>
            </a:r>
            <a:r>
              <a:rPr kumimoji="0" lang="ko-KR" altLang="en-US" sz="1200" b="0" i="0" u="none" strike="noStrike" kern="0" cap="none" spc="0" normalizeH="0" baseline="0" dirty="0">
                <a:latin typeface="KoPub돋움체 Light"/>
                <a:ea typeface="KoPub돋움체 Light"/>
                <a:cs typeface="+mn-cs"/>
              </a:rPr>
              <a:t>양식 </a:t>
            </a:r>
            <a:r>
              <a:rPr kumimoji="0" lang="en-US" altLang="ko-KR" sz="1200" b="0" i="0" u="none" strike="noStrike" kern="0" cap="none" spc="0" normalizeH="0" baseline="0" dirty="0">
                <a:latin typeface="KoPub돋움체 Light"/>
                <a:ea typeface="KoPub돋움체 Light"/>
                <a:cs typeface="+mn-cs"/>
              </a:rPr>
              <a:t>/ </a:t>
            </a:r>
            <a:r>
              <a:rPr kumimoji="0" lang="ko-KR" altLang="en-US" sz="1200" b="0" i="0" u="none" strike="noStrike" kern="0" cap="none" spc="0" normalizeH="0" baseline="0" dirty="0">
                <a:latin typeface="KoPub돋움체 Light"/>
                <a:ea typeface="KoPub돋움체 Light"/>
                <a:cs typeface="+mn-cs"/>
              </a:rPr>
              <a:t>샐러드 볼 </a:t>
            </a:r>
            <a:r>
              <a:rPr kumimoji="0" lang="en-US" altLang="ko-KR" sz="1200" b="0" i="0" u="none" strike="noStrike" kern="0" cap="none" spc="0" normalizeH="0" baseline="0" dirty="0">
                <a:latin typeface="KoPub돋움체 Light"/>
                <a:ea typeface="KoPub돋움체 Light"/>
                <a:cs typeface="+mn-cs"/>
              </a:rPr>
              <a:t>/ </a:t>
            </a:r>
            <a:r>
              <a:rPr kumimoji="0" lang="ko-KR" altLang="en-US" sz="1200" b="0" i="0" u="none" strike="noStrike" kern="0" cap="none" spc="0" normalizeH="0" baseline="0" dirty="0">
                <a:latin typeface="KoPub돋움체 Light"/>
                <a:ea typeface="KoPub돋움체 Light"/>
                <a:cs typeface="+mn-cs"/>
              </a:rPr>
              <a:t>일식 중 </a:t>
            </a:r>
            <a:r>
              <a:rPr kumimoji="0" lang="en-US" altLang="ko-KR" sz="1200" b="0" i="0" u="none" strike="noStrike" kern="0" cap="none" spc="0" normalizeH="0" baseline="0" dirty="0">
                <a:latin typeface="KoPub돋움체 Light"/>
                <a:ea typeface="KoPub돋움체 Light"/>
                <a:cs typeface="+mn-cs"/>
              </a:rPr>
              <a:t>1)</a:t>
            </a:r>
            <a:r>
              <a:rPr kumimoji="0" lang="ko-KR" altLang="en-US" sz="1200" b="0" i="0" u="none" strike="noStrike" kern="0" cap="none" spc="0" normalizeH="0" baseline="0" dirty="0">
                <a:latin typeface="KoPub돋움체 Light"/>
                <a:ea typeface="KoPub돋움체 Light"/>
                <a:cs typeface="+mn-cs"/>
              </a:rPr>
              <a:t>만 사용</a:t>
            </a:r>
          </a:p>
          <a:p>
            <a:pPr marL="457200" marR="0" lvl="0" indent="-342900" algn="l" rtl="0">
              <a:lnSpc>
                <a:spcPct val="150000"/>
              </a:lnSpc>
              <a:spcBef>
                <a:spcPts val="0"/>
              </a:spcBef>
              <a:spcAft>
                <a:spcPts val="0"/>
              </a:spcAft>
              <a:buClr>
                <a:schemeClr val="dk2"/>
              </a:buClr>
              <a:buSzPct val="25000"/>
              <a:buFont typeface="Arial"/>
              <a:buChar char="●"/>
              <a:defRPr/>
            </a:pPr>
            <a:r>
              <a:rPr kumimoji="0" lang="ko-KR" altLang="en-US" sz="1200" b="0" i="0" u="none" strike="noStrike" kern="0" cap="none" spc="0" normalizeH="0" baseline="0" dirty="0">
                <a:latin typeface="KoPub돋움체 Light"/>
                <a:ea typeface="KoPub돋움체 Light"/>
                <a:cs typeface="+mn-cs"/>
              </a:rPr>
              <a:t>끼니 간 메인 중복 금지</a:t>
            </a:r>
            <a:r>
              <a:rPr kumimoji="0" lang="en-US" altLang="ko-KR" sz="1200" b="0" i="0" u="none" strike="noStrike" kern="0" cap="none" spc="0" normalizeH="0" baseline="0" dirty="0">
                <a:latin typeface="KoPub돋움체 Light"/>
                <a:ea typeface="KoPub돋움체 Light"/>
                <a:cs typeface="+mn-cs"/>
              </a:rPr>
              <a:t>, </a:t>
            </a:r>
            <a:r>
              <a:rPr kumimoji="0" lang="ko-KR" altLang="en-US" sz="1200" b="0" i="0" u="none" strike="noStrike" kern="0" cap="none" spc="0" normalizeH="0" baseline="0" dirty="0">
                <a:latin typeface="KoPub돋움체 Light"/>
                <a:ea typeface="KoPub돋움체 Light"/>
                <a:cs typeface="+mn-cs"/>
              </a:rPr>
              <a:t>한국 사용자 친숙한 </a:t>
            </a:r>
            <a:r>
              <a:rPr kumimoji="0" lang="en-US" altLang="ko-KR" sz="1200" b="0" i="0" u="none" strike="noStrike" kern="0" cap="none" spc="0" normalizeH="0" baseline="0" dirty="0">
                <a:latin typeface="KoPub돋움체 Light"/>
                <a:ea typeface="KoPub돋움체 Light"/>
                <a:cs typeface="+mn-cs"/>
              </a:rPr>
              <a:t>1~4</a:t>
            </a:r>
            <a:r>
              <a:rPr kumimoji="0" lang="ko-KR" altLang="en-US" sz="1200" b="0" i="0" u="none" strike="noStrike" kern="0" cap="none" spc="0" normalizeH="0" baseline="0" dirty="0">
                <a:latin typeface="KoPub돋움체 Light"/>
                <a:ea typeface="KoPub돋움체 Light"/>
                <a:cs typeface="+mn-cs"/>
              </a:rPr>
              <a:t>개 </a:t>
            </a:r>
            <a:r>
              <a:rPr kumimoji="0" lang="ko-KR" altLang="en-US" sz="1200" b="0" i="0" u="none" strike="noStrike" kern="0" cap="none" spc="0" normalizeH="0" baseline="0" dirty="0" err="1">
                <a:latin typeface="KoPub돋움체 Light"/>
                <a:ea typeface="KoPub돋움체 Light"/>
                <a:cs typeface="+mn-cs"/>
              </a:rPr>
              <a:t>아이템로</a:t>
            </a:r>
            <a:r>
              <a:rPr kumimoji="0" lang="ko-KR" altLang="en-US" sz="1200" b="0" i="0" u="none" strike="noStrike" kern="0" cap="none" spc="0" normalizeH="0" baseline="0" dirty="0">
                <a:latin typeface="KoPub돋움체 Light"/>
                <a:ea typeface="KoPub돋움체 Light"/>
                <a:cs typeface="+mn-cs"/>
              </a:rPr>
              <a:t> </a:t>
            </a:r>
            <a:r>
              <a:rPr kumimoji="0" lang="en-US" altLang="ko-KR" sz="1200" b="0" i="0" u="none" strike="noStrike" kern="0" cap="none" spc="0" normalizeH="0" baseline="0" dirty="0">
                <a:latin typeface="KoPub돋움체 Light"/>
                <a:ea typeface="KoPub돋움체 Light"/>
                <a:cs typeface="+mn-cs"/>
              </a:rPr>
              <a:t>menu </a:t>
            </a:r>
            <a:r>
              <a:rPr kumimoji="0" lang="ko-KR" altLang="en-US" sz="1200" b="0" i="0" u="none" strike="noStrike" kern="0" cap="none" spc="0" normalizeH="0" baseline="0" dirty="0">
                <a:latin typeface="KoPub돋움체 Light"/>
                <a:ea typeface="KoPub돋움체 Light"/>
                <a:cs typeface="+mn-cs"/>
              </a:rPr>
              <a:t>구성</a:t>
            </a:r>
          </a:p>
          <a:p>
            <a:pPr marL="457200" marR="0" lvl="0" indent="-342900" algn="l" rtl="0">
              <a:lnSpc>
                <a:spcPct val="150000"/>
              </a:lnSpc>
              <a:spcBef>
                <a:spcPts val="0"/>
              </a:spcBef>
              <a:spcAft>
                <a:spcPts val="0"/>
              </a:spcAft>
              <a:buClr>
                <a:schemeClr val="dk2"/>
              </a:buClr>
              <a:buSzPct val="25000"/>
              <a:buFont typeface="Arial"/>
              <a:buChar char="●"/>
              <a:defRPr/>
            </a:pPr>
            <a:r>
              <a:rPr kumimoji="0" lang="ko-KR" altLang="en-US" sz="1200" b="0" i="0" u="none" strike="noStrike" kern="0" cap="none" spc="0" normalizeH="0" baseline="0" dirty="0">
                <a:latin typeface="KoPub돋움체 Light"/>
                <a:ea typeface="KoPub돋움체 Light"/>
                <a:cs typeface="+mn-cs"/>
              </a:rPr>
              <a:t>목표 </a:t>
            </a:r>
            <a:r>
              <a:rPr kumimoji="0" lang="en-US" altLang="ko-KR" sz="1200" b="0" i="0" u="none" strike="noStrike" kern="0" cap="none" spc="0" normalizeH="0" baseline="0" dirty="0">
                <a:latin typeface="KoPub돋움체 Light"/>
                <a:ea typeface="KoPub돋움체 Light"/>
                <a:cs typeface="+mn-cs"/>
              </a:rPr>
              <a:t>kcal ±200 </a:t>
            </a:r>
            <a:r>
              <a:rPr kumimoji="0" lang="ko-KR" altLang="en-US" sz="1200" b="0" i="0" u="none" strike="noStrike" kern="0" cap="none" spc="0" normalizeH="0" baseline="0" dirty="0">
                <a:latin typeface="KoPub돋움체 Light"/>
                <a:ea typeface="KoPub돋움체 Light"/>
                <a:cs typeface="+mn-cs"/>
              </a:rPr>
              <a:t>허용</a:t>
            </a:r>
            <a:r>
              <a:rPr kumimoji="0" lang="en-US" altLang="ko-KR" sz="1200" b="0" i="0" u="none" strike="noStrike" kern="0" cap="none" spc="0" normalizeH="0" baseline="0" dirty="0">
                <a:latin typeface="KoPub돋움체 Light"/>
                <a:ea typeface="KoPub돋움체 Light"/>
                <a:cs typeface="+mn-cs"/>
              </a:rPr>
              <a:t>, JSON</a:t>
            </a:r>
            <a:r>
              <a:rPr kumimoji="0" lang="ko-KR" altLang="en-US" sz="1200" b="0" i="0" u="none" strike="noStrike" kern="0" cap="none" spc="0" normalizeH="0" baseline="0" dirty="0">
                <a:latin typeface="KoPub돋움체 Light"/>
                <a:ea typeface="KoPub돋움체 Light"/>
                <a:cs typeface="+mn-cs"/>
              </a:rPr>
              <a:t>만 반환</a:t>
            </a:r>
          </a:p>
        </p:txBody>
      </p:sp>
      <p:sp>
        <p:nvSpPr>
          <p:cNvPr id="69" name="Google Shape;68;p15"/>
          <p:cNvSpPr txBox="1">
            <a:spLocks noGrp="1"/>
          </p:cNvSpPr>
          <p:nvPr/>
        </p:nvSpPr>
        <p:spPr>
          <a:xfrm>
            <a:off x="149867" y="0"/>
            <a:ext cx="8844266" cy="295272"/>
          </a:xfrm>
          <a:prstGeom prst="rect">
            <a:avLst/>
          </a:prstGeom>
          <a:solidFill>
            <a:srgbClr val="0B0B1A">
              <a:alpha val="100000"/>
            </a:srgbClr>
          </a:solidFill>
        </p:spPr>
        <p:txBody>
          <a:bodyPr vert="horz" wrap="square" lIns="91424" tIns="91424" rIns="91424" bIns="91424" anchor="t" anchorCtr="0">
            <a:noAutofit/>
          </a:bodyPr>
          <a:lstStyle/>
          <a:p>
            <a:pPr marL="68580" lvl="0" indent="0" algn="l" defTabSz="685800" rtl="0" eaLnBrk="1" latinLnBrk="1" hangingPunct="1">
              <a:lnSpc>
                <a:spcPct val="90000"/>
              </a:lnSpc>
              <a:spcBef>
                <a:spcPts val="0"/>
              </a:spcBef>
              <a:spcAft>
                <a:spcPts val="0"/>
              </a:spcAft>
              <a:buSzPct val="100000"/>
              <a:buNone/>
              <a:defRPr/>
            </a:pPr>
            <a:r>
              <a:rPr kumimoji="0" lang="en-US" altLang="ko-KR" sz="1600" b="1" i="0" u="none" strike="noStrike" kern="1200" cap="none" spc="0" normalizeH="0" baseline="0">
                <a:solidFill>
                  <a:srgbClr val="FFFFFF"/>
                </a:solidFill>
                <a:latin typeface="KoPub돋움체 Light"/>
                <a:ea typeface="KoPub돋움체 Light"/>
                <a:cs typeface="Corbel"/>
              </a:rPr>
              <a:t>9. </a:t>
            </a:r>
            <a:r>
              <a:rPr kumimoji="0" lang="ko-KR" altLang="en-US" sz="1600" b="1" i="0" u="none" strike="noStrike" kern="1200" cap="none" spc="0" normalizeH="0" baseline="0">
                <a:solidFill>
                  <a:srgbClr val="FFFFFF"/>
                </a:solidFill>
                <a:latin typeface="KoPub돋움체 Light"/>
                <a:ea typeface="KoPub돋움체 Light"/>
                <a:cs typeface="맑은 고딕"/>
              </a:rPr>
              <a:t>인공지능 학습</a:t>
            </a:r>
            <a:endParaRPr kumimoji="0" lang="en-US" altLang="ko-KR" sz="1600" b="1" i="0" u="none" strike="noStrike" kern="1200" cap="none" spc="0" normalizeH="0" baseline="0">
              <a:solidFill>
                <a:srgbClr val="FFFFFF"/>
              </a:solidFill>
              <a:latin typeface="KoPub돋움체 Light"/>
              <a:ea typeface="KoPub돋움체 Light"/>
              <a:cs typeface="Corbel"/>
            </a:endParaRPr>
          </a:p>
        </p:txBody>
      </p:sp>
    </p:spTree>
  </p:cSld>
  <p:clrMapOvr>
    <a:masterClrMapping/>
  </p:clrMapOvr>
  <mc:AlternateContent xmlns:mc="http://schemas.openxmlformats.org/markup-compatibility/2006" xmlns:p14="http://schemas.microsoft.com/office/powerpoint/2010/main">
    <mc:Choice Requires="p14">
      <p:transition/>
    </mc:Choice>
    <mc:Fallback xmlns="" xmlns:c="http://schemas.openxmlformats.org/drawingml/2006/chart" xmlns:dgm="http://schemas.openxmlformats.org/drawingml/2006/diagram" xmlns:dsp="http://schemas.microsoft.com/office/drawing/2008/diagram">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Google Shape;19;p4"/>
          <p:cNvSpPr>
            <a:spLocks noGrp="1"/>
          </p:cNvSpPr>
          <p:nvPr>
            <p:ph type="sldNum" idx="12"/>
          </p:nvPr>
        </p:nvSpPr>
        <p:spPr/>
        <p:txBody>
          <a:bodyPr>
            <a:normAutofit/>
          </a:bodyPr>
          <a:lstStyle/>
          <a:p>
            <a:pPr marL="0" lvl="0" indent="0" algn="r" rtl="0">
              <a:spcBef>
                <a:spcPts val="0"/>
              </a:spcBef>
              <a:spcAft>
                <a:spcPts val="0"/>
              </a:spcAft>
              <a:buNone/>
              <a:defRPr/>
            </a:pPr>
            <a:fld id="{00000000-1234-1234-1234-123412341234}" type="slidenum">
              <a:rPr lang="en-US"/>
              <a:pPr marL="0" lvl="0" indent="0" algn="r" rtl="0">
                <a:spcBef>
                  <a:spcPts val="0"/>
                </a:spcBef>
                <a:spcAft>
                  <a:spcPts val="0"/>
                </a:spcAft>
                <a:buNone/>
                <a:defRPr/>
              </a:pPr>
              <a:t>20</a:t>
            </a:fld>
            <a:endParaRPr lang="en-US"/>
          </a:p>
        </p:txBody>
      </p:sp>
      <p:sp>
        <p:nvSpPr>
          <p:cNvPr id="10" name="Google Shape;17;p4"/>
          <p:cNvSpPr>
            <a:spLocks noGrp="1"/>
          </p:cNvSpPr>
          <p:nvPr/>
        </p:nvSpPr>
        <p:spPr>
          <a:xfrm>
            <a:off x="173182" y="555346"/>
            <a:ext cx="8780318" cy="323015"/>
          </a:xfrm>
          <a:prstGeom prst="rect">
            <a:avLst/>
          </a:prstGeom>
          <a:solidFill>
            <a:srgbClr val="E2FF9F"/>
          </a:solidFill>
          <a:ln>
            <a:noFill/>
          </a:ln>
        </p:spPr>
        <p:txBody>
          <a:bodyPr wrap="square" lIns="91424" tIns="91424" rIns="91424" bIns="91424" anchor="t" anchorCtr="0">
            <a:noAutofit/>
          </a:bodyPr>
          <a:lstStyle/>
          <a:p>
            <a:pPr>
              <a:defRPr/>
            </a:pPr>
            <a:r>
              <a:rPr lang="en-US" altLang="ko-KR" sz="1400" b="1">
                <a:latin typeface="KoPub돋움체 Light"/>
                <a:ea typeface="KoPub돋움체 Light"/>
                <a:cs typeface="+mn-cs"/>
              </a:rPr>
              <a:t>KoBERT (LLM)</a:t>
            </a:r>
          </a:p>
        </p:txBody>
      </p:sp>
      <p:sp>
        <p:nvSpPr>
          <p:cNvPr id="18" name="Google Shape;18;p4"/>
          <p:cNvSpPr>
            <a:spLocks noGrp="1"/>
          </p:cNvSpPr>
          <p:nvPr/>
        </p:nvSpPr>
        <p:spPr>
          <a:xfrm>
            <a:off x="384560" y="2571750"/>
            <a:ext cx="4109508" cy="1687103"/>
          </a:xfrm>
          <a:prstGeom prst="rect">
            <a:avLst/>
          </a:prstGeom>
        </p:spPr>
        <p:txBody>
          <a:bodyPr vert="horz" wrap="square" lIns="91424" tIns="91424" rIns="91424" bIns="91424" anchor="t" anchorCtr="0">
            <a:normAutofit lnSpcReduction="10000"/>
          </a:bodyPr>
          <a:lstStyle/>
          <a:p>
            <a:pPr marL="114300" indent="0" algn="l" defTabSz="685800" rtl="0" eaLnBrk="1" latinLnBrk="1" hangingPunct="1">
              <a:lnSpc>
                <a:spcPct val="150000"/>
              </a:lnSpc>
              <a:spcBef>
                <a:spcPts val="1050"/>
              </a:spcBef>
              <a:spcAft>
                <a:spcPts val="0"/>
              </a:spcAft>
              <a:buClr>
                <a:schemeClr val="accent1"/>
              </a:buClr>
              <a:buSzPct val="80000"/>
              <a:buFont typeface="Corbel"/>
              <a:buNone/>
              <a:defRPr/>
            </a:pPr>
            <a:r>
              <a:rPr kumimoji="0" lang="ko-KR" altLang="en-US" sz="1200" b="0" i="0" u="none" strike="noStrike" kern="1200" cap="none" spc="0" normalizeH="0" baseline="0">
                <a:solidFill>
                  <a:schemeClr val="tx1"/>
                </a:solidFill>
                <a:latin typeface="KoPub돋움체 Light"/>
                <a:ea typeface="KoPub돋움체 Light"/>
                <a:cs typeface="+mn-cs"/>
              </a:rPr>
              <a:t>■  모델 및 토크나이저</a:t>
            </a:r>
          </a:p>
          <a:p>
            <a:pPr marL="114300" indent="0" algn="l" defTabSz="685800" rtl="0" eaLnBrk="1" latinLnBrk="1" hangingPunct="1">
              <a:spcBef>
                <a:spcPts val="1050"/>
              </a:spcBef>
              <a:spcAft>
                <a:spcPts val="0"/>
              </a:spcAft>
              <a:buClr>
                <a:schemeClr val="accent1"/>
              </a:buClr>
              <a:buSzPct val="80000"/>
              <a:buFont typeface="Corbel"/>
              <a:buNone/>
              <a:defRPr/>
            </a:pPr>
            <a:r>
              <a:rPr kumimoji="0" lang="ko-KR" altLang="en-US" sz="1200" b="0" i="0" u="none" strike="noStrike" kern="1200" cap="none" spc="0" normalizeH="0" baseline="0">
                <a:solidFill>
                  <a:schemeClr val="tx1"/>
                </a:solidFill>
                <a:latin typeface="KoPub돋움체 Light"/>
                <a:ea typeface="KoPub돋움체 Light"/>
                <a:cs typeface="+mn-cs"/>
              </a:rPr>
              <a:t>  ●  모델</a:t>
            </a:r>
            <a:r>
              <a:rPr kumimoji="0" lang="en-US" altLang="ko-KR" sz="1200" b="0" i="0" u="none" strike="noStrike" kern="1200" cap="none" spc="0" normalizeH="0" baseline="0">
                <a:solidFill>
                  <a:schemeClr val="tx1"/>
                </a:solidFill>
                <a:latin typeface="KoPub돋움체 Light"/>
                <a:ea typeface="KoPub돋움체 Light"/>
                <a:cs typeface="+mn-cs"/>
              </a:rPr>
              <a:t>: KoBERT (BERTForSequenceClassification)</a:t>
            </a:r>
          </a:p>
          <a:p>
            <a:pPr marL="114300" indent="0" algn="l" defTabSz="685800" rtl="0" eaLnBrk="1" latinLnBrk="1" hangingPunct="1">
              <a:spcBef>
                <a:spcPts val="1050"/>
              </a:spcBef>
              <a:spcAft>
                <a:spcPts val="0"/>
              </a:spcAft>
              <a:buClr>
                <a:schemeClr val="accent1"/>
              </a:buClr>
              <a:buSzPct val="80000"/>
              <a:buFont typeface="Corbel"/>
              <a:buNone/>
              <a:defRPr/>
            </a:pPr>
            <a:r>
              <a:rPr kumimoji="0" lang="en-US" altLang="ko-KR" sz="1200" b="0" i="0" u="none" strike="noStrike" kern="1200" cap="none" spc="0" normalizeH="0" baseline="0">
                <a:solidFill>
                  <a:schemeClr val="tx1"/>
                </a:solidFill>
                <a:latin typeface="KoPub돋움체 Light"/>
                <a:ea typeface="KoPub돋움체 Light"/>
                <a:cs typeface="+mn-cs"/>
              </a:rPr>
              <a:t>  ●  </a:t>
            </a:r>
            <a:r>
              <a:rPr kumimoji="0" lang="ko-KR" altLang="en-US" sz="1200" b="0" i="0" u="none" strike="noStrike" kern="1200" cap="none" spc="0" normalizeH="0" baseline="0">
                <a:solidFill>
                  <a:schemeClr val="tx1"/>
                </a:solidFill>
                <a:latin typeface="KoPub돋움체 Light"/>
                <a:ea typeface="KoPub돋움체 Light"/>
                <a:cs typeface="+mn-cs"/>
              </a:rPr>
              <a:t>라벨</a:t>
            </a:r>
            <a:r>
              <a:rPr kumimoji="0" lang="en-US" altLang="ko-KR" sz="1200" b="0" i="0" u="none" strike="noStrike" kern="1200" cap="none" spc="0" normalizeH="0" baseline="0">
                <a:solidFill>
                  <a:schemeClr val="tx1"/>
                </a:solidFill>
                <a:latin typeface="KoPub돋움체 Light"/>
                <a:ea typeface="KoPub돋움체 Light"/>
                <a:cs typeface="+mn-cs"/>
              </a:rPr>
              <a:t>: </a:t>
            </a:r>
            <a:r>
              <a:rPr kumimoji="0" lang="ko-KR" altLang="en-US" sz="1200" b="0" i="0" u="none" strike="noStrike" kern="1200" cap="none" spc="0" normalizeH="0" baseline="0">
                <a:solidFill>
                  <a:schemeClr val="tx1"/>
                </a:solidFill>
                <a:latin typeface="KoPub돋움체 Light"/>
                <a:ea typeface="KoPub돋움체 Light"/>
                <a:cs typeface="+mn-cs"/>
              </a:rPr>
              <a:t>공포</a:t>
            </a:r>
            <a:r>
              <a:rPr kumimoji="0" lang="en-US" altLang="ko-KR" sz="1200" b="0" i="0" u="none" strike="noStrike" kern="1200" cap="none" spc="0" normalizeH="0" baseline="0">
                <a:solidFill>
                  <a:schemeClr val="tx1"/>
                </a:solidFill>
                <a:latin typeface="KoPub돋움체 Light"/>
                <a:ea typeface="KoPub돋움체 Light"/>
                <a:cs typeface="+mn-cs"/>
              </a:rPr>
              <a:t>, </a:t>
            </a:r>
            <a:r>
              <a:rPr kumimoji="0" lang="ko-KR" altLang="en-US" sz="1200" b="0" i="0" u="none" strike="noStrike" kern="1200" cap="none" spc="0" normalizeH="0" baseline="0">
                <a:solidFill>
                  <a:schemeClr val="tx1"/>
                </a:solidFill>
                <a:latin typeface="KoPub돋움체 Light"/>
                <a:ea typeface="KoPub돋움체 Light"/>
                <a:cs typeface="+mn-cs"/>
              </a:rPr>
              <a:t>놀람</a:t>
            </a:r>
            <a:r>
              <a:rPr kumimoji="0" lang="en-US" altLang="ko-KR" sz="1200" b="0" i="0" u="none" strike="noStrike" kern="1200" cap="none" spc="0" normalizeH="0" baseline="0">
                <a:solidFill>
                  <a:schemeClr val="tx1"/>
                </a:solidFill>
                <a:latin typeface="KoPub돋움체 Light"/>
                <a:ea typeface="KoPub돋움체 Light"/>
                <a:cs typeface="+mn-cs"/>
              </a:rPr>
              <a:t>, </a:t>
            </a:r>
            <a:r>
              <a:rPr kumimoji="0" lang="ko-KR" altLang="en-US" sz="1200" b="0" i="0" u="none" strike="noStrike" kern="1200" cap="none" spc="0" normalizeH="0" baseline="0">
                <a:solidFill>
                  <a:schemeClr val="tx1"/>
                </a:solidFill>
                <a:latin typeface="KoPub돋움체 Light"/>
                <a:ea typeface="KoPub돋움체 Light"/>
                <a:cs typeface="+mn-cs"/>
              </a:rPr>
              <a:t>분노</a:t>
            </a:r>
            <a:r>
              <a:rPr kumimoji="0" lang="en-US" altLang="ko-KR" sz="1200" b="0" i="0" u="none" strike="noStrike" kern="1200" cap="none" spc="0" normalizeH="0" baseline="0">
                <a:solidFill>
                  <a:schemeClr val="tx1"/>
                </a:solidFill>
                <a:latin typeface="KoPub돋움체 Light"/>
                <a:ea typeface="KoPub돋움체 Light"/>
                <a:cs typeface="+mn-cs"/>
              </a:rPr>
              <a:t>, </a:t>
            </a:r>
            <a:r>
              <a:rPr kumimoji="0" lang="ko-KR" altLang="en-US" sz="1200" b="0" i="0" u="none" strike="noStrike" kern="1200" cap="none" spc="0" normalizeH="0" baseline="0">
                <a:solidFill>
                  <a:schemeClr val="tx1"/>
                </a:solidFill>
                <a:latin typeface="KoPub돋움체 Light"/>
                <a:ea typeface="KoPub돋움체 Light"/>
                <a:cs typeface="+mn-cs"/>
              </a:rPr>
              <a:t>슬픔</a:t>
            </a:r>
            <a:r>
              <a:rPr kumimoji="0" lang="en-US" altLang="ko-KR" sz="1200" b="0" i="0" u="none" strike="noStrike" kern="1200" cap="none" spc="0" normalizeH="0" baseline="0">
                <a:solidFill>
                  <a:schemeClr val="tx1"/>
                </a:solidFill>
                <a:latin typeface="KoPub돋움체 Light"/>
                <a:ea typeface="KoPub돋움체 Light"/>
                <a:cs typeface="+mn-cs"/>
              </a:rPr>
              <a:t>, </a:t>
            </a:r>
            <a:r>
              <a:rPr kumimoji="0" lang="ko-KR" altLang="en-US" sz="1200" b="0" i="0" u="none" strike="noStrike" kern="1200" cap="none" spc="0" normalizeH="0" baseline="0">
                <a:solidFill>
                  <a:schemeClr val="tx1"/>
                </a:solidFill>
                <a:latin typeface="KoPub돋움체 Light"/>
                <a:ea typeface="KoPub돋움체 Light"/>
                <a:cs typeface="+mn-cs"/>
              </a:rPr>
              <a:t>중립</a:t>
            </a:r>
            <a:r>
              <a:rPr kumimoji="0" lang="en-US" altLang="ko-KR" sz="1200" b="0" i="0" u="none" strike="noStrike" kern="1200" cap="none" spc="0" normalizeH="0" baseline="0">
                <a:solidFill>
                  <a:schemeClr val="tx1"/>
                </a:solidFill>
                <a:latin typeface="KoPub돋움체 Light"/>
                <a:ea typeface="KoPub돋움체 Light"/>
                <a:cs typeface="+mn-cs"/>
              </a:rPr>
              <a:t>, </a:t>
            </a:r>
            <a:r>
              <a:rPr kumimoji="0" lang="ko-KR" altLang="en-US" sz="1200" b="0" i="0" u="none" strike="noStrike" kern="1200" cap="none" spc="0" normalizeH="0" baseline="0">
                <a:solidFill>
                  <a:schemeClr val="tx1"/>
                </a:solidFill>
                <a:latin typeface="KoPub돋움체 Light"/>
                <a:ea typeface="KoPub돋움체 Light"/>
                <a:cs typeface="+mn-cs"/>
              </a:rPr>
              <a:t>행복</a:t>
            </a:r>
            <a:r>
              <a:rPr kumimoji="0" lang="en-US" altLang="ko-KR" sz="1200" b="0" i="0" u="none" strike="noStrike" kern="1200" cap="none" spc="0" normalizeH="0" baseline="0">
                <a:solidFill>
                  <a:schemeClr val="tx1"/>
                </a:solidFill>
                <a:latin typeface="KoPub돋움체 Light"/>
                <a:ea typeface="KoPub돋움체 Light"/>
                <a:cs typeface="+mn-cs"/>
              </a:rPr>
              <a:t>, </a:t>
            </a:r>
            <a:r>
              <a:rPr kumimoji="0" lang="ko-KR" altLang="en-US" sz="1200" b="0" i="0" u="none" strike="noStrike" kern="1200" cap="none" spc="0" normalizeH="0" baseline="0">
                <a:solidFill>
                  <a:schemeClr val="tx1"/>
                </a:solidFill>
                <a:latin typeface="KoPub돋움체 Light"/>
                <a:ea typeface="KoPub돋움체 Light"/>
                <a:cs typeface="+mn-cs"/>
              </a:rPr>
              <a:t>혐오 </a:t>
            </a:r>
            <a:r>
              <a:rPr kumimoji="0" lang="en-US" altLang="ko-KR" sz="1200" b="0" i="0" u="none" strike="noStrike" kern="1200" cap="none" spc="0" normalizeH="0" baseline="0">
                <a:solidFill>
                  <a:schemeClr val="tx1"/>
                </a:solidFill>
                <a:latin typeface="KoPub돋움체 Light"/>
                <a:ea typeface="KoPub돋움체 Light"/>
                <a:cs typeface="+mn-cs"/>
              </a:rPr>
              <a:t>(7</a:t>
            </a:r>
            <a:r>
              <a:rPr kumimoji="0" lang="ko-KR" altLang="en-US" sz="1200" b="0" i="0" u="none" strike="noStrike" kern="1200" cap="none" spc="0" normalizeH="0" baseline="0">
                <a:solidFill>
                  <a:schemeClr val="tx1"/>
                </a:solidFill>
                <a:latin typeface="KoPub돋움체 Light"/>
                <a:ea typeface="KoPub돋움체 Light"/>
                <a:cs typeface="+mn-cs"/>
              </a:rPr>
              <a:t>개</a:t>
            </a:r>
            <a:r>
              <a:rPr kumimoji="0" lang="en-US" altLang="ko-KR" sz="1200" b="0" i="0" u="none" strike="noStrike" kern="1200" cap="none" spc="0" normalizeH="0" baseline="0">
                <a:solidFill>
                  <a:schemeClr val="tx1"/>
                </a:solidFill>
                <a:latin typeface="KoPub돋움체 Light"/>
                <a:ea typeface="KoPub돋움체 Light"/>
                <a:cs typeface="+mn-cs"/>
              </a:rPr>
              <a:t>)</a:t>
            </a:r>
          </a:p>
          <a:p>
            <a:pPr marL="114300" indent="0" algn="l" defTabSz="685800" rtl="0" eaLnBrk="1" latinLnBrk="1" hangingPunct="1">
              <a:spcBef>
                <a:spcPts val="1050"/>
              </a:spcBef>
              <a:spcAft>
                <a:spcPts val="0"/>
              </a:spcAft>
              <a:buClr>
                <a:schemeClr val="accent1"/>
              </a:buClr>
              <a:buSzPct val="80000"/>
              <a:buFont typeface="Corbel"/>
              <a:buNone/>
              <a:defRPr/>
            </a:pPr>
            <a:r>
              <a:rPr kumimoji="0" lang="en-US" altLang="ko-KR" sz="1200" b="0" i="0" u="none" strike="noStrike" kern="1200" cap="none" spc="0" normalizeH="0" baseline="0">
                <a:solidFill>
                  <a:schemeClr val="tx1"/>
                </a:solidFill>
                <a:latin typeface="KoPub돋움체 Light"/>
                <a:ea typeface="KoPub돋움체 Light"/>
                <a:cs typeface="+mn-cs"/>
              </a:rPr>
              <a:t>  ●  </a:t>
            </a:r>
            <a:r>
              <a:rPr kumimoji="0" lang="ko-KR" altLang="en-US" sz="1200" b="0" i="0" u="none" strike="noStrike" kern="1200" cap="none" spc="0" normalizeH="0" baseline="0">
                <a:solidFill>
                  <a:schemeClr val="tx1"/>
                </a:solidFill>
                <a:latin typeface="KoPub돋움체 Light"/>
                <a:ea typeface="KoPub돋움체 Light"/>
                <a:cs typeface="+mn-cs"/>
              </a:rPr>
              <a:t>토크나이저</a:t>
            </a:r>
            <a:r>
              <a:rPr kumimoji="0" lang="en-US" altLang="ko-KR" sz="1200" b="0" i="0" u="none" strike="noStrike" kern="1200" cap="none" spc="0" normalizeH="0" baseline="0">
                <a:solidFill>
                  <a:schemeClr val="tx1"/>
                </a:solidFill>
                <a:latin typeface="KoPub돋움체 Light"/>
                <a:ea typeface="KoPub돋움체 Light"/>
                <a:cs typeface="+mn-cs"/>
              </a:rPr>
              <a:t>: </a:t>
            </a:r>
            <a:r>
              <a:rPr kumimoji="0" lang="ko-KR" altLang="en-US" sz="1200" b="0" i="0" u="none" strike="noStrike" kern="1200" cap="none" spc="0" normalizeH="0" baseline="0">
                <a:solidFill>
                  <a:schemeClr val="tx1"/>
                </a:solidFill>
                <a:latin typeface="KoPub돋움체 Light"/>
                <a:ea typeface="KoPub돋움체 Light"/>
                <a:cs typeface="+mn-cs"/>
              </a:rPr>
              <a:t>모델 전용 </a:t>
            </a:r>
            <a:r>
              <a:rPr kumimoji="0" lang="en-US" altLang="ko-KR" sz="1200" b="0" i="0" u="none" strike="noStrike" kern="1200" cap="none" spc="0" normalizeH="0" baseline="0">
                <a:solidFill>
                  <a:schemeClr val="tx1"/>
                </a:solidFill>
                <a:latin typeface="KoPub돋움체 Light"/>
                <a:ea typeface="KoPub돋움체 Light"/>
                <a:cs typeface="+mn-cs"/>
              </a:rPr>
              <a:t>AutoTokenizer</a:t>
            </a:r>
          </a:p>
          <a:p>
            <a:pPr marL="114300" indent="0" algn="l" defTabSz="685800" rtl="0" eaLnBrk="1" latinLnBrk="1" hangingPunct="1">
              <a:spcBef>
                <a:spcPts val="1050"/>
              </a:spcBef>
              <a:spcAft>
                <a:spcPts val="0"/>
              </a:spcAft>
              <a:buClr>
                <a:schemeClr val="accent1"/>
              </a:buClr>
              <a:buSzPct val="80000"/>
              <a:buFont typeface="Corbel"/>
              <a:buNone/>
              <a:defRPr/>
            </a:pPr>
            <a:r>
              <a:rPr kumimoji="0" lang="en-US" altLang="ko-KR" sz="1200" b="0" i="0" u="none" strike="noStrike" kern="1200" cap="none" spc="0" normalizeH="0" baseline="0">
                <a:solidFill>
                  <a:schemeClr val="tx1"/>
                </a:solidFill>
                <a:latin typeface="KoPub돋움체 Light"/>
                <a:ea typeface="KoPub돋움체 Light"/>
                <a:cs typeface="+mn-cs"/>
              </a:rPr>
              <a:t>  ●  </a:t>
            </a:r>
            <a:r>
              <a:rPr kumimoji="0" lang="ko-KR" altLang="en-US" sz="1200" b="0" i="0" u="none" strike="noStrike" kern="1200" cap="none" spc="0" normalizeH="0" baseline="0">
                <a:solidFill>
                  <a:schemeClr val="tx1"/>
                </a:solidFill>
                <a:latin typeface="KoPub돋움체 Light"/>
                <a:ea typeface="KoPub돋움체 Light"/>
                <a:cs typeface="+mn-cs"/>
              </a:rPr>
              <a:t>사전 학습 모델 다운로드 후 추론만 진행</a:t>
            </a:r>
          </a:p>
        </p:txBody>
      </p:sp>
      <p:sp>
        <p:nvSpPr>
          <p:cNvPr id="19" name="TextBox 10"/>
          <p:cNvSpPr txBox="1"/>
          <p:nvPr/>
        </p:nvSpPr>
        <p:spPr>
          <a:xfrm>
            <a:off x="494778" y="985014"/>
            <a:ext cx="3562350" cy="1280031"/>
          </a:xfrm>
          <a:prstGeom prst="rect">
            <a:avLst/>
          </a:prstGeom>
        </p:spPr>
        <p:txBody>
          <a:bodyPr wrap="square">
            <a:spAutoFit/>
          </a:bodyPr>
          <a:lstStyle/>
          <a:p>
            <a:pPr>
              <a:defRPr/>
            </a:pPr>
            <a:r>
              <a:rPr lang="ko-KR" altLang="en-US" sz="1200">
                <a:latin typeface="KoPub돋움체 Light"/>
                <a:ea typeface="KoPub돋움체 Light"/>
                <a:cs typeface="+mn-cs"/>
              </a:rPr>
              <a:t>■  </a:t>
            </a:r>
            <a:r>
              <a:rPr lang="ko-KR" altLang="ko-KR" sz="1200">
                <a:latin typeface="KoPub돋움체 Light"/>
                <a:ea typeface="KoPub돋움체 Light"/>
                <a:cs typeface="+mn-cs"/>
              </a:rPr>
              <a:t>감정 분석 &amp; 음식 추천 서비스 흐름</a:t>
            </a:r>
          </a:p>
          <a:p>
            <a:pPr>
              <a:defRPr/>
            </a:pPr>
            <a:endParaRPr lang="ko-KR" altLang="ko-KR" sz="1200">
              <a:latin typeface="KoPub돋움체 Light"/>
              <a:ea typeface="KoPub돋움체 Light"/>
              <a:cs typeface="+mn-cs"/>
            </a:endParaRPr>
          </a:p>
          <a:p>
            <a:pPr>
              <a:lnSpc>
                <a:spcPct val="150000"/>
              </a:lnSpc>
              <a:defRPr/>
            </a:pPr>
            <a:r>
              <a:rPr lang="ko-KR" altLang="en-US" sz="1200">
                <a:latin typeface="KoPub돋움체 Light"/>
                <a:ea typeface="KoPub돋움체 Light"/>
                <a:cs typeface="+mn-cs"/>
              </a:rPr>
              <a:t> </a:t>
            </a:r>
            <a:r>
              <a:rPr lang="ko-KR" altLang="ko-KR" sz="1200">
                <a:latin typeface="KoPub돋움체 Light"/>
                <a:ea typeface="KoPub돋움체 Light"/>
                <a:cs typeface="+mn-cs"/>
              </a:rPr>
              <a:t>1. 텍스트 기반 감정 분석 → 감정별 음식 추천</a:t>
            </a:r>
          </a:p>
          <a:p>
            <a:pPr>
              <a:lnSpc>
                <a:spcPct val="150000"/>
              </a:lnSpc>
              <a:defRPr/>
            </a:pPr>
            <a:r>
              <a:rPr lang="ko-KR" altLang="en-US" sz="1200">
                <a:latin typeface="KoPub돋움체 Light"/>
                <a:ea typeface="KoPub돋움체 Light"/>
                <a:cs typeface="+mn-cs"/>
              </a:rPr>
              <a:t> </a:t>
            </a:r>
            <a:r>
              <a:rPr lang="ko-KR" altLang="ko-KR" sz="1200">
                <a:latin typeface="KoPub돋움체 Light"/>
                <a:ea typeface="KoPub돋움체 Light"/>
                <a:cs typeface="+mn-cs"/>
              </a:rPr>
              <a:t>2. 사전 학습 KoBERT 모델 활용</a:t>
            </a:r>
          </a:p>
          <a:p>
            <a:pPr>
              <a:lnSpc>
                <a:spcPct val="150000"/>
              </a:lnSpc>
              <a:defRPr/>
            </a:pPr>
            <a:r>
              <a:rPr lang="ko-KR" altLang="en-US" sz="1200">
                <a:latin typeface="KoPub돋움체 Light"/>
                <a:ea typeface="KoPub돋움체 Light"/>
                <a:cs typeface="+mn-cs"/>
              </a:rPr>
              <a:t> </a:t>
            </a:r>
            <a:r>
              <a:rPr lang="ko-KR" altLang="ko-KR" sz="1200">
                <a:latin typeface="KoPub돋움체 Light"/>
                <a:ea typeface="KoPub돋움체 Light"/>
                <a:cs typeface="+mn-cs"/>
              </a:rPr>
              <a:t>3. Gemini LLM API 연동</a:t>
            </a:r>
          </a:p>
        </p:txBody>
      </p:sp>
      <p:pic>
        <p:nvPicPr>
          <p:cNvPr id="20" name="그림 19"/>
          <p:cNvPicPr>
            <a:picLocks noChangeAspect="1"/>
          </p:cNvPicPr>
          <p:nvPr/>
        </p:nvPicPr>
        <p:blipFill rotWithShape="1">
          <a:blip r:embed="rId2"/>
          <a:stretch>
            <a:fillRect/>
          </a:stretch>
        </p:blipFill>
        <p:spPr>
          <a:xfrm>
            <a:off x="4826591" y="1126956"/>
            <a:ext cx="3561974" cy="3111530"/>
          </a:xfrm>
          <a:prstGeom prst="rect">
            <a:avLst/>
          </a:prstGeom>
        </p:spPr>
      </p:pic>
      <p:sp>
        <p:nvSpPr>
          <p:cNvPr id="23" name="Google Shape;68;p15"/>
          <p:cNvSpPr txBox="1">
            <a:spLocks noGrp="1"/>
          </p:cNvSpPr>
          <p:nvPr/>
        </p:nvSpPr>
        <p:spPr>
          <a:xfrm>
            <a:off x="149867" y="0"/>
            <a:ext cx="8844266" cy="295272"/>
          </a:xfrm>
          <a:prstGeom prst="rect">
            <a:avLst/>
          </a:prstGeom>
          <a:solidFill>
            <a:srgbClr val="0B0B1A">
              <a:alpha val="100000"/>
            </a:srgbClr>
          </a:solidFill>
        </p:spPr>
        <p:txBody>
          <a:bodyPr vert="horz" wrap="square" lIns="91424" tIns="91424" rIns="91424" bIns="91424" anchor="t" anchorCtr="0">
            <a:noAutofit/>
          </a:bodyPr>
          <a:lstStyle/>
          <a:p>
            <a:pPr marL="68580" lvl="0" indent="0" algn="l" defTabSz="685800" rtl="0" eaLnBrk="1" latinLnBrk="1" hangingPunct="1">
              <a:lnSpc>
                <a:spcPct val="90000"/>
              </a:lnSpc>
              <a:spcBef>
                <a:spcPts val="0"/>
              </a:spcBef>
              <a:spcAft>
                <a:spcPts val="0"/>
              </a:spcAft>
              <a:buSzPct val="100000"/>
              <a:buNone/>
              <a:defRPr/>
            </a:pPr>
            <a:r>
              <a:rPr kumimoji="0" lang="en-US" altLang="ko-KR" sz="1600" b="1" i="0" u="none" strike="noStrike" kern="1200" cap="none" spc="0" normalizeH="0" baseline="0">
                <a:solidFill>
                  <a:srgbClr val="FFFFFF"/>
                </a:solidFill>
                <a:latin typeface="KoPub돋움체 Light"/>
                <a:ea typeface="KoPub돋움체 Light"/>
                <a:cs typeface="Corbel"/>
              </a:rPr>
              <a:t>9. </a:t>
            </a:r>
            <a:r>
              <a:rPr kumimoji="0" lang="ko-KR" altLang="en-US" sz="1600" b="1" i="0" u="none" strike="noStrike" kern="1200" cap="none" spc="0" normalizeH="0" baseline="0">
                <a:solidFill>
                  <a:srgbClr val="FFFFFF"/>
                </a:solidFill>
                <a:latin typeface="KoPub돋움체 Light"/>
                <a:ea typeface="KoPub돋움체 Light"/>
                <a:cs typeface="맑은 고딕"/>
              </a:rPr>
              <a:t>인공지능 학습</a:t>
            </a:r>
            <a:endParaRPr kumimoji="0" lang="en-US" altLang="ko-KR" sz="1600" b="1" i="0" u="none" strike="noStrike" kern="1200" cap="none" spc="0" normalizeH="0" baseline="0">
              <a:solidFill>
                <a:srgbClr val="FFFFFF"/>
              </a:solidFill>
              <a:latin typeface="KoPub돋움체 Light"/>
              <a:ea typeface="KoPub돋움체 Light"/>
              <a:cs typeface="Corbel"/>
            </a:endParaRPr>
          </a:p>
        </p:txBody>
      </p:sp>
    </p:spTree>
  </p:cSld>
  <p:clrMapOvr>
    <a:masterClrMapping/>
  </p:clrMapOvr>
  <mc:AlternateContent xmlns:mc="http://schemas.openxmlformats.org/markup-compatibility/2006" xmlns:p14="http://schemas.microsoft.com/office/powerpoint/2010/main">
    <mc:Choice Requires="p14">
      <p:transition/>
    </mc:Choice>
    <mc:Fallback xmlns="" xmlns:c="http://schemas.openxmlformats.org/drawingml/2006/chart" xmlns:dgm="http://schemas.openxmlformats.org/drawingml/2006/diagram" xmlns:dsp="http://schemas.microsoft.com/office/drawing/2008/diagram">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Google Shape;19;p4"/>
          <p:cNvSpPr>
            <a:spLocks noGrp="1"/>
          </p:cNvSpPr>
          <p:nvPr>
            <p:ph type="sldNum" idx="12"/>
          </p:nvPr>
        </p:nvSpPr>
        <p:spPr/>
        <p:txBody>
          <a:bodyPr>
            <a:normAutofit/>
          </a:bodyPr>
          <a:lstStyle/>
          <a:p>
            <a:pPr marL="0" lvl="0" indent="0" algn="r" rtl="0">
              <a:spcBef>
                <a:spcPts val="0"/>
              </a:spcBef>
              <a:spcAft>
                <a:spcPts val="0"/>
              </a:spcAft>
              <a:buNone/>
              <a:defRPr/>
            </a:pPr>
            <a:fld id="{00000000-1234-1234-1234-123412341234}" type="slidenum">
              <a:rPr lang="en-US">
                <a:latin typeface="KoPub돋움체 Light"/>
                <a:ea typeface="KoPub돋움체 Light"/>
                <a:cs typeface="+mn-cs"/>
              </a:rPr>
              <a:pPr marL="0" lvl="0" indent="0" algn="r" rtl="0">
                <a:spcBef>
                  <a:spcPts val="0"/>
                </a:spcBef>
                <a:spcAft>
                  <a:spcPts val="0"/>
                </a:spcAft>
                <a:buNone/>
                <a:defRPr/>
              </a:pPr>
              <a:t>21</a:t>
            </a:fld>
            <a:endParaRPr lang="en-US">
              <a:latin typeface="KoPub돋움체 Light"/>
              <a:ea typeface="KoPub돋움체 Light"/>
              <a:cs typeface="+mn-cs"/>
            </a:endParaRPr>
          </a:p>
        </p:txBody>
      </p:sp>
      <p:sp>
        <p:nvSpPr>
          <p:cNvPr id="12" name="Google Shape;17;p4"/>
          <p:cNvSpPr>
            <a:spLocks noGrp="1"/>
          </p:cNvSpPr>
          <p:nvPr/>
        </p:nvSpPr>
        <p:spPr>
          <a:xfrm>
            <a:off x="173182" y="555346"/>
            <a:ext cx="8780318" cy="323015"/>
          </a:xfrm>
          <a:prstGeom prst="rect">
            <a:avLst/>
          </a:prstGeom>
          <a:solidFill>
            <a:srgbClr val="E2FF9F"/>
          </a:solidFill>
          <a:ln>
            <a:noFill/>
          </a:ln>
        </p:spPr>
        <p:txBody>
          <a:bodyPr wrap="square" lIns="91424" tIns="91424" rIns="91424" bIns="91424" anchor="t" anchorCtr="0">
            <a:noAutofit/>
          </a:bodyPr>
          <a:lstStyle/>
          <a:p>
            <a:pPr>
              <a:defRPr/>
            </a:pPr>
            <a:r>
              <a:rPr lang="en-US" altLang="ko-KR" sz="1400" b="1">
                <a:latin typeface="KoPub돋움체 Light"/>
                <a:ea typeface="KoPub돋움체 Light"/>
                <a:cs typeface="+mn-cs"/>
              </a:rPr>
              <a:t>KoBERT (LLM)</a:t>
            </a:r>
          </a:p>
        </p:txBody>
      </p:sp>
      <p:sp>
        <p:nvSpPr>
          <p:cNvPr id="18" name="Google Shape;17;p4"/>
          <p:cNvSpPr>
            <a:spLocks noGrp="1"/>
          </p:cNvSpPr>
          <p:nvPr>
            <p:ph type="title"/>
          </p:nvPr>
        </p:nvSpPr>
        <p:spPr>
          <a:xfrm>
            <a:off x="382732" y="955564"/>
            <a:ext cx="8361218" cy="1855570"/>
          </a:xfrm>
        </p:spPr>
        <p:txBody>
          <a:bodyPr>
            <a:noAutofit/>
          </a:bodyPr>
          <a:lstStyle/>
          <a:p>
            <a:pPr marL="114300" indent="0">
              <a:buNone/>
              <a:defRPr/>
            </a:pPr>
            <a:r>
              <a:rPr lang="ko-KR" altLang="en-US" sz="1200">
                <a:solidFill>
                  <a:schemeClr val="tx1"/>
                </a:solidFill>
                <a:latin typeface="KoPub돋움체 Light"/>
                <a:ea typeface="KoPub돋움체 Light"/>
                <a:cs typeface="+mn-cs"/>
              </a:rPr>
              <a:t>■  </a:t>
            </a:r>
            <a:r>
              <a:rPr lang="en-US" altLang="ko-KR" sz="1200">
                <a:solidFill>
                  <a:schemeClr val="tx1"/>
                </a:solidFill>
                <a:latin typeface="KoPub돋움체 Light"/>
                <a:ea typeface="KoPub돋움체 Light"/>
                <a:cs typeface="+mn-cs"/>
              </a:rPr>
              <a:t>텍스트 감정 분석의 이해</a:t>
            </a:r>
            <a:br>
              <a:rPr lang="en-US" altLang="ko-KR" sz="1200">
                <a:solidFill>
                  <a:schemeClr val="tx1"/>
                </a:solidFill>
                <a:latin typeface="KoPub돋움체 Light"/>
                <a:ea typeface="KoPub돋움체 Light"/>
                <a:cs typeface="+mn-cs"/>
              </a:rPr>
            </a:br>
            <a:br>
              <a:rPr lang="ko-KR" altLang="en-US" sz="1200">
                <a:solidFill>
                  <a:schemeClr val="tx1"/>
                </a:solidFill>
                <a:latin typeface="KoPub돋움체 Light"/>
                <a:ea typeface="KoPub돋움체 Light"/>
                <a:cs typeface="+mn-cs"/>
              </a:rPr>
            </a:br>
            <a:r>
              <a:rPr lang="ko-KR" altLang="en-US" sz="1200">
                <a:solidFill>
                  <a:schemeClr val="tx1"/>
                </a:solidFill>
                <a:latin typeface="KoPub돋움체 Light"/>
                <a:ea typeface="KoPub돋움체 Light"/>
                <a:cs typeface="+mn-cs"/>
              </a:rPr>
              <a:t>  ●  KoBERT 모델 활용</a:t>
            </a:r>
          </a:p>
          <a:p>
            <a:pPr marL="114300" indent="0">
              <a:buNone/>
              <a:defRPr/>
            </a:pPr>
            <a:r>
              <a:rPr lang="ko-KR" altLang="en-US" sz="1200">
                <a:solidFill>
                  <a:schemeClr val="tx1"/>
                </a:solidFill>
                <a:latin typeface="KoPub돋움체 Light"/>
                <a:ea typeface="KoPub돋움체 Light"/>
                <a:cs typeface="+mn-cs"/>
              </a:rPr>
              <a:t>	 </a:t>
            </a:r>
          </a:p>
          <a:p>
            <a:pPr marL="114300" indent="0">
              <a:buNone/>
              <a:defRPr/>
            </a:pPr>
            <a:r>
              <a:rPr lang="ko-KR" altLang="en-US" sz="1200">
                <a:solidFill>
                  <a:schemeClr val="tx1"/>
                </a:solidFill>
                <a:latin typeface="KoPub돋움체 Light"/>
                <a:ea typeface="KoPub돋움체 Light"/>
                <a:cs typeface="+mn-cs"/>
              </a:rPr>
              <a:t>한국어에 최적화된 BERT 모델인 KoBERT를 사용했습니다.</a:t>
            </a:r>
          </a:p>
          <a:p>
            <a:pPr marL="114300" indent="0">
              <a:buNone/>
              <a:defRPr/>
            </a:pPr>
            <a:endParaRPr lang="ko-KR" altLang="en-US" sz="1200">
              <a:solidFill>
                <a:schemeClr val="tx1"/>
              </a:solidFill>
              <a:latin typeface="KoPub돋움체 Light"/>
              <a:ea typeface="KoPub돋움체 Light"/>
              <a:cs typeface="+mn-cs"/>
            </a:endParaRPr>
          </a:p>
          <a:p>
            <a:pPr marL="114300" indent="0">
              <a:buNone/>
              <a:defRPr/>
            </a:pPr>
            <a:r>
              <a:rPr lang="ko-KR" altLang="en-US" sz="1200">
                <a:solidFill>
                  <a:schemeClr val="tx1"/>
                </a:solidFill>
                <a:latin typeface="KoPub돋움체 Light"/>
                <a:ea typeface="KoPub돋움체 Light"/>
                <a:cs typeface="+mn-cs"/>
              </a:rPr>
              <a:t>이 모델은 텍스트를 분석하여 '공포, 놀람, 분노, 슬픔, 중립, 행복, 혐오' 7가지 감정 중 하나로 분류합니다.</a:t>
            </a:r>
          </a:p>
          <a:p>
            <a:pPr marL="114300" indent="0">
              <a:buNone/>
              <a:defRPr/>
            </a:pPr>
            <a:endParaRPr lang="ko-KR" altLang="en-US" sz="1200">
              <a:solidFill>
                <a:schemeClr val="tx1"/>
              </a:solidFill>
              <a:latin typeface="KoPub돋움체 Light"/>
              <a:ea typeface="KoPub돋움체 Light"/>
              <a:cs typeface="+mn-cs"/>
            </a:endParaRPr>
          </a:p>
          <a:p>
            <a:pPr marL="114300" indent="0">
              <a:buNone/>
              <a:defRPr/>
            </a:pPr>
            <a:r>
              <a:rPr lang="ko-KR" altLang="en-US" sz="1200">
                <a:solidFill>
                  <a:schemeClr val="tx1"/>
                </a:solidFill>
                <a:latin typeface="KoPub돋움체 Light"/>
                <a:ea typeface="KoPub돋움체 Light"/>
                <a:cs typeface="+mn-cs"/>
              </a:rPr>
              <a:t>모델은 이미 학습이 완료된 상태이므로, 별도의 학습 없이 바로 추천 서비스에 활용할 수 있습니다.</a:t>
            </a:r>
          </a:p>
        </p:txBody>
      </p:sp>
      <p:sp>
        <p:nvSpPr>
          <p:cNvPr id="23" name="Google Shape;68;p15"/>
          <p:cNvSpPr txBox="1">
            <a:spLocks noGrp="1"/>
          </p:cNvSpPr>
          <p:nvPr/>
        </p:nvSpPr>
        <p:spPr>
          <a:xfrm>
            <a:off x="149867" y="0"/>
            <a:ext cx="8844266" cy="295272"/>
          </a:xfrm>
          <a:prstGeom prst="rect">
            <a:avLst/>
          </a:prstGeom>
          <a:solidFill>
            <a:srgbClr val="0B0B1A">
              <a:alpha val="100000"/>
            </a:srgbClr>
          </a:solidFill>
        </p:spPr>
        <p:txBody>
          <a:bodyPr vert="horz" wrap="square" lIns="91424" tIns="91424" rIns="91424" bIns="91424" anchor="t" anchorCtr="0">
            <a:noAutofit/>
          </a:bodyPr>
          <a:lstStyle/>
          <a:p>
            <a:pPr marL="68580" lvl="0" indent="0" algn="l" defTabSz="685800" rtl="0" eaLnBrk="1" latinLnBrk="1" hangingPunct="1">
              <a:lnSpc>
                <a:spcPct val="90000"/>
              </a:lnSpc>
              <a:spcBef>
                <a:spcPts val="0"/>
              </a:spcBef>
              <a:spcAft>
                <a:spcPts val="0"/>
              </a:spcAft>
              <a:buSzPct val="100000"/>
              <a:buNone/>
              <a:defRPr/>
            </a:pPr>
            <a:r>
              <a:rPr kumimoji="0" lang="en-US" altLang="ko-KR" sz="1600" b="1" i="0" u="none" strike="noStrike" kern="1200" cap="none" spc="0" normalizeH="0" baseline="0">
                <a:solidFill>
                  <a:srgbClr val="FFFFFF"/>
                </a:solidFill>
                <a:latin typeface="KoPub돋움체 Light"/>
                <a:ea typeface="KoPub돋움체 Light"/>
                <a:cs typeface="Corbel"/>
              </a:rPr>
              <a:t>9. </a:t>
            </a:r>
            <a:r>
              <a:rPr kumimoji="0" lang="ko-KR" altLang="en-US" sz="1600" b="1" i="0" u="none" strike="noStrike" kern="1200" cap="none" spc="0" normalizeH="0" baseline="0">
                <a:solidFill>
                  <a:srgbClr val="FFFFFF"/>
                </a:solidFill>
                <a:latin typeface="KoPub돋움체 Light"/>
                <a:ea typeface="KoPub돋움체 Light"/>
                <a:cs typeface="맑은 고딕"/>
              </a:rPr>
              <a:t>인공지능 학습</a:t>
            </a:r>
            <a:endParaRPr kumimoji="0" lang="en-US" altLang="ko-KR" sz="1600" b="1" i="0" u="none" strike="noStrike" kern="1200" cap="none" spc="0" normalizeH="0" baseline="0">
              <a:solidFill>
                <a:srgbClr val="FFFFFF"/>
              </a:solidFill>
              <a:latin typeface="KoPub돋움체 Light"/>
              <a:ea typeface="KoPub돋움체 Light"/>
              <a:cs typeface="Corbel"/>
            </a:endParaRPr>
          </a:p>
        </p:txBody>
      </p:sp>
    </p:spTree>
  </p:cSld>
  <p:clrMapOvr>
    <a:masterClrMapping/>
  </p:clrMapOvr>
  <mc:AlternateContent xmlns:mc="http://schemas.openxmlformats.org/markup-compatibility/2006" xmlns:p14="http://schemas.microsoft.com/office/powerpoint/2010/main">
    <mc:Choice Requires="p14">
      <p:transition/>
    </mc:Choice>
    <mc:Fallback xmlns="" xmlns:c="http://schemas.openxmlformats.org/drawingml/2006/chart" xmlns:dgm="http://schemas.openxmlformats.org/drawingml/2006/diagram" xmlns:dsp="http://schemas.microsoft.com/office/drawing/2008/diagram">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Google Shape;19;p4"/>
          <p:cNvSpPr>
            <a:spLocks noGrp="1"/>
          </p:cNvSpPr>
          <p:nvPr>
            <p:ph type="sldNum" idx="12"/>
          </p:nvPr>
        </p:nvSpPr>
        <p:spPr/>
        <p:txBody>
          <a:bodyPr>
            <a:normAutofit/>
          </a:bodyPr>
          <a:lstStyle/>
          <a:p>
            <a:pPr marL="0" lvl="0" indent="0" algn="r" rtl="0">
              <a:spcBef>
                <a:spcPts val="0"/>
              </a:spcBef>
              <a:spcAft>
                <a:spcPts val="0"/>
              </a:spcAft>
              <a:buNone/>
              <a:defRPr/>
            </a:pPr>
            <a:fld id="{00000000-1234-1234-1234-123412341234}" type="slidenum">
              <a:rPr lang="en-US">
                <a:latin typeface="KoPub돋움체 Light"/>
                <a:ea typeface="KoPub돋움체 Light"/>
                <a:cs typeface="+mn-cs"/>
              </a:rPr>
              <a:pPr marL="0" lvl="0" indent="0" algn="r" rtl="0">
                <a:spcBef>
                  <a:spcPts val="0"/>
                </a:spcBef>
                <a:spcAft>
                  <a:spcPts val="0"/>
                </a:spcAft>
                <a:buNone/>
                <a:defRPr/>
              </a:pPr>
              <a:t>22</a:t>
            </a:fld>
            <a:endParaRPr lang="en-US">
              <a:latin typeface="KoPub돋움체 Light"/>
              <a:ea typeface="KoPub돋움체 Light"/>
              <a:cs typeface="+mn-cs"/>
            </a:endParaRPr>
          </a:p>
        </p:txBody>
      </p:sp>
      <p:sp>
        <p:nvSpPr>
          <p:cNvPr id="8" name="Google Shape;17;p4"/>
          <p:cNvSpPr>
            <a:spLocks noGrp="1"/>
          </p:cNvSpPr>
          <p:nvPr/>
        </p:nvSpPr>
        <p:spPr>
          <a:xfrm>
            <a:off x="173182" y="555346"/>
            <a:ext cx="8780318" cy="323015"/>
          </a:xfrm>
          <a:prstGeom prst="rect">
            <a:avLst/>
          </a:prstGeom>
          <a:solidFill>
            <a:srgbClr val="E2FF9F"/>
          </a:solidFill>
          <a:ln>
            <a:noFill/>
          </a:ln>
        </p:spPr>
        <p:txBody>
          <a:bodyPr wrap="square" lIns="91424" tIns="91424" rIns="91424" bIns="91424" anchor="t" anchorCtr="0">
            <a:noAutofit/>
          </a:bodyPr>
          <a:lstStyle/>
          <a:p>
            <a:pPr>
              <a:defRPr/>
            </a:pPr>
            <a:r>
              <a:rPr lang="en-US" altLang="ko-KR" sz="1400" b="1">
                <a:latin typeface="KoPub돋움체 Light"/>
                <a:ea typeface="KoPub돋움체 Light"/>
                <a:cs typeface="+mn-cs"/>
              </a:rPr>
              <a:t>KoBERT (LLM)</a:t>
            </a:r>
          </a:p>
        </p:txBody>
      </p:sp>
      <p:sp>
        <p:nvSpPr>
          <p:cNvPr id="14" name="Google Shape;17;p4"/>
          <p:cNvSpPr>
            <a:spLocks noGrp="1"/>
          </p:cNvSpPr>
          <p:nvPr>
            <p:ph type="title"/>
          </p:nvPr>
        </p:nvSpPr>
        <p:spPr>
          <a:xfrm>
            <a:off x="381000" y="957945"/>
            <a:ext cx="8361218" cy="1724177"/>
          </a:xfrm>
        </p:spPr>
        <p:txBody>
          <a:bodyPr>
            <a:noAutofit/>
          </a:bodyPr>
          <a:lstStyle/>
          <a:p>
            <a:pPr marL="114300" indent="0">
              <a:buNone/>
              <a:defRPr/>
            </a:pPr>
            <a:r>
              <a:rPr lang="ko-KR" altLang="en-US" sz="1200">
                <a:solidFill>
                  <a:schemeClr val="tx1"/>
                </a:solidFill>
                <a:latin typeface="KoPub돋움체 Light"/>
                <a:ea typeface="KoPub돋움체 Light"/>
                <a:cs typeface="+mn-cs"/>
              </a:rPr>
              <a:t>■  </a:t>
            </a:r>
            <a:r>
              <a:rPr lang="en-US" altLang="ko-KR" sz="1200">
                <a:solidFill>
                  <a:schemeClr val="tx1"/>
                </a:solidFill>
                <a:latin typeface="KoPub돋움체 Light"/>
                <a:ea typeface="KoPub돋움체 Light"/>
                <a:cs typeface="+mn-cs"/>
              </a:rPr>
              <a:t>데이터 전처리</a:t>
            </a:r>
            <a:br>
              <a:rPr lang="en-US" altLang="ko-KR" sz="1200">
                <a:solidFill>
                  <a:schemeClr val="tx1"/>
                </a:solidFill>
                <a:latin typeface="KoPub돋움체 Light"/>
                <a:ea typeface="KoPub돋움체 Light"/>
                <a:cs typeface="+mn-cs"/>
              </a:rPr>
            </a:br>
            <a:br>
              <a:rPr lang="en-US" altLang="ko-KR" sz="1200">
                <a:solidFill>
                  <a:schemeClr val="tx1"/>
                </a:solidFill>
                <a:latin typeface="KoPub돋움체 Light"/>
                <a:ea typeface="KoPub돋움체 Light"/>
                <a:cs typeface="+mn-cs"/>
              </a:rPr>
            </a:br>
            <a:r>
              <a:rPr lang="en-US" altLang="ko-KR" sz="1200">
                <a:solidFill>
                  <a:schemeClr val="tx1"/>
                </a:solidFill>
                <a:latin typeface="KoPub돋움체 Light"/>
                <a:ea typeface="KoPub돋움체 Light"/>
                <a:cs typeface="+mn-cs"/>
              </a:rPr>
              <a:t>  ●  모델이 이해하는 언어</a:t>
            </a:r>
          </a:p>
          <a:p>
            <a:pPr marL="114300" indent="0">
              <a:buNone/>
              <a:defRPr/>
            </a:pPr>
            <a:endParaRPr lang="en-US" altLang="ko-KR" sz="1200">
              <a:solidFill>
                <a:schemeClr val="tx1"/>
              </a:solidFill>
              <a:latin typeface="KoPub돋움체 Light"/>
              <a:ea typeface="KoPub돋움체 Light"/>
              <a:cs typeface="+mn-cs"/>
            </a:endParaRPr>
          </a:p>
          <a:p>
            <a:pPr marL="114300" indent="0">
              <a:buNone/>
              <a:defRPr/>
            </a:pPr>
            <a:r>
              <a:rPr lang="ko-KR" altLang="en-US" sz="1200">
                <a:solidFill>
                  <a:schemeClr val="tx1"/>
                </a:solidFill>
                <a:latin typeface="KoPub돋움체 Light"/>
                <a:ea typeface="KoPub돋움체 Light"/>
                <a:cs typeface="+mn-cs"/>
              </a:rPr>
              <a:t>토크나이저(Tokenizer): 문장을 숫자로 변환</a:t>
            </a:r>
          </a:p>
          <a:p>
            <a:pPr marL="114300" indent="0">
              <a:buNone/>
              <a:defRPr/>
            </a:pPr>
            <a:endParaRPr lang="ko-KR" altLang="en-US" sz="1200">
              <a:solidFill>
                <a:schemeClr val="tx1"/>
              </a:solidFill>
              <a:latin typeface="KoPub돋움체 Light"/>
              <a:ea typeface="KoPub돋움체 Light"/>
              <a:cs typeface="+mn-cs"/>
            </a:endParaRPr>
          </a:p>
          <a:p>
            <a:pPr marL="114300" indent="0">
              <a:buNone/>
              <a:defRPr/>
            </a:pPr>
            <a:r>
              <a:rPr lang="ko-KR" altLang="en-US" sz="1200">
                <a:solidFill>
                  <a:schemeClr val="tx1"/>
                </a:solidFill>
                <a:latin typeface="KoPub돋움체 Light"/>
                <a:ea typeface="KoPub돋움체 Light"/>
                <a:cs typeface="+mn-cs"/>
              </a:rPr>
              <a:t>사용자가 입력한 문장을 모델이 이해할 수 있는 숫자(토큰) 배열로 변환합니다.</a:t>
            </a:r>
          </a:p>
          <a:p>
            <a:pPr marL="114300" indent="0">
              <a:buNone/>
              <a:defRPr/>
            </a:pPr>
            <a:endParaRPr lang="ko-KR" altLang="en-US" sz="1200">
              <a:solidFill>
                <a:schemeClr val="tx1"/>
              </a:solidFill>
              <a:latin typeface="KoPub돋움체 Light"/>
              <a:ea typeface="KoPub돋움체 Light"/>
              <a:cs typeface="+mn-cs"/>
            </a:endParaRPr>
          </a:p>
          <a:p>
            <a:pPr marL="114300" indent="0">
              <a:buNone/>
              <a:defRPr/>
            </a:pPr>
            <a:r>
              <a:rPr lang="ko-KR" altLang="en-US" sz="1200">
                <a:solidFill>
                  <a:schemeClr val="tx1"/>
                </a:solidFill>
                <a:latin typeface="KoPub돋움체 Light"/>
                <a:ea typeface="KoPub돋움체 Light"/>
                <a:cs typeface="+mn-cs"/>
              </a:rPr>
              <a:t>모든 문장 길이를 256자로 통일하고(padding &amp; truncation), 모델이 읽을 수 있는 최종 데이터 형식인 </a:t>
            </a:r>
            <a:r>
              <a:rPr lang="ko-KR" altLang="en-US" sz="1200" b="1">
                <a:solidFill>
                  <a:schemeClr val="tx1"/>
                </a:solidFill>
                <a:latin typeface="KoPub돋움체 Light"/>
                <a:ea typeface="KoPub돋움체 Light"/>
                <a:cs typeface="+mn-cs"/>
              </a:rPr>
              <a:t>텐서(Tensor)</a:t>
            </a:r>
            <a:r>
              <a:rPr lang="ko-KR" altLang="en-US" sz="1200">
                <a:solidFill>
                  <a:schemeClr val="tx1"/>
                </a:solidFill>
                <a:latin typeface="KoPub돋움체 Light"/>
                <a:ea typeface="KoPub돋움체 Light"/>
                <a:cs typeface="+mn-cs"/>
              </a:rPr>
              <a:t>로 만듭니다.</a:t>
            </a:r>
            <a:br>
              <a:rPr lang="ko-KR" altLang="en-US" sz="1200">
                <a:solidFill>
                  <a:schemeClr val="tx1"/>
                </a:solidFill>
                <a:latin typeface="KoPub돋움체 Light"/>
                <a:ea typeface="KoPub돋움체 Light"/>
                <a:cs typeface="+mn-cs"/>
              </a:rPr>
            </a:br>
            <a:endParaRPr lang="ko-KR" altLang="en-US" sz="1200">
              <a:solidFill>
                <a:schemeClr val="tx1"/>
              </a:solidFill>
              <a:latin typeface="KoPub돋움체 Light"/>
              <a:ea typeface="KoPub돋움체 Light"/>
              <a:cs typeface="+mn-cs"/>
            </a:endParaRPr>
          </a:p>
        </p:txBody>
      </p:sp>
      <p:pic>
        <p:nvPicPr>
          <p:cNvPr id="16" name="그림 15"/>
          <p:cNvPicPr>
            <a:picLocks noChangeAspect="1"/>
          </p:cNvPicPr>
          <p:nvPr/>
        </p:nvPicPr>
        <p:blipFill rotWithShape="1">
          <a:blip r:embed="rId2"/>
          <a:stretch>
            <a:fillRect/>
          </a:stretch>
        </p:blipFill>
        <p:spPr>
          <a:xfrm>
            <a:off x="3163363" y="2892548"/>
            <a:ext cx="2428875" cy="1466850"/>
          </a:xfrm>
          <a:prstGeom prst="rect">
            <a:avLst/>
          </a:prstGeom>
        </p:spPr>
      </p:pic>
      <p:sp>
        <p:nvSpPr>
          <p:cNvPr id="20" name="Google Shape;68;p15"/>
          <p:cNvSpPr txBox="1">
            <a:spLocks noGrp="1"/>
          </p:cNvSpPr>
          <p:nvPr/>
        </p:nvSpPr>
        <p:spPr>
          <a:xfrm>
            <a:off x="149867" y="0"/>
            <a:ext cx="8844266" cy="295272"/>
          </a:xfrm>
          <a:prstGeom prst="rect">
            <a:avLst/>
          </a:prstGeom>
          <a:solidFill>
            <a:srgbClr val="0B0B1A">
              <a:alpha val="100000"/>
            </a:srgbClr>
          </a:solidFill>
        </p:spPr>
        <p:txBody>
          <a:bodyPr vert="horz" wrap="square" lIns="91424" tIns="91424" rIns="91424" bIns="91424" anchor="t" anchorCtr="0">
            <a:noAutofit/>
          </a:bodyPr>
          <a:lstStyle/>
          <a:p>
            <a:pPr marL="68580" lvl="0" indent="0" algn="l" defTabSz="685800" rtl="0" eaLnBrk="1" latinLnBrk="1" hangingPunct="1">
              <a:lnSpc>
                <a:spcPct val="90000"/>
              </a:lnSpc>
              <a:spcBef>
                <a:spcPts val="0"/>
              </a:spcBef>
              <a:spcAft>
                <a:spcPts val="0"/>
              </a:spcAft>
              <a:buSzPct val="100000"/>
              <a:buNone/>
              <a:defRPr/>
            </a:pPr>
            <a:r>
              <a:rPr kumimoji="0" lang="en-US" altLang="ko-KR" sz="1600" b="1" i="0" u="none" strike="noStrike" kern="1200" cap="none" spc="0" normalizeH="0" baseline="0">
                <a:solidFill>
                  <a:srgbClr val="FFFFFF"/>
                </a:solidFill>
                <a:latin typeface="KoPub돋움체 Light"/>
                <a:ea typeface="KoPub돋움체 Light"/>
                <a:cs typeface="Corbel"/>
              </a:rPr>
              <a:t>9. </a:t>
            </a:r>
            <a:r>
              <a:rPr kumimoji="0" lang="ko-KR" altLang="en-US" sz="1600" b="1" i="0" u="none" strike="noStrike" kern="1200" cap="none" spc="0" normalizeH="0" baseline="0">
                <a:solidFill>
                  <a:srgbClr val="FFFFFF"/>
                </a:solidFill>
                <a:latin typeface="KoPub돋움체 Light"/>
                <a:ea typeface="KoPub돋움체 Light"/>
                <a:cs typeface="맑은 고딕"/>
              </a:rPr>
              <a:t>인공지능 학습</a:t>
            </a:r>
            <a:endParaRPr kumimoji="0" lang="en-US" altLang="ko-KR" sz="1600" b="1" i="0" u="none" strike="noStrike" kern="1200" cap="none" spc="0" normalizeH="0" baseline="0">
              <a:solidFill>
                <a:srgbClr val="FFFFFF"/>
              </a:solidFill>
              <a:latin typeface="KoPub돋움체 Light"/>
              <a:ea typeface="KoPub돋움체 Light"/>
              <a:cs typeface="Corbel"/>
            </a:endParaRPr>
          </a:p>
        </p:txBody>
      </p:sp>
    </p:spTree>
  </p:cSld>
  <p:clrMapOvr>
    <a:masterClrMapping/>
  </p:clrMapOvr>
  <mc:AlternateContent xmlns:mc="http://schemas.openxmlformats.org/markup-compatibility/2006" xmlns:p14="http://schemas.microsoft.com/office/powerpoint/2010/main">
    <mc:Choice Requires="p14">
      <p:transition/>
    </mc:Choice>
    <mc:Fallback xmlns="" xmlns:c="http://schemas.openxmlformats.org/drawingml/2006/chart" xmlns:dgm="http://schemas.openxmlformats.org/drawingml/2006/diagram" xmlns:dsp="http://schemas.microsoft.com/office/drawing/2008/diagram">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Google Shape;19;p4"/>
          <p:cNvSpPr>
            <a:spLocks noGrp="1"/>
          </p:cNvSpPr>
          <p:nvPr>
            <p:ph type="sldNum" idx="12"/>
          </p:nvPr>
        </p:nvSpPr>
        <p:spPr/>
        <p:txBody>
          <a:bodyPr>
            <a:normAutofit/>
          </a:bodyPr>
          <a:lstStyle/>
          <a:p>
            <a:pPr marL="0" lvl="0" indent="0" algn="r" rtl="0">
              <a:spcBef>
                <a:spcPts val="0"/>
              </a:spcBef>
              <a:spcAft>
                <a:spcPts val="0"/>
              </a:spcAft>
              <a:buNone/>
              <a:defRPr/>
            </a:pPr>
            <a:fld id="{00000000-1234-1234-1234-123412341234}" type="slidenum">
              <a:rPr lang="en-US">
                <a:latin typeface="KoPub돋움체 Light"/>
                <a:ea typeface="KoPub돋움체 Light"/>
                <a:cs typeface="+mn-cs"/>
              </a:rPr>
              <a:pPr marL="0" lvl="0" indent="0" algn="r" rtl="0">
                <a:spcBef>
                  <a:spcPts val="0"/>
                </a:spcBef>
                <a:spcAft>
                  <a:spcPts val="0"/>
                </a:spcAft>
                <a:buNone/>
                <a:defRPr/>
              </a:pPr>
              <a:t>23</a:t>
            </a:fld>
            <a:endParaRPr lang="en-US">
              <a:latin typeface="KoPub돋움체 Light"/>
              <a:ea typeface="KoPub돋움체 Light"/>
              <a:cs typeface="+mn-cs"/>
            </a:endParaRPr>
          </a:p>
        </p:txBody>
      </p:sp>
      <p:sp>
        <p:nvSpPr>
          <p:cNvPr id="8" name="Google Shape;17;p4"/>
          <p:cNvSpPr>
            <a:spLocks noGrp="1"/>
          </p:cNvSpPr>
          <p:nvPr/>
        </p:nvSpPr>
        <p:spPr>
          <a:xfrm>
            <a:off x="173182" y="555346"/>
            <a:ext cx="8780318" cy="323015"/>
          </a:xfrm>
          <a:prstGeom prst="rect">
            <a:avLst/>
          </a:prstGeom>
          <a:solidFill>
            <a:srgbClr val="E2FF9F"/>
          </a:solidFill>
          <a:ln>
            <a:noFill/>
          </a:ln>
        </p:spPr>
        <p:txBody>
          <a:bodyPr wrap="square" lIns="91424" tIns="91424" rIns="91424" bIns="91424" anchor="t" anchorCtr="0">
            <a:noAutofit/>
          </a:bodyPr>
          <a:lstStyle/>
          <a:p>
            <a:pPr>
              <a:defRPr/>
            </a:pPr>
            <a:r>
              <a:rPr lang="en-US" altLang="ko-KR" sz="1400" b="1">
                <a:latin typeface="KoPub돋움체 Light"/>
                <a:ea typeface="KoPub돋움체 Light"/>
                <a:cs typeface="+mn-cs"/>
              </a:rPr>
              <a:t>KoBERT (LLM)</a:t>
            </a:r>
          </a:p>
        </p:txBody>
      </p:sp>
      <p:sp>
        <p:nvSpPr>
          <p:cNvPr id="14" name="Google Shape;17;p4"/>
          <p:cNvSpPr>
            <a:spLocks noGrp="1"/>
          </p:cNvSpPr>
          <p:nvPr>
            <p:ph type="title"/>
          </p:nvPr>
        </p:nvSpPr>
        <p:spPr>
          <a:xfrm>
            <a:off x="381000" y="957945"/>
            <a:ext cx="8361218" cy="2158813"/>
          </a:xfrm>
        </p:spPr>
        <p:txBody>
          <a:bodyPr>
            <a:noAutofit/>
          </a:bodyPr>
          <a:lstStyle/>
          <a:p>
            <a:pPr marL="114300" indent="0">
              <a:buNone/>
              <a:defRPr/>
            </a:pPr>
            <a:r>
              <a:rPr lang="ko-KR" altLang="en-US" sz="1200">
                <a:solidFill>
                  <a:schemeClr val="tx1"/>
                </a:solidFill>
                <a:latin typeface="KoPub돋움체 Light"/>
                <a:ea typeface="KoPub돋움체 Light"/>
                <a:cs typeface="+mn-cs"/>
              </a:rPr>
              <a:t>■  </a:t>
            </a:r>
            <a:r>
              <a:rPr lang="en-US" altLang="ko-KR" sz="1200">
                <a:solidFill>
                  <a:schemeClr val="tx1"/>
                </a:solidFill>
                <a:latin typeface="KoPub돋움체 Light"/>
                <a:ea typeface="KoPub돋움체 Light"/>
                <a:cs typeface="+mn-cs"/>
              </a:rPr>
              <a:t>정확도 향상 전략</a:t>
            </a:r>
            <a:br>
              <a:rPr lang="en-US" altLang="ko-KR" sz="1200">
                <a:solidFill>
                  <a:schemeClr val="tx1"/>
                </a:solidFill>
                <a:latin typeface="KoPub돋움체 Light"/>
                <a:ea typeface="KoPub돋움체 Light"/>
                <a:cs typeface="+mn-cs"/>
              </a:rPr>
            </a:br>
            <a:br>
              <a:rPr lang="en-US" altLang="ko-KR" sz="1200">
                <a:solidFill>
                  <a:schemeClr val="tx1"/>
                </a:solidFill>
                <a:latin typeface="KoPub돋움체 Light"/>
                <a:ea typeface="KoPub돋움체 Light"/>
                <a:cs typeface="+mn-cs"/>
              </a:rPr>
            </a:br>
            <a:r>
              <a:rPr lang="en-US" altLang="ko-KR" sz="1200">
                <a:solidFill>
                  <a:schemeClr val="tx1"/>
                </a:solidFill>
                <a:latin typeface="KoPub돋움체 Light"/>
                <a:ea typeface="KoPub돋움체 Light"/>
                <a:cs typeface="+mn-cs"/>
              </a:rPr>
              <a:t>  ●  예측의 신뢰도를 높이는 방법</a:t>
            </a:r>
          </a:p>
          <a:p>
            <a:pPr marL="114300" indent="0">
              <a:buNone/>
              <a:defRPr/>
            </a:pPr>
            <a:endParaRPr lang="en-US" altLang="ko-KR" sz="1200">
              <a:solidFill>
                <a:schemeClr val="tx1"/>
              </a:solidFill>
              <a:latin typeface="KoPub돋움체 Light"/>
              <a:ea typeface="KoPub돋움체 Light"/>
              <a:cs typeface="+mn-cs"/>
            </a:endParaRPr>
          </a:p>
          <a:p>
            <a:pPr marL="114300" indent="0">
              <a:buNone/>
              <a:defRPr/>
            </a:pPr>
            <a:r>
              <a:rPr lang="en-US" altLang="ko-KR" sz="1200">
                <a:solidFill>
                  <a:schemeClr val="tx1"/>
                </a:solidFill>
                <a:latin typeface="KoPub돋움체 Light"/>
                <a:ea typeface="KoPub돋움체 Light"/>
                <a:cs typeface="+mn-cs"/>
              </a:rPr>
              <a:t>규칙 기반 보정:</a:t>
            </a:r>
          </a:p>
          <a:p>
            <a:pPr marL="114300" indent="0">
              <a:buNone/>
              <a:defRPr/>
            </a:pPr>
            <a:endParaRPr lang="en-US" altLang="ko-KR" sz="1200">
              <a:solidFill>
                <a:schemeClr val="tx1"/>
              </a:solidFill>
              <a:latin typeface="KoPub돋움체 Light"/>
              <a:ea typeface="KoPub돋움체 Light"/>
              <a:cs typeface="+mn-cs"/>
            </a:endParaRPr>
          </a:p>
          <a:p>
            <a:pPr marL="114300" indent="0">
              <a:buNone/>
              <a:defRPr/>
            </a:pPr>
            <a:r>
              <a:rPr lang="en-US" altLang="ko-KR" sz="1200">
                <a:solidFill>
                  <a:schemeClr val="tx1"/>
                </a:solidFill>
                <a:latin typeface="KoPub돋움체 Light"/>
                <a:ea typeface="KoPub돋움체 Light"/>
                <a:cs typeface="+mn-cs"/>
              </a:rPr>
              <a:t>모델이 예측한 감정 결과에 키워드와 규칙을 적용하여 정확도를 높였습니다.</a:t>
            </a:r>
          </a:p>
          <a:p>
            <a:pPr marL="114300" indent="0">
              <a:buNone/>
              <a:defRPr/>
            </a:pPr>
            <a:endParaRPr lang="en-US" altLang="ko-KR" sz="1200">
              <a:solidFill>
                <a:schemeClr val="tx1"/>
              </a:solidFill>
              <a:latin typeface="KoPub돋움체 Light"/>
              <a:ea typeface="KoPub돋움체 Light"/>
              <a:cs typeface="+mn-cs"/>
            </a:endParaRPr>
          </a:p>
          <a:p>
            <a:pPr marL="114300" indent="0">
              <a:buNone/>
              <a:defRPr/>
            </a:pPr>
            <a:r>
              <a:rPr lang="en-US" altLang="ko-KR" sz="1200">
                <a:solidFill>
                  <a:schemeClr val="tx1"/>
                </a:solidFill>
                <a:latin typeface="KoPub돋움체 Light"/>
                <a:ea typeface="KoPub돋움체 Light"/>
                <a:cs typeface="+mn-cs"/>
              </a:rPr>
              <a:t>예를 들어, "너무 무섭지 않아"라는 문장에서 '무섭'이라는 키워드를 감지하고, 뒤에 따라오는 '않아'와 같은 부정어를 인식하여 정확한 감정(중립이나 슬픔)으로 보정합니다.</a:t>
            </a:r>
          </a:p>
          <a:p>
            <a:pPr marL="114300" indent="0">
              <a:buNone/>
              <a:defRPr/>
            </a:pPr>
            <a:endParaRPr lang="en-US" altLang="ko-KR" sz="1200">
              <a:solidFill>
                <a:schemeClr val="tx1"/>
              </a:solidFill>
              <a:latin typeface="KoPub돋움체 Light"/>
              <a:ea typeface="KoPub돋움체 Light"/>
              <a:cs typeface="+mn-cs"/>
            </a:endParaRPr>
          </a:p>
          <a:p>
            <a:pPr marL="114300" indent="0">
              <a:buNone/>
              <a:defRPr/>
            </a:pPr>
            <a:r>
              <a:rPr lang="en-US" altLang="ko-KR" sz="1200">
                <a:solidFill>
                  <a:schemeClr val="tx1"/>
                </a:solidFill>
                <a:latin typeface="KoPub돋움체 Light"/>
                <a:ea typeface="KoPub돋움체 Light"/>
                <a:cs typeface="+mn-cs"/>
              </a:rPr>
              <a:t>아래 코드가 감정 예측과 보정 로직을 보여줍니다.</a:t>
            </a:r>
            <a:br>
              <a:rPr lang="en-US" altLang="ko-KR" sz="1200">
                <a:solidFill>
                  <a:schemeClr val="tx1"/>
                </a:solidFill>
                <a:latin typeface="KoPub돋움체 Light"/>
                <a:ea typeface="KoPub돋움체 Light"/>
                <a:cs typeface="+mn-cs"/>
              </a:rPr>
            </a:br>
            <a:br>
              <a:rPr lang="ko-KR" altLang="en-US" sz="1200">
                <a:solidFill>
                  <a:schemeClr val="tx1"/>
                </a:solidFill>
                <a:latin typeface="KoPub돋움체 Light"/>
                <a:ea typeface="KoPub돋움체 Light"/>
                <a:cs typeface="+mn-cs"/>
              </a:rPr>
            </a:br>
            <a:endParaRPr lang="ko-KR" altLang="en-US" sz="1200">
              <a:solidFill>
                <a:schemeClr val="tx1"/>
              </a:solidFill>
              <a:latin typeface="KoPub돋움체 Light"/>
              <a:ea typeface="KoPub돋움체 Light"/>
              <a:cs typeface="+mn-cs"/>
            </a:endParaRPr>
          </a:p>
        </p:txBody>
      </p:sp>
      <p:pic>
        <p:nvPicPr>
          <p:cNvPr id="16" name="그림 15"/>
          <p:cNvPicPr>
            <a:picLocks noChangeAspect="1"/>
          </p:cNvPicPr>
          <p:nvPr/>
        </p:nvPicPr>
        <p:blipFill rotWithShape="1">
          <a:blip r:embed="rId3"/>
          <a:stretch>
            <a:fillRect/>
          </a:stretch>
        </p:blipFill>
        <p:spPr>
          <a:xfrm>
            <a:off x="338379" y="3239842"/>
            <a:ext cx="4233620" cy="1691916"/>
          </a:xfrm>
          <a:prstGeom prst="rect">
            <a:avLst/>
          </a:prstGeom>
        </p:spPr>
      </p:pic>
      <p:pic>
        <p:nvPicPr>
          <p:cNvPr id="17" name="그림 16"/>
          <p:cNvPicPr>
            <a:picLocks noChangeAspect="1"/>
          </p:cNvPicPr>
          <p:nvPr/>
        </p:nvPicPr>
        <p:blipFill rotWithShape="1">
          <a:blip r:embed="rId4"/>
          <a:stretch>
            <a:fillRect/>
          </a:stretch>
        </p:blipFill>
        <p:spPr>
          <a:xfrm>
            <a:off x="4631648" y="3269479"/>
            <a:ext cx="4157824" cy="1660494"/>
          </a:xfrm>
          <a:prstGeom prst="rect">
            <a:avLst/>
          </a:prstGeom>
        </p:spPr>
      </p:pic>
      <p:sp>
        <p:nvSpPr>
          <p:cNvPr id="18" name="TextBox 17"/>
          <p:cNvSpPr txBox="1"/>
          <p:nvPr/>
        </p:nvSpPr>
        <p:spPr>
          <a:xfrm>
            <a:off x="5839379" y="2759659"/>
            <a:ext cx="1657795" cy="364577"/>
          </a:xfrm>
          <a:prstGeom prst="rect">
            <a:avLst/>
          </a:prstGeom>
        </p:spPr>
        <p:txBody>
          <a:bodyPr wrap="none">
            <a:spAutoFit/>
          </a:bodyPr>
          <a:lstStyle/>
          <a:p>
            <a:pPr>
              <a:defRPr/>
            </a:pPr>
            <a:r>
              <a:rPr lang="ko-KR" altLang="en-US"/>
              <a:t>예측 보정 로직</a:t>
            </a:r>
          </a:p>
        </p:txBody>
      </p:sp>
      <p:sp>
        <p:nvSpPr>
          <p:cNvPr id="20" name="화살표: 아래쪽 19"/>
          <p:cNvSpPr/>
          <p:nvPr/>
        </p:nvSpPr>
        <p:spPr>
          <a:xfrm>
            <a:off x="6570771" y="3076297"/>
            <a:ext cx="253442" cy="164621"/>
          </a:xfrm>
          <a:prstGeom prst="downArrow">
            <a:avLst>
              <a:gd name="adj1" fmla="val 50000"/>
              <a:gd name="adj2" fmla="val 50000"/>
            </a:avLst>
          </a:prstGeom>
        </p:spPr>
        <p:style>
          <a:lnRef idx="2">
            <a:schemeClr val="accent1">
              <a:shade val="20000"/>
            </a:schemeClr>
          </a:lnRef>
          <a:fillRef idx="1">
            <a:schemeClr val="accent1"/>
          </a:fillRef>
          <a:effectRef idx="0">
            <a:schemeClr val="accent1"/>
          </a:effectRef>
          <a:fontRef idx="minor">
            <a:schemeClr val="lt1"/>
          </a:fontRef>
        </p:style>
        <p:txBody>
          <a:bodyPr anchor="ctr"/>
          <a:lstStyle/>
          <a:p>
            <a:pPr algn="ctr">
              <a:defRPr/>
            </a:pPr>
            <a:endParaRPr lang="ko-KR" altLang="en-US"/>
          </a:p>
        </p:txBody>
      </p:sp>
      <p:sp>
        <p:nvSpPr>
          <p:cNvPr id="23" name="Google Shape;68;p15"/>
          <p:cNvSpPr txBox="1">
            <a:spLocks noGrp="1"/>
          </p:cNvSpPr>
          <p:nvPr/>
        </p:nvSpPr>
        <p:spPr>
          <a:xfrm>
            <a:off x="149867" y="0"/>
            <a:ext cx="8844266" cy="295272"/>
          </a:xfrm>
          <a:prstGeom prst="rect">
            <a:avLst/>
          </a:prstGeom>
          <a:solidFill>
            <a:srgbClr val="0B0B1A">
              <a:alpha val="100000"/>
            </a:srgbClr>
          </a:solidFill>
        </p:spPr>
        <p:txBody>
          <a:bodyPr vert="horz" wrap="square" lIns="91424" tIns="91424" rIns="91424" bIns="91424" anchor="t" anchorCtr="0">
            <a:noAutofit/>
          </a:bodyPr>
          <a:lstStyle/>
          <a:p>
            <a:pPr marL="68580" lvl="0" indent="0" algn="l" defTabSz="685800" rtl="0" eaLnBrk="1" latinLnBrk="1" hangingPunct="1">
              <a:lnSpc>
                <a:spcPct val="90000"/>
              </a:lnSpc>
              <a:spcBef>
                <a:spcPts val="0"/>
              </a:spcBef>
              <a:spcAft>
                <a:spcPts val="0"/>
              </a:spcAft>
              <a:buSzPct val="100000"/>
              <a:buNone/>
              <a:defRPr/>
            </a:pPr>
            <a:r>
              <a:rPr kumimoji="0" lang="en-US" altLang="ko-KR" sz="1600" b="1" i="0" u="none" strike="noStrike" kern="1200" cap="none" spc="0" normalizeH="0" baseline="0">
                <a:solidFill>
                  <a:srgbClr val="FFFFFF"/>
                </a:solidFill>
                <a:latin typeface="KoPub돋움체 Light"/>
                <a:ea typeface="KoPub돋움체 Light"/>
                <a:cs typeface="Corbel"/>
              </a:rPr>
              <a:t>9. </a:t>
            </a:r>
            <a:r>
              <a:rPr kumimoji="0" lang="ko-KR" altLang="en-US" sz="1600" b="1" i="0" u="none" strike="noStrike" kern="1200" cap="none" spc="0" normalizeH="0" baseline="0">
                <a:solidFill>
                  <a:srgbClr val="FFFFFF"/>
                </a:solidFill>
                <a:latin typeface="KoPub돋움체 Light"/>
                <a:ea typeface="KoPub돋움체 Light"/>
                <a:cs typeface="맑은 고딕"/>
              </a:rPr>
              <a:t>인공지능 학습</a:t>
            </a:r>
            <a:endParaRPr kumimoji="0" lang="en-US" altLang="ko-KR" sz="1600" b="1" i="0" u="none" strike="noStrike" kern="1200" cap="none" spc="0" normalizeH="0" baseline="0">
              <a:solidFill>
                <a:srgbClr val="FFFFFF"/>
              </a:solidFill>
              <a:latin typeface="KoPub돋움체 Light"/>
              <a:ea typeface="KoPub돋움체 Light"/>
              <a:cs typeface="Corbel"/>
            </a:endParaRPr>
          </a:p>
        </p:txBody>
      </p:sp>
    </p:spTree>
  </p:cSld>
  <p:clrMapOvr>
    <a:masterClrMapping/>
  </p:clrMapOvr>
  <mc:AlternateContent xmlns:mc="http://schemas.openxmlformats.org/markup-compatibility/2006" xmlns:p14="http://schemas.microsoft.com/office/powerpoint/2010/main">
    <mc:Choice Requires="p14">
      <p:transition/>
    </mc:Choice>
    <mc:Fallback xmlns="" xmlns:c="http://schemas.openxmlformats.org/drawingml/2006/chart" xmlns:dgm="http://schemas.openxmlformats.org/drawingml/2006/diagram" xmlns:dsp="http://schemas.microsoft.com/office/drawing/2008/diagram">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Google Shape;19;p4"/>
          <p:cNvSpPr>
            <a:spLocks noGrp="1"/>
          </p:cNvSpPr>
          <p:nvPr>
            <p:ph type="sldNum" idx="12"/>
          </p:nvPr>
        </p:nvSpPr>
        <p:spPr/>
        <p:txBody>
          <a:bodyPr>
            <a:normAutofit/>
          </a:bodyPr>
          <a:lstStyle/>
          <a:p>
            <a:pPr marL="0" lvl="0" indent="0" algn="r" rtl="0">
              <a:spcBef>
                <a:spcPts val="0"/>
              </a:spcBef>
              <a:spcAft>
                <a:spcPts val="0"/>
              </a:spcAft>
              <a:buNone/>
              <a:defRPr/>
            </a:pPr>
            <a:fld id="{00000000-1234-1234-1234-123412341234}" type="slidenum">
              <a:rPr lang="en-US">
                <a:latin typeface="KoPub돋움체 Light"/>
                <a:ea typeface="KoPub돋움체 Light"/>
                <a:cs typeface="+mn-cs"/>
              </a:rPr>
              <a:pPr marL="0" lvl="0" indent="0" algn="r" rtl="0">
                <a:spcBef>
                  <a:spcPts val="0"/>
                </a:spcBef>
                <a:spcAft>
                  <a:spcPts val="0"/>
                </a:spcAft>
                <a:buNone/>
                <a:defRPr/>
              </a:pPr>
              <a:t>24</a:t>
            </a:fld>
            <a:endParaRPr lang="en-US">
              <a:latin typeface="KoPub돋움체 Light"/>
              <a:ea typeface="KoPub돋움체 Light"/>
              <a:cs typeface="+mn-cs"/>
            </a:endParaRPr>
          </a:p>
        </p:txBody>
      </p:sp>
      <p:sp>
        <p:nvSpPr>
          <p:cNvPr id="8" name="Google Shape;17;p4"/>
          <p:cNvSpPr>
            <a:spLocks noGrp="1"/>
          </p:cNvSpPr>
          <p:nvPr/>
        </p:nvSpPr>
        <p:spPr>
          <a:xfrm>
            <a:off x="173182" y="555346"/>
            <a:ext cx="8780318" cy="323015"/>
          </a:xfrm>
          <a:prstGeom prst="rect">
            <a:avLst/>
          </a:prstGeom>
          <a:solidFill>
            <a:srgbClr val="E2FF9F"/>
          </a:solidFill>
          <a:ln>
            <a:noFill/>
          </a:ln>
        </p:spPr>
        <p:txBody>
          <a:bodyPr wrap="square" lIns="91424" tIns="91424" rIns="91424" bIns="91424" anchor="t" anchorCtr="0">
            <a:noAutofit/>
          </a:bodyPr>
          <a:lstStyle/>
          <a:p>
            <a:pPr>
              <a:defRPr/>
            </a:pPr>
            <a:r>
              <a:rPr lang="en-US" altLang="ko-KR" sz="1400" b="1">
                <a:latin typeface="KoPub돋움체 Light"/>
                <a:ea typeface="KoPub돋움체 Light"/>
                <a:cs typeface="+mn-cs"/>
              </a:rPr>
              <a:t>KoBERT (LLM)</a:t>
            </a:r>
          </a:p>
        </p:txBody>
      </p:sp>
      <p:sp>
        <p:nvSpPr>
          <p:cNvPr id="14" name="Google Shape;17;p4"/>
          <p:cNvSpPr>
            <a:spLocks noGrp="1"/>
          </p:cNvSpPr>
          <p:nvPr>
            <p:ph type="title"/>
          </p:nvPr>
        </p:nvSpPr>
        <p:spPr>
          <a:xfrm>
            <a:off x="381000" y="957945"/>
            <a:ext cx="8361218" cy="2408498"/>
          </a:xfrm>
        </p:spPr>
        <p:txBody>
          <a:bodyPr>
            <a:noAutofit/>
          </a:bodyPr>
          <a:lstStyle/>
          <a:p>
            <a:pPr marL="114300" indent="0">
              <a:buNone/>
              <a:defRPr/>
            </a:pPr>
            <a:r>
              <a:rPr lang="ko-KR" altLang="en-US" sz="1200">
                <a:solidFill>
                  <a:schemeClr val="tx1"/>
                </a:solidFill>
                <a:latin typeface="KoPub돋움체 Light"/>
                <a:ea typeface="KoPub돋움체 Light"/>
                <a:cs typeface="+mn-cs"/>
              </a:rPr>
              <a:t>■  </a:t>
            </a:r>
            <a:r>
              <a:rPr lang="en-US" altLang="ko-KR" sz="1200">
                <a:solidFill>
                  <a:schemeClr val="tx1"/>
                </a:solidFill>
                <a:latin typeface="KoPub돋움체 Light"/>
                <a:ea typeface="KoPub돋움체 Light"/>
                <a:cs typeface="+mn-cs"/>
              </a:rPr>
              <a:t>음식 추천 로직</a:t>
            </a:r>
            <a:br>
              <a:rPr lang="en-US" altLang="ko-KR" sz="1200">
                <a:solidFill>
                  <a:schemeClr val="tx1"/>
                </a:solidFill>
                <a:latin typeface="KoPub돋움체 Light"/>
                <a:ea typeface="KoPub돋움체 Light"/>
                <a:cs typeface="+mn-cs"/>
              </a:rPr>
            </a:br>
            <a:br>
              <a:rPr lang="en-US" altLang="ko-KR" sz="1200">
                <a:solidFill>
                  <a:schemeClr val="tx1"/>
                </a:solidFill>
                <a:latin typeface="KoPub돋움체 Light"/>
                <a:ea typeface="KoPub돋움체 Light"/>
                <a:cs typeface="+mn-cs"/>
              </a:rPr>
            </a:br>
            <a:r>
              <a:rPr lang="en-US" altLang="ko-KR" sz="1200">
                <a:solidFill>
                  <a:schemeClr val="tx1"/>
                </a:solidFill>
                <a:latin typeface="KoPub돋움체 Light"/>
                <a:ea typeface="KoPub돋움체 Light"/>
                <a:cs typeface="+mn-cs"/>
              </a:rPr>
              <a:t>  ●  감정과 음식을 연결하는 기술</a:t>
            </a:r>
          </a:p>
          <a:p>
            <a:pPr marL="114300" indent="0">
              <a:buNone/>
              <a:defRPr/>
            </a:pPr>
            <a:endParaRPr lang="en-US" altLang="ko-KR" sz="1200">
              <a:solidFill>
                <a:schemeClr val="tx1"/>
              </a:solidFill>
              <a:latin typeface="KoPub돋움체 Light"/>
              <a:ea typeface="KoPub돋움체 Light"/>
              <a:cs typeface="+mn-cs"/>
            </a:endParaRPr>
          </a:p>
          <a:p>
            <a:pPr marL="114300" indent="0">
              <a:buNone/>
              <a:defRPr/>
            </a:pPr>
            <a:r>
              <a:rPr lang="en-US" altLang="ko-KR" sz="1200">
                <a:solidFill>
                  <a:schemeClr val="tx1"/>
                </a:solidFill>
                <a:latin typeface="KoPub돋움체 Light"/>
                <a:ea typeface="KoPub돋움체 Light"/>
                <a:cs typeface="+mn-cs"/>
              </a:rPr>
              <a:t>벡터 데이터베이스 (Vector DB):</a:t>
            </a:r>
          </a:p>
          <a:p>
            <a:pPr marL="114300" indent="0">
              <a:buNone/>
              <a:defRPr/>
            </a:pPr>
            <a:endParaRPr lang="en-US" altLang="ko-KR" sz="1200">
              <a:solidFill>
                <a:schemeClr val="tx1"/>
              </a:solidFill>
              <a:latin typeface="KoPub돋움체 Light"/>
              <a:ea typeface="KoPub돋움체 Light"/>
              <a:cs typeface="+mn-cs"/>
            </a:endParaRPr>
          </a:p>
          <a:p>
            <a:pPr marL="114300" indent="0">
              <a:buNone/>
              <a:defRPr/>
            </a:pPr>
            <a:r>
              <a:rPr lang="en-US" altLang="ko-KR" sz="1200">
                <a:solidFill>
                  <a:schemeClr val="tx1"/>
                </a:solidFill>
                <a:latin typeface="KoPub돋움체 Light"/>
                <a:ea typeface="KoPub돋움체 Light"/>
                <a:cs typeface="+mn-cs"/>
              </a:rPr>
              <a:t>각 감정별로 미리 정의된 설명을 **숫자 형태(벡터)**로 저장해 둔 데이터베이스입니다.</a:t>
            </a:r>
          </a:p>
          <a:p>
            <a:pPr marL="114300" indent="0">
              <a:buNone/>
              <a:defRPr/>
            </a:pPr>
            <a:endParaRPr lang="en-US" altLang="ko-KR" sz="1200">
              <a:solidFill>
                <a:schemeClr val="tx1"/>
              </a:solidFill>
              <a:latin typeface="KoPub돋움체 Light"/>
              <a:ea typeface="KoPub돋움체 Light"/>
              <a:cs typeface="+mn-cs"/>
            </a:endParaRPr>
          </a:p>
          <a:p>
            <a:pPr marL="114300" indent="0">
              <a:buNone/>
              <a:defRPr/>
            </a:pPr>
            <a:r>
              <a:rPr lang="en-US" altLang="ko-KR" sz="1200">
                <a:solidFill>
                  <a:schemeClr val="tx1"/>
                </a:solidFill>
                <a:latin typeface="KoPub돋움체 Light"/>
                <a:ea typeface="KoPub돋움체 Light"/>
                <a:cs typeface="+mn-cs"/>
              </a:rPr>
              <a:t>RAG (검색 증강 생성):</a:t>
            </a:r>
            <a:r>
              <a:rPr lang="ko-KR" altLang="en-US" sz="1200">
                <a:solidFill>
                  <a:schemeClr val="tx1"/>
                </a:solidFill>
                <a:latin typeface="KoPub돋움체 Light"/>
                <a:ea typeface="KoPub돋움체 Light"/>
                <a:cs typeface="+mn-cs"/>
              </a:rPr>
              <a:t> </a:t>
            </a:r>
            <a:r>
              <a:rPr lang="en-US" altLang="ko-KR" sz="1200">
                <a:solidFill>
                  <a:schemeClr val="tx1"/>
                </a:solidFill>
                <a:latin typeface="KoPub돋움체 Light"/>
                <a:ea typeface="KoPub돋움체 Light"/>
                <a:cs typeface="+mn-cs"/>
              </a:rPr>
              <a:t>사용자의 감정(예: '행복')을 분석하면, 이 감정과 가장 유사한 벡터를 데이터베이스에서 검색합니다.</a:t>
            </a:r>
          </a:p>
          <a:p>
            <a:pPr marL="114300" indent="0">
              <a:buNone/>
              <a:defRPr/>
            </a:pPr>
            <a:endParaRPr lang="en-US" altLang="ko-KR" sz="1200">
              <a:solidFill>
                <a:schemeClr val="tx1"/>
              </a:solidFill>
              <a:latin typeface="KoPub돋움체 Light"/>
              <a:ea typeface="KoPub돋움체 Light"/>
              <a:cs typeface="+mn-cs"/>
            </a:endParaRPr>
          </a:p>
          <a:p>
            <a:pPr marL="114300" indent="0">
              <a:buNone/>
              <a:defRPr/>
            </a:pPr>
            <a:r>
              <a:rPr lang="en-US" altLang="ko-KR" sz="1200">
                <a:solidFill>
                  <a:schemeClr val="tx1"/>
                </a:solidFill>
                <a:latin typeface="KoPub돋움체 Light"/>
                <a:ea typeface="KoPub돋움체 Light"/>
                <a:cs typeface="+mn-cs"/>
              </a:rPr>
              <a:t>검색된 감정 설명(예: "행복은 만족감, 기쁨을 느끼는 감정입니다.")을 Gemini에게 전달하여 프롬프트를 만듭니다.</a:t>
            </a:r>
          </a:p>
          <a:p>
            <a:pPr marL="114300" indent="0">
              <a:buNone/>
              <a:defRPr/>
            </a:pPr>
            <a:endParaRPr lang="en-US" altLang="ko-KR" sz="1200">
              <a:solidFill>
                <a:schemeClr val="tx1"/>
              </a:solidFill>
              <a:latin typeface="KoPub돋움체 Light"/>
              <a:ea typeface="KoPub돋움체 Light"/>
              <a:cs typeface="+mn-cs"/>
            </a:endParaRPr>
          </a:p>
          <a:p>
            <a:pPr marL="114300" indent="0">
              <a:buNone/>
              <a:defRPr/>
            </a:pPr>
            <a:r>
              <a:rPr lang="en-US" altLang="ko-KR" sz="1200">
                <a:solidFill>
                  <a:schemeClr val="tx1"/>
                </a:solidFill>
                <a:latin typeface="KoPub돋움체 Light"/>
                <a:ea typeface="KoPub돋움체 Light"/>
                <a:cs typeface="+mn-cs"/>
              </a:rPr>
              <a:t>아래 코드가 Gemini API를 호출하여 음식 추천을 받는 부분입니다.Gemini는 이 정보를 바탕으로 감정에 맞는 음식 3가지를 추천해 줍니다.</a:t>
            </a:r>
          </a:p>
        </p:txBody>
      </p:sp>
      <p:pic>
        <p:nvPicPr>
          <p:cNvPr id="16" name="그림 15"/>
          <p:cNvPicPr>
            <a:picLocks noChangeAspect="1"/>
          </p:cNvPicPr>
          <p:nvPr/>
        </p:nvPicPr>
        <p:blipFill rotWithShape="1">
          <a:blip r:embed="rId3"/>
          <a:stretch>
            <a:fillRect/>
          </a:stretch>
        </p:blipFill>
        <p:spPr>
          <a:xfrm>
            <a:off x="1818766" y="3344569"/>
            <a:ext cx="5743574" cy="1504950"/>
          </a:xfrm>
          <a:prstGeom prst="rect">
            <a:avLst/>
          </a:prstGeom>
        </p:spPr>
      </p:pic>
      <p:sp>
        <p:nvSpPr>
          <p:cNvPr id="19" name="Google Shape;68;p15"/>
          <p:cNvSpPr txBox="1">
            <a:spLocks noGrp="1"/>
          </p:cNvSpPr>
          <p:nvPr/>
        </p:nvSpPr>
        <p:spPr>
          <a:xfrm>
            <a:off x="149867" y="0"/>
            <a:ext cx="8844266" cy="295272"/>
          </a:xfrm>
          <a:prstGeom prst="rect">
            <a:avLst/>
          </a:prstGeom>
          <a:solidFill>
            <a:srgbClr val="0B0B1A">
              <a:alpha val="100000"/>
            </a:srgbClr>
          </a:solidFill>
        </p:spPr>
        <p:txBody>
          <a:bodyPr vert="horz" wrap="square" lIns="91424" tIns="91424" rIns="91424" bIns="91424" anchor="t" anchorCtr="0">
            <a:noAutofit/>
          </a:bodyPr>
          <a:lstStyle/>
          <a:p>
            <a:pPr marL="68580" lvl="0" indent="0" algn="l" defTabSz="685800" rtl="0" eaLnBrk="1" latinLnBrk="1" hangingPunct="1">
              <a:lnSpc>
                <a:spcPct val="90000"/>
              </a:lnSpc>
              <a:spcBef>
                <a:spcPts val="0"/>
              </a:spcBef>
              <a:spcAft>
                <a:spcPts val="0"/>
              </a:spcAft>
              <a:buSzPct val="100000"/>
              <a:buNone/>
              <a:defRPr/>
            </a:pPr>
            <a:r>
              <a:rPr kumimoji="0" lang="en-US" altLang="ko-KR" sz="1600" b="1" i="0" u="none" strike="noStrike" kern="1200" cap="none" spc="0" normalizeH="0" baseline="0">
                <a:solidFill>
                  <a:srgbClr val="FFFFFF"/>
                </a:solidFill>
                <a:latin typeface="KoPub돋움체 Light"/>
                <a:ea typeface="KoPub돋움체 Light"/>
                <a:cs typeface="Corbel"/>
              </a:rPr>
              <a:t>9. </a:t>
            </a:r>
            <a:r>
              <a:rPr kumimoji="0" lang="ko-KR" altLang="en-US" sz="1600" b="1" i="0" u="none" strike="noStrike" kern="1200" cap="none" spc="0" normalizeH="0" baseline="0">
                <a:solidFill>
                  <a:srgbClr val="FFFFFF"/>
                </a:solidFill>
                <a:latin typeface="KoPub돋움체 Light"/>
                <a:ea typeface="KoPub돋움체 Light"/>
                <a:cs typeface="맑은 고딕"/>
              </a:rPr>
              <a:t>인공지능 학습</a:t>
            </a:r>
            <a:endParaRPr kumimoji="0" lang="en-US" altLang="ko-KR" sz="1600" b="1" i="0" u="none" strike="noStrike" kern="1200" cap="none" spc="0" normalizeH="0" baseline="0">
              <a:solidFill>
                <a:srgbClr val="FFFFFF"/>
              </a:solidFill>
              <a:latin typeface="KoPub돋움체 Light"/>
              <a:ea typeface="KoPub돋움체 Light"/>
              <a:cs typeface="Corbel"/>
            </a:endParaRPr>
          </a:p>
        </p:txBody>
      </p:sp>
    </p:spTree>
  </p:cSld>
  <p:clrMapOvr>
    <a:masterClrMapping/>
  </p:clrMapOvr>
  <mc:AlternateContent xmlns:mc="http://schemas.openxmlformats.org/markup-compatibility/2006" xmlns:p14="http://schemas.microsoft.com/office/powerpoint/2010/main">
    <mc:Choice Requires="p14">
      <p:transition/>
    </mc:Choice>
    <mc:Fallback xmlns="" xmlns:c="http://schemas.openxmlformats.org/drawingml/2006/chart" xmlns:dgm="http://schemas.openxmlformats.org/drawingml/2006/diagram" xmlns:dsp="http://schemas.microsoft.com/office/drawing/2008/diagram">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5" name="Google Shape;135;p24"/>
          <p:cNvSpPr txBox="1">
            <a:spLocks noGrp="1"/>
          </p:cNvSpPr>
          <p:nvPr>
            <p:ph type="sldNum" idx="12"/>
          </p:nvPr>
        </p:nvSpPr>
        <p:spPr>
          <a:prstGeom prst="rect">
            <a:avLst/>
          </a:prstGeom>
        </p:spPr>
        <p:txBody>
          <a:bodyPr wrap="square" lIns="91424" tIns="91424" rIns="91424" bIns="91424" anchor="ctr" anchorCtr="0">
            <a:normAutofit/>
          </a:bodyPr>
          <a:lstStyle/>
          <a:p>
            <a:pPr marL="0" lvl="0" indent="0" algn="r" rtl="0">
              <a:spcBef>
                <a:spcPts val="0"/>
              </a:spcBef>
              <a:spcAft>
                <a:spcPts val="0"/>
              </a:spcAft>
              <a:buNone/>
              <a:defRPr/>
            </a:pPr>
            <a:fld id="{00000000-1234-1234-1234-123412341234}" type="slidenum">
              <a:rPr lang="en-US" altLang="ko">
                <a:latin typeface="KoPub돋움체 Light"/>
                <a:ea typeface="KoPub돋움체 Light"/>
                <a:cs typeface="+mn-cs"/>
              </a:rPr>
              <a:pPr marL="0" lvl="0" indent="0" algn="r" rtl="0">
                <a:spcBef>
                  <a:spcPts val="0"/>
                </a:spcBef>
                <a:spcAft>
                  <a:spcPts val="0"/>
                </a:spcAft>
                <a:buNone/>
                <a:defRPr/>
              </a:pPr>
              <a:t>25</a:t>
            </a:fld>
            <a:endParaRPr lang="en-US" altLang="ko">
              <a:latin typeface="KoPub돋움체 Light"/>
              <a:ea typeface="KoPub돋움체 Light"/>
              <a:cs typeface="+mn-cs"/>
            </a:endParaRPr>
          </a:p>
        </p:txBody>
      </p:sp>
      <p:graphicFrame>
        <p:nvGraphicFramePr>
          <p:cNvPr id="158" name="Group 369"/>
          <p:cNvGraphicFramePr>
            <a:graphicFrameLocks noGrp="1"/>
          </p:cNvGraphicFramePr>
          <p:nvPr/>
        </p:nvGraphicFramePr>
        <p:xfrm>
          <a:off x="6187558" y="326042"/>
          <a:ext cx="2744626" cy="685900"/>
        </p:xfrm>
        <a:graphic>
          <a:graphicData uri="http://schemas.openxmlformats.org/drawingml/2006/table">
            <a:tbl>
              <a:tblPr firstRow="1" bandRow="1"/>
              <a:tblGrid>
                <a:gridCol w="316692">
                  <a:extLst>
                    <a:ext uri="{9D8B030D-6E8A-4147-A177-3AD203B41FA5}">
                      <a16:colId xmlns:a16="http://schemas.microsoft.com/office/drawing/2014/main" val="20000"/>
                    </a:ext>
                  </a:extLst>
                </a:gridCol>
                <a:gridCol w="2427934">
                  <a:extLst>
                    <a:ext uri="{9D8B030D-6E8A-4147-A177-3AD203B41FA5}">
                      <a16:colId xmlns:a16="http://schemas.microsoft.com/office/drawing/2014/main" val="20001"/>
                    </a:ext>
                  </a:extLst>
                </a:gridCol>
              </a:tblGrid>
              <a:tr h="0">
                <a:tc gridSpan="2">
                  <a:txBody>
                    <a:bodyPr/>
                    <a:lstStyle/>
                    <a:p>
                      <a:pPr marL="0" marR="0" lvl="0" indent="0" algn="l" defTabSz="914400" rtl="0" eaLnBrk="0" latinLnBrk="1" hangingPunct="0">
                        <a:lnSpc>
                          <a:spcPct val="100000"/>
                        </a:lnSpc>
                        <a:spcBef>
                          <a:spcPct val="0"/>
                        </a:spcBef>
                        <a:spcAft>
                          <a:spcPct val="0"/>
                        </a:spcAft>
                        <a:buClrTx/>
                        <a:buFontTx/>
                        <a:buNone/>
                        <a:defRPr/>
                      </a:pPr>
                      <a:r>
                        <a:rPr kumimoji="1" lang="en-US" altLang="ko-KR" sz="800" b="0" i="0" u="none" strike="noStrike" cap="none" normalizeH="0" baseline="0">
                          <a:solidFill>
                            <a:schemeClr val="lt1"/>
                          </a:solidFill>
                          <a:effectLst/>
                          <a:latin typeface="KoPub돋움체 Light"/>
                          <a:ea typeface="KoPub돋움체 Light"/>
                          <a:sym typeface="Wingdings 2"/>
                        </a:rPr>
                        <a:t> Description</a:t>
                      </a:r>
                      <a:endParaRPr kumimoji="1" lang="en-US" altLang="ko-KR" sz="800" b="0" i="0" u="none" strike="noStrike" cap="none" normalizeH="0" baseline="0">
                        <a:solidFill>
                          <a:schemeClr val="lt1"/>
                        </a:solidFill>
                        <a:latin typeface="KoPub돋움체 Light"/>
                        <a:ea typeface="KoPub돋움체 Light"/>
                        <a:sym typeface="Wingdings 2"/>
                      </a:endParaRPr>
                    </a:p>
                  </a:txBody>
                  <a:tcPr marL="0" marR="0" horzOverflow="overflow">
                    <a:lnL w="12700" cap="flat" cmpd="sng" algn="ctr">
                      <a:solidFill>
                        <a:schemeClr val="tx1"/>
                      </a:solidFill>
                      <a:prstDash val="solid"/>
                      <a:round/>
                    </a:lnL>
                    <a:lnR w="12700" cap="flat" cmpd="sng" algn="ctr">
                      <a:solidFill>
                        <a:schemeClr val="tx1"/>
                      </a:solidFill>
                      <a:prstDash val="solid"/>
                      <a:round/>
                    </a:lnR>
                    <a:lnT w="12700" cap="flat" cmpd="sng" algn="ctr">
                      <a:solidFill>
                        <a:schemeClr val="tx1"/>
                      </a:solidFill>
                      <a:prstDash val="solid"/>
                      <a:round/>
                    </a:lnT>
                    <a:lnB w="12700" cap="flat" cmpd="sng" algn="ctr">
                      <a:solidFill>
                        <a:schemeClr val="tx1"/>
                      </a:solidFill>
                      <a:prstDash val="solid"/>
                      <a:round/>
                    </a:lnB>
                    <a:lnTlToBr>
                      <a:noFill/>
                    </a:lnTlToBr>
                    <a:lnBlToTr>
                      <a:noFill/>
                    </a:lnBlToTr>
                    <a:solidFill>
                      <a:srgbClr val="808080"/>
                    </a:solidFill>
                  </a:tcPr>
                </a:tc>
                <a:tc hMerge="1">
                  <a:txBody>
                    <a:bodyPr/>
                    <a:lstStyle/>
                    <a:p>
                      <a:pPr marL="0" marR="0" lvl="0" indent="0" algn="l" defTabSz="914400" rtl="0" eaLnBrk="0" latinLnBrk="0" hangingPunct="0">
                        <a:lnSpc>
                          <a:spcPct val="110000"/>
                        </a:lnSpc>
                        <a:spcBef>
                          <a:spcPts val="300"/>
                        </a:spcBef>
                        <a:spcAft>
                          <a:spcPct val="0"/>
                        </a:spcAft>
                        <a:buClrTx/>
                        <a:buFont typeface="Wingdings"/>
                        <a:buNone/>
                        <a:defRPr/>
                      </a:pPr>
                      <a:endParaRPr kumimoji="1" lang="en-US" altLang="ko-KR" sz="800" b="0" i="0" u="none" strike="noStrike" kern="1200" cap="none" normalizeH="0" baseline="0">
                        <a:solidFill>
                          <a:schemeClr val="tx1"/>
                        </a:solidFill>
                        <a:effectLst/>
                        <a:latin typeface="나눔고딕"/>
                        <a:ea typeface="나눔고딕"/>
                        <a:cs typeface="+mn-cs"/>
                        <a:sym typeface="Wingdings"/>
                      </a:endParaRPr>
                    </a:p>
                  </a:txBody>
                  <a:tcPr marL="54000" marR="54000" marT="54000" marB="54000" horzOverflow="overflow">
                    <a:lnL w="3175" cap="flat" cmpd="sng" algn="ctr">
                      <a:solidFill>
                        <a:srgbClr val="A6A6A6"/>
                      </a:solidFill>
                      <a:prstDash val="solid"/>
                      <a:round/>
                    </a:lnL>
                    <a:lnR w="6350" cap="flat" cmpd="sng" algn="ctr">
                      <a:solidFill>
                        <a:srgbClr val="7F7F7F"/>
                      </a:solidFill>
                      <a:prstDash val="solid"/>
                      <a:round/>
                    </a:lnR>
                    <a:lnT w="6350" cap="flat" cmpd="sng" algn="ctr">
                      <a:solidFill>
                        <a:srgbClr val="7F7F7F"/>
                      </a:solidFill>
                      <a:prstDash val="solid"/>
                      <a:round/>
                    </a:lnT>
                    <a:lnB w="6350" cap="flat" cmpd="sng" algn="ctr">
                      <a:solidFill>
                        <a:srgbClr val="7F7F7F"/>
                      </a:solidFill>
                      <a:prstDash val="solid"/>
                      <a:round/>
                    </a:lnB>
                    <a:lnTlToBr>
                      <a:noFill/>
                    </a:lnTlToBr>
                    <a:lnBlToTr>
                      <a:noFill/>
                    </a:lnBlToTr>
                    <a:solidFill>
                      <a:schemeClr val="bg1"/>
                    </a:solidFill>
                  </a:tcPr>
                </a:tc>
                <a:extLst>
                  <a:ext uri="{0D108BD9-81ED-4DB2-BD59-A6C34878D82A}">
                    <a16:rowId xmlns:a16="http://schemas.microsoft.com/office/drawing/2014/main" val="10000"/>
                  </a:ext>
                </a:extLst>
              </a:tr>
              <a:tr h="206727">
                <a:tc>
                  <a:txBody>
                    <a:bodyPr/>
                    <a:lstStyle/>
                    <a:p>
                      <a:pPr marL="0" marR="0" lvl="0" indent="0" algn="ctr" defTabSz="914400" rtl="0" eaLnBrk="0" latinLnBrk="1" hangingPunct="0">
                        <a:lnSpc>
                          <a:spcPct val="100000"/>
                        </a:lnSpc>
                        <a:spcBef>
                          <a:spcPct val="0"/>
                        </a:spcBef>
                        <a:spcAft>
                          <a:spcPct val="0"/>
                        </a:spcAft>
                        <a:buClrTx/>
                        <a:buFontTx/>
                        <a:buNone/>
                        <a:defRPr/>
                      </a:pPr>
                      <a:r>
                        <a:rPr kumimoji="1" lang="en-US" altLang="ko-KR" sz="800" b="0" i="0" u="none" strike="noStrike" cap="none" normalizeH="0" baseline="0">
                          <a:solidFill>
                            <a:schemeClr val="tx1"/>
                          </a:solidFill>
                          <a:latin typeface="KoPub돋움체 Light"/>
                          <a:ea typeface="KoPub돋움체 Light"/>
                          <a:sym typeface="Wingdings 2"/>
                        </a:rPr>
                        <a:t>1</a:t>
                      </a:r>
                    </a:p>
                  </a:txBody>
                  <a:tcPr marL="0" marR="0" horzOverflow="overflow">
                    <a:lnL w="12700" cap="flat" cmpd="sng" algn="ctr">
                      <a:solidFill>
                        <a:schemeClr val="tx1"/>
                      </a:solidFill>
                      <a:prstDash val="solid"/>
                      <a:round/>
                    </a:lnL>
                    <a:lnR w="3175" cap="flat" cmpd="sng" algn="ctr">
                      <a:solidFill>
                        <a:srgbClr val="A6A6A6"/>
                      </a:solidFill>
                      <a:prstDash val="solid"/>
                      <a:round/>
                    </a:lnR>
                    <a:lnT w="12700" cap="flat" cmpd="sng" algn="ctr">
                      <a:solidFill>
                        <a:schemeClr val="tx1"/>
                      </a:solidFill>
                      <a:prstDash val="solid"/>
                      <a:round/>
                    </a:lnT>
                    <a:lnB w="6350" cap="flat" cmpd="sng" algn="ctr">
                      <a:solidFill>
                        <a:srgbClr val="7F7F7F"/>
                      </a:solidFill>
                      <a:prstDash val="solid"/>
                      <a:round/>
                    </a:lnB>
                    <a:lnTlToBr>
                      <a:noFill/>
                    </a:lnTlToBr>
                    <a:lnBlToTr>
                      <a:noFill/>
                    </a:lnBlToTr>
                    <a:solidFill>
                      <a:srgbClr val="F2F2F2"/>
                    </a:solidFill>
                  </a:tcPr>
                </a:tc>
                <a:tc>
                  <a:txBody>
                    <a:bodyPr/>
                    <a:lstStyle/>
                    <a:p>
                      <a:pPr marL="0" marR="0" lvl="0" indent="0" algn="l" defTabSz="914400" rtl="0" eaLnBrk="0" latinLnBrk="0" hangingPunct="0">
                        <a:lnSpc>
                          <a:spcPct val="110000"/>
                        </a:lnSpc>
                        <a:spcBef>
                          <a:spcPts val="300"/>
                        </a:spcBef>
                        <a:spcAft>
                          <a:spcPct val="0"/>
                        </a:spcAft>
                        <a:buClrTx/>
                        <a:buFontTx/>
                        <a:buNone/>
                        <a:defRPr/>
                      </a:pPr>
                      <a:r>
                        <a:rPr kumimoji="1" lang="ko-KR" altLang="en-US" sz="800" b="0" i="0" u="none" strike="noStrike" kern="1200" cap="none" normalizeH="0" baseline="0">
                          <a:solidFill>
                            <a:schemeClr val="tx1"/>
                          </a:solidFill>
                          <a:effectLst/>
                          <a:latin typeface="KoPub돋움체 Light"/>
                          <a:ea typeface="KoPub돋움체 Light"/>
                          <a:cs typeface="+mn-cs"/>
                          <a:sym typeface="Wingdings"/>
                        </a:rPr>
                        <a:t>서비스의 첫 화면</a:t>
                      </a:r>
                      <a:endParaRPr kumimoji="1" lang="ko-KR" altLang="en-US" sz="800" b="0" i="0" u="none" strike="noStrike" kern="1200" cap="none" normalizeH="0" baseline="0">
                        <a:solidFill>
                          <a:schemeClr val="tx1"/>
                        </a:solidFill>
                        <a:latin typeface="KoPub돋움체 Light"/>
                        <a:ea typeface="KoPub돋움체 Light"/>
                        <a:cs typeface="+mn-cs"/>
                        <a:sym typeface="Wingdings"/>
                      </a:endParaRPr>
                    </a:p>
                  </a:txBody>
                  <a:tcPr marL="54000" marR="54000" marT="54000" marB="54000" horzOverflow="overflow">
                    <a:lnL w="3175" cap="flat" cmpd="sng" algn="ctr">
                      <a:solidFill>
                        <a:srgbClr val="A6A6A6"/>
                      </a:solidFill>
                      <a:prstDash val="solid"/>
                      <a:round/>
                    </a:lnL>
                    <a:lnR w="12700" cap="flat" cmpd="sng" algn="ctr">
                      <a:solidFill>
                        <a:schemeClr val="tx1"/>
                      </a:solidFill>
                      <a:prstDash val="solid"/>
                      <a:round/>
                    </a:lnR>
                    <a:lnT w="6350" cap="flat" cmpd="sng" algn="ctr">
                      <a:solidFill>
                        <a:srgbClr val="7F7F7F"/>
                      </a:solidFill>
                      <a:prstDash val="solid"/>
                      <a:round/>
                    </a:lnT>
                    <a:lnB w="6350" cap="flat" cmpd="sng" algn="ctr">
                      <a:solidFill>
                        <a:srgbClr val="7F7F7F"/>
                      </a:solidFill>
                      <a:prstDash val="solid"/>
                      <a:round/>
                    </a:lnB>
                    <a:lnTlToBr>
                      <a:noFill/>
                    </a:lnTlToBr>
                    <a:lnBlToTr>
                      <a:noFill/>
                    </a:lnBlToTr>
                    <a:solidFill>
                      <a:schemeClr val="bg1"/>
                    </a:solidFill>
                  </a:tcPr>
                </a:tc>
                <a:extLst>
                  <a:ext uri="{0D108BD9-81ED-4DB2-BD59-A6C34878D82A}">
                    <a16:rowId xmlns:a16="http://schemas.microsoft.com/office/drawing/2014/main" val="10001"/>
                  </a:ext>
                </a:extLst>
              </a:tr>
              <a:tr h="206727">
                <a:tc>
                  <a:txBody>
                    <a:bodyPr/>
                    <a:lstStyle/>
                    <a:p>
                      <a:pPr marL="0" marR="0" lvl="0" indent="0" algn="ctr" defTabSz="914400" rtl="0" eaLnBrk="0" latinLnBrk="1" hangingPunct="0">
                        <a:lnSpc>
                          <a:spcPct val="100000"/>
                        </a:lnSpc>
                        <a:spcBef>
                          <a:spcPct val="0"/>
                        </a:spcBef>
                        <a:spcAft>
                          <a:spcPct val="0"/>
                        </a:spcAft>
                        <a:buClrTx/>
                        <a:buFontTx/>
                        <a:buNone/>
                        <a:defRPr/>
                      </a:pPr>
                      <a:r>
                        <a:rPr kumimoji="1" lang="en-US" altLang="ko-KR" sz="800" b="1" i="0" u="none" strike="noStrike" cap="none" normalizeH="0" baseline="0">
                          <a:solidFill>
                            <a:schemeClr val="tx1"/>
                          </a:solidFill>
                          <a:latin typeface="KoPub돋움체 Light"/>
                          <a:ea typeface="KoPub돋움체 Light"/>
                          <a:sym typeface="Wingdings 2"/>
                        </a:rPr>
                        <a:t>D1</a:t>
                      </a:r>
                    </a:p>
                  </a:txBody>
                  <a:tcPr marL="0" marR="0" horzOverflow="overflow">
                    <a:lnL w="12700" cap="flat" cmpd="sng" algn="ctr">
                      <a:solidFill>
                        <a:schemeClr val="tx1"/>
                      </a:solidFill>
                      <a:prstDash val="solid"/>
                      <a:round/>
                    </a:lnL>
                    <a:lnR w="3175" cap="flat" cmpd="sng" algn="ctr">
                      <a:solidFill>
                        <a:srgbClr val="A6A6A6"/>
                      </a:solidFill>
                      <a:prstDash val="solid"/>
                      <a:round/>
                    </a:lnR>
                    <a:lnT w="6350" cap="flat" cmpd="sng" algn="ctr">
                      <a:solidFill>
                        <a:srgbClr val="7F7F7F"/>
                      </a:solidFill>
                      <a:prstDash val="solid"/>
                      <a:round/>
                    </a:lnT>
                    <a:lnB w="12700" cap="flat" cmpd="sng" algn="ctr">
                      <a:solidFill>
                        <a:schemeClr val="tx1"/>
                      </a:solidFill>
                      <a:prstDash val="solid"/>
                      <a:round/>
                    </a:lnB>
                    <a:lnTlToBr>
                      <a:noFill/>
                    </a:lnTlToBr>
                    <a:lnBlToTr>
                      <a:noFill/>
                    </a:lnBlToTr>
                    <a:solidFill>
                      <a:srgbClr val="F2F2F2"/>
                    </a:solidFill>
                  </a:tcPr>
                </a:tc>
                <a:tc>
                  <a:txBody>
                    <a:bodyPr/>
                    <a:lstStyle/>
                    <a:p>
                      <a:pPr marL="0" marR="0" lvl="0" indent="0" algn="l" defTabSz="914400" rtl="0" eaLnBrk="0" latinLnBrk="0" hangingPunct="0">
                        <a:lnSpc>
                          <a:spcPct val="110000"/>
                        </a:lnSpc>
                        <a:spcBef>
                          <a:spcPts val="300"/>
                        </a:spcBef>
                        <a:spcAft>
                          <a:spcPct val="0"/>
                        </a:spcAft>
                        <a:buClrTx/>
                        <a:buFontTx/>
                        <a:buNone/>
                        <a:defRPr/>
                      </a:pPr>
                      <a:r>
                        <a:rPr kumimoji="1" lang="ko-KR" altLang="en-US" sz="800" b="0" i="0" u="none" strike="noStrike" kern="1200" cap="none" normalizeH="0" baseline="0">
                          <a:solidFill>
                            <a:schemeClr val="tx1"/>
                          </a:solidFill>
                          <a:effectLst/>
                          <a:latin typeface="KoPub돋움체 Light"/>
                          <a:ea typeface="KoPub돋움체 Light"/>
                          <a:cs typeface="+mn-cs"/>
                          <a:sym typeface="Wingdings"/>
                        </a:rPr>
                        <a:t>로그인하면 환영 문구가 달라짐</a:t>
                      </a:r>
                      <a:endParaRPr kumimoji="1" lang="ko-KR" altLang="en-US" sz="800" b="0" i="0" u="none" strike="noStrike" kern="1200" cap="none" normalizeH="0" baseline="0">
                        <a:solidFill>
                          <a:schemeClr val="tx1"/>
                        </a:solidFill>
                        <a:latin typeface="KoPub돋움체 Light"/>
                        <a:ea typeface="KoPub돋움체 Light"/>
                        <a:cs typeface="+mn-cs"/>
                        <a:sym typeface="Wingdings"/>
                      </a:endParaRPr>
                    </a:p>
                  </a:txBody>
                  <a:tcPr marL="54000" marR="54000" marT="54000" marB="54000" horzOverflow="overflow">
                    <a:lnL w="3175" cap="flat" cmpd="sng" algn="ctr">
                      <a:solidFill>
                        <a:srgbClr val="A6A6A6"/>
                      </a:solidFill>
                      <a:prstDash val="solid"/>
                      <a:round/>
                    </a:lnL>
                    <a:lnR w="12700" cap="flat" cmpd="sng" algn="ctr">
                      <a:solidFill>
                        <a:schemeClr val="tx1"/>
                      </a:solidFill>
                      <a:prstDash val="solid"/>
                      <a:round/>
                    </a:lnR>
                    <a:lnT w="6350" cap="flat" cmpd="sng" algn="ctr">
                      <a:solidFill>
                        <a:srgbClr val="7F7F7F"/>
                      </a:solidFill>
                      <a:prstDash val="solid"/>
                      <a:round/>
                    </a:lnT>
                    <a:lnB w="12700" cap="flat" cmpd="sng" algn="ctr">
                      <a:solidFill>
                        <a:schemeClr val="tx1"/>
                      </a:solidFill>
                      <a:prstDash val="solid"/>
                      <a:round/>
                    </a:lnB>
                    <a:lnTlToBr>
                      <a:noFill/>
                    </a:lnTlToBr>
                    <a:lnBlToTr>
                      <a:noFill/>
                    </a:lnBlToTr>
                    <a:solidFill>
                      <a:schemeClr val="bg1"/>
                    </a:solidFill>
                  </a:tcPr>
                </a:tc>
                <a:extLst>
                  <a:ext uri="{0D108BD9-81ED-4DB2-BD59-A6C34878D82A}">
                    <a16:rowId xmlns:a16="http://schemas.microsoft.com/office/drawing/2014/main" val="10002"/>
                  </a:ext>
                </a:extLst>
              </a:tr>
            </a:tbl>
          </a:graphicData>
        </a:graphic>
      </p:graphicFrame>
      <p:graphicFrame>
        <p:nvGraphicFramePr>
          <p:cNvPr id="159" name="Group 369"/>
          <p:cNvGraphicFramePr>
            <a:graphicFrameLocks noGrp="1"/>
          </p:cNvGraphicFramePr>
          <p:nvPr/>
        </p:nvGraphicFramePr>
        <p:xfrm>
          <a:off x="6187003" y="1383392"/>
          <a:ext cx="2744627" cy="2232502"/>
        </p:xfrm>
        <a:graphic>
          <a:graphicData uri="http://schemas.openxmlformats.org/drawingml/2006/table">
            <a:tbl>
              <a:tblPr firstRow="1" bandRow="1"/>
              <a:tblGrid>
                <a:gridCol w="323184">
                  <a:extLst>
                    <a:ext uri="{9D8B030D-6E8A-4147-A177-3AD203B41FA5}">
                      <a16:colId xmlns:a16="http://schemas.microsoft.com/office/drawing/2014/main" val="20000"/>
                    </a:ext>
                  </a:extLst>
                </a:gridCol>
                <a:gridCol w="646369">
                  <a:extLst>
                    <a:ext uri="{9D8B030D-6E8A-4147-A177-3AD203B41FA5}">
                      <a16:colId xmlns:a16="http://schemas.microsoft.com/office/drawing/2014/main" val="20001"/>
                    </a:ext>
                  </a:extLst>
                </a:gridCol>
                <a:gridCol w="1775074">
                  <a:extLst>
                    <a:ext uri="{9D8B030D-6E8A-4147-A177-3AD203B41FA5}">
                      <a16:colId xmlns:a16="http://schemas.microsoft.com/office/drawing/2014/main" val="20002"/>
                    </a:ext>
                  </a:extLst>
                </a:gridCol>
              </a:tblGrid>
              <a:tr h="197355">
                <a:tc gridSpan="3">
                  <a:txBody>
                    <a:bodyPr/>
                    <a:lstStyle/>
                    <a:p>
                      <a:pPr marL="0" marR="0" lvl="0" indent="0" algn="l" defTabSz="914400" rtl="0" eaLnBrk="0" latinLnBrk="1" hangingPunct="0">
                        <a:lnSpc>
                          <a:spcPct val="100000"/>
                        </a:lnSpc>
                        <a:spcBef>
                          <a:spcPct val="0"/>
                        </a:spcBef>
                        <a:spcAft>
                          <a:spcPct val="0"/>
                        </a:spcAft>
                        <a:buClrTx/>
                        <a:buFontTx/>
                        <a:buNone/>
                        <a:defRPr/>
                      </a:pPr>
                      <a:r>
                        <a:rPr kumimoji="1" lang="en-US" altLang="ko-KR" sz="800" b="0" i="0" u="none" strike="noStrike" cap="none" normalizeH="0" baseline="0">
                          <a:solidFill>
                            <a:schemeClr val="tx1"/>
                          </a:solidFill>
                          <a:effectLst/>
                          <a:latin typeface="KoPub돋움체 Light"/>
                          <a:ea typeface="KoPub돋움체 Light"/>
                          <a:sym typeface="Wingdings 2"/>
                        </a:rPr>
                        <a:t> Action</a:t>
                      </a:r>
                      <a:endParaRPr kumimoji="1" lang="en-US" altLang="ko-KR" sz="800" b="0" i="0" u="none" strike="noStrike" cap="none" normalizeH="0" baseline="0">
                        <a:solidFill>
                          <a:schemeClr val="tx1"/>
                        </a:solidFill>
                        <a:latin typeface="KoPub돋움체 Light"/>
                        <a:ea typeface="KoPub돋움체 Light"/>
                        <a:sym typeface="Wingdings 2"/>
                      </a:endParaRPr>
                    </a:p>
                  </a:txBody>
                  <a:tcPr marL="0" marR="0" horzOverflow="overflow">
                    <a:lnL w="12700" cap="flat" cmpd="sng" algn="ctr">
                      <a:solidFill>
                        <a:schemeClr val="tx1"/>
                      </a:solidFill>
                      <a:prstDash val="solid"/>
                      <a:round/>
                    </a:lnL>
                    <a:lnR w="12700" cap="flat" cmpd="sng" algn="ctr">
                      <a:solidFill>
                        <a:schemeClr val="tx1"/>
                      </a:solidFill>
                      <a:prstDash val="solid"/>
                      <a:round/>
                    </a:lnR>
                    <a:lnT w="12700" cap="flat" cmpd="sng" algn="ctr">
                      <a:solidFill>
                        <a:schemeClr val="tx1"/>
                      </a:solidFill>
                      <a:prstDash val="solid"/>
                      <a:round/>
                    </a:lnT>
                    <a:lnB w="6350" cap="flat" cmpd="sng" algn="ctr">
                      <a:solidFill>
                        <a:srgbClr val="7F7F7F"/>
                      </a:solidFill>
                      <a:prstDash val="solid"/>
                      <a:round/>
                    </a:lnB>
                    <a:lnTlToBr>
                      <a:noFill/>
                    </a:lnTlToBr>
                    <a:lnBlToTr>
                      <a:noFill/>
                    </a:lnBlToTr>
                    <a:solidFill>
                      <a:srgbClr val="FFFF00"/>
                    </a:solidFill>
                  </a:tcPr>
                </a:tc>
                <a:tc hMerge="1">
                  <a:txBody>
                    <a:bodyPr/>
                    <a:lstStyle/>
                    <a:p>
                      <a:pPr marL="85725" marR="0" lvl="0" indent="-85725" algn="l" defTabSz="914400" rtl="0" eaLnBrk="0" latinLnBrk="0" hangingPunct="0">
                        <a:lnSpc>
                          <a:spcPct val="110000"/>
                        </a:lnSpc>
                        <a:spcBef>
                          <a:spcPts val="300"/>
                        </a:spcBef>
                        <a:spcAft>
                          <a:spcPct val="0"/>
                        </a:spcAft>
                        <a:buClrTx/>
                        <a:buFont typeface="Wingdings"/>
                        <a:buNone/>
                        <a:defRPr/>
                      </a:pPr>
                      <a:endParaRPr kumimoji="1" lang="en-US" altLang="ko-KR" sz="800" b="0" i="0" u="none" strike="noStrike" kern="1200" cap="none" normalizeH="0" baseline="0">
                        <a:solidFill>
                          <a:schemeClr val="tx1"/>
                        </a:solidFill>
                        <a:effectLst/>
                        <a:latin typeface="나눔고딕"/>
                        <a:ea typeface="나눔고딕"/>
                        <a:cs typeface="+mn-cs"/>
                        <a:sym typeface="Wingdings"/>
                      </a:endParaRPr>
                    </a:p>
                  </a:txBody>
                  <a:tcPr marL="54000" marR="54000" marT="54000" marB="54000" horzOverflow="overflow">
                    <a:lnL w="3175" cap="flat" cmpd="sng" algn="ctr">
                      <a:solidFill>
                        <a:srgbClr val="A6A6A6"/>
                      </a:solidFill>
                      <a:prstDash val="solid"/>
                      <a:round/>
                    </a:lnL>
                    <a:lnR w="6350" cap="flat" cmpd="sng" algn="ctr">
                      <a:solidFill>
                        <a:srgbClr val="7F7F7F"/>
                      </a:solidFill>
                      <a:prstDash val="solid"/>
                      <a:round/>
                    </a:lnR>
                    <a:lnT w="6350" cap="flat" cmpd="sng" algn="ctr">
                      <a:solidFill>
                        <a:srgbClr val="7F7F7F"/>
                      </a:solidFill>
                      <a:prstDash val="solid"/>
                      <a:round/>
                    </a:lnT>
                    <a:lnB w="6350" cap="flat" cmpd="sng" algn="ctr">
                      <a:solidFill>
                        <a:srgbClr val="7F7F7F"/>
                      </a:solidFill>
                      <a:prstDash val="solid"/>
                      <a:round/>
                    </a:lnB>
                    <a:lnTlToBr>
                      <a:noFill/>
                    </a:lnTlToBr>
                    <a:lnBlToTr>
                      <a:noFill/>
                    </a:lnBlToTr>
                    <a:solidFill>
                      <a:schemeClr val="bg1"/>
                    </a:solidFill>
                  </a:tcPr>
                </a:tc>
                <a:tc hMerge="1">
                  <a:txBody>
                    <a:bodyPr/>
                    <a:lstStyle/>
                    <a:p>
                      <a:pPr latinLnBrk="1">
                        <a:defRPr/>
                      </a:pPr>
                      <a:endParaRPr lang="ko-KR" altLang="en-US"/>
                    </a:p>
                  </a:txBody>
                  <a:tcPr/>
                </a:tc>
                <a:extLst>
                  <a:ext uri="{0D108BD9-81ED-4DB2-BD59-A6C34878D82A}">
                    <a16:rowId xmlns:a16="http://schemas.microsoft.com/office/drawing/2014/main" val="10000"/>
                  </a:ext>
                </a:extLst>
              </a:tr>
              <a:tr h="218546">
                <a:tc>
                  <a:txBody>
                    <a:bodyPr/>
                    <a:lstStyle/>
                    <a:p>
                      <a:pPr marL="0" marR="0" lvl="0" indent="0" algn="ctr" defTabSz="914400" rtl="0" eaLnBrk="0" latinLnBrk="1" hangingPunct="0">
                        <a:lnSpc>
                          <a:spcPct val="100000"/>
                        </a:lnSpc>
                        <a:spcBef>
                          <a:spcPct val="0"/>
                        </a:spcBef>
                        <a:spcAft>
                          <a:spcPct val="0"/>
                        </a:spcAft>
                        <a:buClrTx/>
                        <a:buFontTx/>
                        <a:buNone/>
                        <a:defRPr/>
                      </a:pPr>
                      <a:r>
                        <a:rPr kumimoji="1" lang="ko-KR" altLang="en-US" sz="800" b="1" i="0" u="none" strike="noStrike" cap="none" normalizeH="0" baseline="0">
                          <a:solidFill>
                            <a:schemeClr val="tx1"/>
                          </a:solidFill>
                          <a:effectLst/>
                          <a:latin typeface="KoPub돋움체 Light"/>
                          <a:ea typeface="KoPub돋움체 Light"/>
                          <a:sym typeface="Wingdings 2"/>
                        </a:rPr>
                        <a:t>번호</a:t>
                      </a:r>
                      <a:endParaRPr kumimoji="1" lang="en-US" altLang="ko-KR" sz="800" b="1" i="0" u="none" strike="noStrike" cap="none" normalizeH="0" baseline="0">
                        <a:solidFill>
                          <a:schemeClr val="tx1"/>
                        </a:solidFill>
                        <a:effectLst/>
                        <a:latin typeface="KoPub돋움체 Light"/>
                        <a:ea typeface="KoPub돋움체 Light"/>
                        <a:sym typeface="Wingdings 2"/>
                      </a:endParaRPr>
                    </a:p>
                  </a:txBody>
                  <a:tcPr marL="0" marR="0" horzOverflow="overflow">
                    <a:lnL w="12700" cap="flat" cmpd="sng" algn="ctr">
                      <a:solidFill>
                        <a:schemeClr val="tx1"/>
                      </a:solidFill>
                      <a:prstDash val="solid"/>
                      <a:round/>
                    </a:lnL>
                    <a:lnR w="3175" cap="flat" cmpd="sng" algn="ctr">
                      <a:solidFill>
                        <a:srgbClr val="A6A6A6"/>
                      </a:solidFill>
                      <a:prstDash val="solid"/>
                      <a:round/>
                    </a:lnR>
                    <a:lnT w="6350" cap="flat" cmpd="sng" algn="ctr">
                      <a:solidFill>
                        <a:srgbClr val="7F7F7F"/>
                      </a:solidFill>
                      <a:prstDash val="solid"/>
                      <a:round/>
                    </a:lnT>
                    <a:lnB w="6350" cap="flat" cmpd="sng" algn="ctr">
                      <a:solidFill>
                        <a:srgbClr val="7F7F7F"/>
                      </a:solidFill>
                      <a:prstDash val="solid"/>
                      <a:round/>
                    </a:lnB>
                    <a:lnTlToBr>
                      <a:noFill/>
                    </a:lnTlToBr>
                    <a:lnBlToTr>
                      <a:noFill/>
                    </a:lnBlToTr>
                    <a:solidFill>
                      <a:schemeClr val="bg1">
                        <a:lumMod val="95000"/>
                      </a:schemeClr>
                    </a:solidFill>
                  </a:tcPr>
                </a:tc>
                <a:tc>
                  <a:txBody>
                    <a:bodyPr/>
                    <a:lstStyle/>
                    <a:p>
                      <a:pPr marL="85725" marR="0" lvl="0" indent="-85725" algn="ctr" defTabSz="914400" rtl="0" eaLnBrk="0" latinLnBrk="0" hangingPunct="0">
                        <a:lnSpc>
                          <a:spcPct val="110000"/>
                        </a:lnSpc>
                        <a:spcBef>
                          <a:spcPts val="300"/>
                        </a:spcBef>
                        <a:spcAft>
                          <a:spcPct val="0"/>
                        </a:spcAft>
                        <a:buClrTx/>
                        <a:buFont typeface="Wingdings"/>
                        <a:buNone/>
                        <a:defRPr/>
                      </a:pPr>
                      <a:r>
                        <a:rPr kumimoji="1" lang="ko-KR" altLang="en-US" sz="800" b="1" i="0" u="none" strike="noStrike" kern="1200" cap="none" normalizeH="0" baseline="0">
                          <a:solidFill>
                            <a:schemeClr val="tx1"/>
                          </a:solidFill>
                          <a:effectLst/>
                          <a:latin typeface="KoPub돋움체 Light"/>
                          <a:ea typeface="KoPub돋움체 Light"/>
                          <a:cs typeface="+mn-cs"/>
                          <a:sym typeface="Wingdings"/>
                        </a:rPr>
                        <a:t>버튼명</a:t>
                      </a:r>
                      <a:endParaRPr kumimoji="1" lang="en-US" altLang="ko-KR" sz="800" b="1" i="0" u="none" strike="noStrike" kern="1200" cap="none" normalizeH="0" baseline="0">
                        <a:solidFill>
                          <a:schemeClr val="tx1"/>
                        </a:solidFill>
                        <a:effectLst/>
                        <a:latin typeface="KoPub돋움체 Light"/>
                        <a:ea typeface="KoPub돋움체 Light"/>
                        <a:sym typeface="Wingdings"/>
                      </a:endParaRPr>
                    </a:p>
                  </a:txBody>
                  <a:tcPr marL="54000" marR="54000" marT="54000" marB="54000" horzOverflow="overflow">
                    <a:lnL w="3175" cap="flat" cmpd="sng" algn="ctr">
                      <a:solidFill>
                        <a:srgbClr val="A6A6A6"/>
                      </a:solidFill>
                      <a:prstDash val="solid"/>
                      <a:round/>
                    </a:lnL>
                    <a:lnR w="6350" cap="flat" cmpd="sng" algn="ctr">
                      <a:solidFill>
                        <a:srgbClr val="7F7F7F"/>
                      </a:solidFill>
                      <a:prstDash val="solid"/>
                      <a:round/>
                    </a:lnR>
                    <a:lnT w="6350" cap="flat" cmpd="sng" algn="ctr">
                      <a:solidFill>
                        <a:srgbClr val="7F7F7F"/>
                      </a:solidFill>
                      <a:prstDash val="solid"/>
                      <a:round/>
                    </a:lnT>
                    <a:lnB w="6350" cap="flat" cmpd="sng" algn="ctr">
                      <a:solidFill>
                        <a:srgbClr val="7F7F7F"/>
                      </a:solidFill>
                      <a:prstDash val="solid"/>
                      <a:round/>
                    </a:lnB>
                    <a:lnTlToBr>
                      <a:noFill/>
                    </a:lnTlToBr>
                    <a:lnBlToTr>
                      <a:noFill/>
                    </a:lnBlToTr>
                    <a:solidFill>
                      <a:schemeClr val="bg1">
                        <a:lumMod val="95000"/>
                      </a:schemeClr>
                    </a:solidFill>
                  </a:tcPr>
                </a:tc>
                <a:tc>
                  <a:txBody>
                    <a:bodyPr/>
                    <a:lstStyle/>
                    <a:p>
                      <a:pPr marL="85725" marR="0" lvl="0" indent="-85725" algn="ctr" defTabSz="914400" rtl="0" eaLnBrk="0" latinLnBrk="0" hangingPunct="0">
                        <a:lnSpc>
                          <a:spcPct val="110000"/>
                        </a:lnSpc>
                        <a:spcBef>
                          <a:spcPts val="300"/>
                        </a:spcBef>
                        <a:spcAft>
                          <a:spcPct val="0"/>
                        </a:spcAft>
                        <a:buClrTx/>
                        <a:buFont typeface="Wingdings"/>
                        <a:buNone/>
                        <a:defRPr/>
                      </a:pPr>
                      <a:r>
                        <a:rPr kumimoji="1" lang="ko-KR" altLang="en-US" sz="800" b="1" i="0" u="none" strike="noStrike" kern="1200" cap="none" normalizeH="0" baseline="0">
                          <a:solidFill>
                            <a:schemeClr val="tx1"/>
                          </a:solidFill>
                          <a:effectLst/>
                          <a:latin typeface="KoPub돋움체 Light"/>
                          <a:ea typeface="KoPub돋움체 Light"/>
                          <a:cs typeface="+mn-cs"/>
                          <a:sym typeface="Wingdings"/>
                        </a:rPr>
                        <a:t>기능</a:t>
                      </a:r>
                      <a:endParaRPr kumimoji="1" lang="en-US" altLang="ko-KR" sz="800" b="1" i="0" u="none" strike="noStrike" kern="1200" cap="none" normalizeH="0" baseline="0">
                        <a:solidFill>
                          <a:schemeClr val="tx1"/>
                        </a:solidFill>
                        <a:effectLst/>
                        <a:latin typeface="KoPub돋움체 Light"/>
                        <a:ea typeface="KoPub돋움체 Light"/>
                        <a:sym typeface="Wingdings"/>
                      </a:endParaRPr>
                    </a:p>
                  </a:txBody>
                  <a:tcPr marL="54000" marR="54000" marT="54000" marB="54000" horzOverflow="overflow">
                    <a:lnL w="6350" cap="flat" cmpd="sng" algn="ctr">
                      <a:solidFill>
                        <a:srgbClr val="7F7F7F"/>
                      </a:solidFill>
                      <a:prstDash val="solid"/>
                      <a:round/>
                    </a:lnL>
                    <a:lnR w="12700" cap="flat" cmpd="sng" algn="ctr">
                      <a:solidFill>
                        <a:schemeClr val="tx1"/>
                      </a:solidFill>
                      <a:prstDash val="solid"/>
                      <a:round/>
                    </a:lnR>
                    <a:lnT w="6350" cap="flat" cmpd="sng" algn="ctr">
                      <a:solidFill>
                        <a:srgbClr val="7F7F7F"/>
                      </a:solidFill>
                      <a:prstDash val="solid"/>
                      <a:round/>
                    </a:lnT>
                    <a:lnB w="6350" cap="flat" cmpd="sng" algn="ctr">
                      <a:solidFill>
                        <a:srgbClr val="7F7F7F"/>
                      </a:solidFill>
                      <a:prstDash val="solid"/>
                      <a:round/>
                    </a:lnB>
                    <a:lnTlToBr>
                      <a:noFill/>
                    </a:lnTlToBr>
                    <a:lnBlToTr>
                      <a:noFill/>
                    </a:lnBlToTr>
                    <a:solidFill>
                      <a:schemeClr val="bg1">
                        <a:lumMod val="95000"/>
                      </a:schemeClr>
                    </a:solidFill>
                  </a:tcPr>
                </a:tc>
                <a:extLst>
                  <a:ext uri="{0D108BD9-81ED-4DB2-BD59-A6C34878D82A}">
                    <a16:rowId xmlns:a16="http://schemas.microsoft.com/office/drawing/2014/main" val="10001"/>
                  </a:ext>
                </a:extLst>
              </a:tr>
              <a:tr h="218546">
                <a:tc>
                  <a:txBody>
                    <a:bodyPr/>
                    <a:lstStyle/>
                    <a:p>
                      <a:pPr marL="0" marR="0" lvl="0" indent="0" algn="ctr" defTabSz="914400" rtl="0" eaLnBrk="0" latinLnBrk="1" hangingPunct="0">
                        <a:lnSpc>
                          <a:spcPct val="100000"/>
                        </a:lnSpc>
                        <a:spcBef>
                          <a:spcPct val="0"/>
                        </a:spcBef>
                        <a:spcAft>
                          <a:spcPct val="0"/>
                        </a:spcAft>
                        <a:buClrTx/>
                        <a:buFontTx/>
                        <a:buNone/>
                        <a:defRPr/>
                      </a:pPr>
                      <a:r>
                        <a:rPr kumimoji="1" lang="en-US" altLang="ko-KR" sz="800" b="1" i="0" u="none" strike="noStrike" cap="none" normalizeH="0" baseline="0">
                          <a:solidFill>
                            <a:schemeClr val="tx1"/>
                          </a:solidFill>
                          <a:effectLst/>
                          <a:latin typeface="KoPub돋움체 Light"/>
                          <a:ea typeface="KoPub돋움체 Light"/>
                          <a:sym typeface="Wingdings 2"/>
                        </a:rPr>
                        <a:t>A1</a:t>
                      </a:r>
                      <a:endParaRPr kumimoji="1" lang="en-US" altLang="ko-KR" sz="800" b="1" i="0" u="none" strike="noStrike" cap="none" normalizeH="0" baseline="0">
                        <a:solidFill>
                          <a:schemeClr val="tx1"/>
                        </a:solidFill>
                        <a:latin typeface="KoPub돋움체 Light"/>
                        <a:ea typeface="KoPub돋움체 Light"/>
                        <a:sym typeface="Wingdings 2"/>
                      </a:endParaRPr>
                    </a:p>
                  </a:txBody>
                  <a:tcPr marL="0" marR="0" horzOverflow="overflow">
                    <a:lnL w="12700" cap="flat" cmpd="sng" algn="ctr">
                      <a:solidFill>
                        <a:schemeClr val="tx1"/>
                      </a:solidFill>
                      <a:prstDash val="solid"/>
                      <a:round/>
                    </a:lnL>
                    <a:lnR w="3175" cap="flat" cmpd="sng" algn="ctr">
                      <a:solidFill>
                        <a:srgbClr val="A6A6A6"/>
                      </a:solidFill>
                      <a:prstDash val="solid"/>
                      <a:round/>
                    </a:lnR>
                    <a:lnT w="6350" cap="flat" cmpd="sng" algn="ctr">
                      <a:solidFill>
                        <a:srgbClr val="7F7F7F"/>
                      </a:solidFill>
                      <a:prstDash val="solid"/>
                      <a:round/>
                    </a:lnT>
                    <a:lnB w="6350" cap="flat" cmpd="sng" algn="ctr">
                      <a:solidFill>
                        <a:srgbClr val="7F7F7F"/>
                      </a:solidFill>
                      <a:prstDash val="solid"/>
                      <a:round/>
                    </a:lnB>
                    <a:lnTlToBr>
                      <a:noFill/>
                    </a:lnTlToBr>
                    <a:lnBlToTr>
                      <a:noFill/>
                    </a:lnBlToTr>
                    <a:noFill/>
                  </a:tcPr>
                </a:tc>
                <a:tc>
                  <a:txBody>
                    <a:bodyPr/>
                    <a:lstStyle/>
                    <a:p>
                      <a:pPr marL="85725" marR="0" lvl="0" indent="-85725" algn="l" defTabSz="914400" rtl="0" eaLnBrk="0" latinLnBrk="0" hangingPunct="0">
                        <a:lnSpc>
                          <a:spcPct val="110000"/>
                        </a:lnSpc>
                        <a:spcBef>
                          <a:spcPts val="300"/>
                        </a:spcBef>
                        <a:spcAft>
                          <a:spcPct val="0"/>
                        </a:spcAft>
                        <a:buClrTx/>
                        <a:buFont typeface="Wingdings"/>
                        <a:buNone/>
                        <a:defRPr/>
                      </a:pPr>
                      <a:r>
                        <a:rPr kumimoji="1" lang="ko-KR" altLang="en-US" sz="800" b="0" i="0" u="none" strike="noStrike" kern="1200" cap="none" normalizeH="0" baseline="0">
                          <a:solidFill>
                            <a:schemeClr val="tx1"/>
                          </a:solidFill>
                          <a:effectLst/>
                          <a:latin typeface="KoPub돋움체 Light"/>
                          <a:ea typeface="KoPub돋움체 Light"/>
                          <a:cs typeface="+mn-cs"/>
                          <a:sym typeface="Wingdings"/>
                        </a:rPr>
                        <a:t>회원정보</a:t>
                      </a:r>
                      <a:endParaRPr kumimoji="1" lang="ko-KR" altLang="en-US" sz="800" b="0" i="0" u="none" strike="noStrike" kern="1200" cap="none" normalizeH="0" baseline="0">
                        <a:solidFill>
                          <a:schemeClr val="tx1"/>
                        </a:solidFill>
                        <a:latin typeface="KoPub돋움체 Light"/>
                        <a:ea typeface="KoPub돋움체 Light"/>
                        <a:cs typeface="+mn-cs"/>
                        <a:sym typeface="Wingdings"/>
                      </a:endParaRPr>
                    </a:p>
                  </a:txBody>
                  <a:tcPr marL="36000" marR="36000" marT="54000" marB="54000" horzOverflow="overflow">
                    <a:lnL w="3175" cap="flat" cmpd="sng" algn="ctr">
                      <a:solidFill>
                        <a:srgbClr val="A6A6A6"/>
                      </a:solidFill>
                      <a:prstDash val="solid"/>
                      <a:round/>
                    </a:lnL>
                    <a:lnR w="6350" cap="flat" cmpd="sng" algn="ctr">
                      <a:solidFill>
                        <a:srgbClr val="7F7F7F"/>
                      </a:solidFill>
                      <a:prstDash val="solid"/>
                      <a:round/>
                    </a:lnR>
                    <a:lnT w="6350" cap="flat" cmpd="sng" algn="ctr">
                      <a:solidFill>
                        <a:srgbClr val="7F7F7F"/>
                      </a:solidFill>
                      <a:prstDash val="solid"/>
                      <a:round/>
                    </a:lnT>
                    <a:lnB w="6350" cap="flat" cmpd="sng" algn="ctr">
                      <a:solidFill>
                        <a:srgbClr val="7F7F7F"/>
                      </a:solidFill>
                      <a:prstDash val="solid"/>
                      <a:round/>
                    </a:lnB>
                    <a:lnTlToBr>
                      <a:noFill/>
                    </a:lnTlToBr>
                    <a:lnBlToTr>
                      <a:noFill/>
                    </a:lnBlToTr>
                    <a:solidFill>
                      <a:schemeClr val="bg1"/>
                    </a:solidFill>
                  </a:tcPr>
                </a:tc>
                <a:tc>
                  <a:txBody>
                    <a:bodyPr/>
                    <a:lstStyle/>
                    <a:p>
                      <a:pPr marL="85725" marR="0" lvl="0" indent="-85725" algn="l" defTabSz="914400" rtl="0" eaLnBrk="0" latinLnBrk="0" hangingPunct="0">
                        <a:lnSpc>
                          <a:spcPct val="110000"/>
                        </a:lnSpc>
                        <a:spcBef>
                          <a:spcPts val="300"/>
                        </a:spcBef>
                        <a:spcAft>
                          <a:spcPct val="0"/>
                        </a:spcAft>
                        <a:buClrTx/>
                        <a:buFont typeface="Wingdings"/>
                        <a:buNone/>
                        <a:defRPr/>
                      </a:pPr>
                      <a:r>
                        <a:rPr kumimoji="1" lang="ko-KR" altLang="en-US" sz="800" b="0" i="0" u="none" strike="noStrike" kern="1200" cap="none" normalizeH="0" baseline="0">
                          <a:solidFill>
                            <a:schemeClr val="tx1"/>
                          </a:solidFill>
                          <a:effectLst/>
                          <a:latin typeface="KoPub돋움체 Light"/>
                          <a:ea typeface="KoPub돋움체 Light"/>
                          <a:cs typeface="+mn-cs"/>
                          <a:sym typeface="Wingdings"/>
                        </a:rPr>
                        <a:t>회원 정보 표시</a:t>
                      </a:r>
                      <a:endParaRPr kumimoji="1" lang="ko-KR" altLang="en-US" sz="800" b="0" i="0" u="none" strike="noStrike" kern="1200" cap="none" normalizeH="0" baseline="0">
                        <a:solidFill>
                          <a:schemeClr val="tx1"/>
                        </a:solidFill>
                        <a:latin typeface="KoPub돋움체 Light"/>
                        <a:ea typeface="KoPub돋움체 Light"/>
                        <a:cs typeface="+mn-cs"/>
                        <a:sym typeface="Wingdings"/>
                      </a:endParaRPr>
                    </a:p>
                  </a:txBody>
                  <a:tcPr marL="54000" marR="54000" marT="54000" marB="54000" horzOverflow="overflow">
                    <a:lnL w="6350" cap="flat" cmpd="sng" algn="ctr">
                      <a:solidFill>
                        <a:srgbClr val="7F7F7F"/>
                      </a:solidFill>
                      <a:prstDash val="solid"/>
                      <a:round/>
                    </a:lnL>
                    <a:lnR w="12700" cap="flat" cmpd="sng" algn="ctr">
                      <a:solidFill>
                        <a:schemeClr val="tx1"/>
                      </a:solidFill>
                      <a:prstDash val="solid"/>
                      <a:round/>
                    </a:lnR>
                    <a:lnT w="6350" cap="flat" cmpd="sng" algn="ctr">
                      <a:solidFill>
                        <a:srgbClr val="7F7F7F"/>
                      </a:solidFill>
                      <a:prstDash val="solid"/>
                      <a:round/>
                    </a:lnT>
                    <a:lnB w="6350" cap="flat" cmpd="sng" algn="ctr">
                      <a:solidFill>
                        <a:srgbClr val="7F7F7F"/>
                      </a:solidFill>
                      <a:prstDash val="solid"/>
                      <a:round/>
                    </a:lnB>
                    <a:lnTlToBr>
                      <a:noFill/>
                    </a:lnTlToBr>
                    <a:lnBlToTr>
                      <a:noFill/>
                    </a:lnBlToTr>
                    <a:solidFill>
                      <a:schemeClr val="bg1"/>
                    </a:solidFill>
                  </a:tcPr>
                </a:tc>
                <a:extLst>
                  <a:ext uri="{0D108BD9-81ED-4DB2-BD59-A6C34878D82A}">
                    <a16:rowId xmlns:a16="http://schemas.microsoft.com/office/drawing/2014/main" val="10002"/>
                  </a:ext>
                </a:extLst>
              </a:tr>
              <a:tr h="342598">
                <a:tc>
                  <a:txBody>
                    <a:bodyPr/>
                    <a:lstStyle/>
                    <a:p>
                      <a:pPr marL="0" marR="0" lvl="0" indent="0" algn="ctr" defTabSz="914400" rtl="0" eaLnBrk="0" latinLnBrk="1" hangingPunct="0">
                        <a:lnSpc>
                          <a:spcPct val="100000"/>
                        </a:lnSpc>
                        <a:spcBef>
                          <a:spcPct val="0"/>
                        </a:spcBef>
                        <a:spcAft>
                          <a:spcPct val="0"/>
                        </a:spcAft>
                        <a:buClrTx/>
                        <a:buFontTx/>
                        <a:buNone/>
                        <a:defRPr/>
                      </a:pPr>
                      <a:r>
                        <a:rPr kumimoji="1" lang="en-US" altLang="ko-KR" sz="800" b="1" i="0" u="none" strike="noStrike" cap="none" normalizeH="0" baseline="0">
                          <a:solidFill>
                            <a:schemeClr val="tx1"/>
                          </a:solidFill>
                          <a:effectLst/>
                          <a:latin typeface="KoPub돋움체 Light"/>
                          <a:ea typeface="KoPub돋움체 Light"/>
                          <a:sym typeface="Wingdings 2"/>
                        </a:rPr>
                        <a:t>A2</a:t>
                      </a:r>
                      <a:endParaRPr kumimoji="1" lang="en-US" altLang="ko-KR" sz="800" b="1" i="0" u="none" strike="noStrike" cap="none" normalizeH="0" baseline="0">
                        <a:solidFill>
                          <a:schemeClr val="tx1"/>
                        </a:solidFill>
                        <a:latin typeface="KoPub돋움체 Light"/>
                        <a:ea typeface="KoPub돋움체 Light"/>
                        <a:sym typeface="Wingdings 2"/>
                      </a:endParaRPr>
                    </a:p>
                  </a:txBody>
                  <a:tcPr marL="0" marR="0" horzOverflow="overflow">
                    <a:lnL w="12700" cap="flat" cmpd="sng" algn="ctr">
                      <a:solidFill>
                        <a:schemeClr val="tx1"/>
                      </a:solidFill>
                      <a:prstDash val="solid"/>
                      <a:round/>
                    </a:lnL>
                    <a:lnR w="3175" cap="flat" cmpd="sng" algn="ctr">
                      <a:solidFill>
                        <a:srgbClr val="A6A6A6"/>
                      </a:solidFill>
                      <a:prstDash val="solid"/>
                      <a:round/>
                    </a:lnR>
                    <a:lnT w="6350" cap="flat" cmpd="sng" algn="ctr">
                      <a:solidFill>
                        <a:srgbClr val="7F7F7F"/>
                      </a:solidFill>
                      <a:prstDash val="solid"/>
                      <a:round/>
                    </a:lnT>
                    <a:lnB w="6350" cap="flat" cmpd="sng" algn="ctr">
                      <a:solidFill>
                        <a:srgbClr val="7F7F7F"/>
                      </a:solidFill>
                      <a:prstDash val="solid"/>
                      <a:round/>
                    </a:lnB>
                    <a:lnTlToBr>
                      <a:noFill/>
                    </a:lnTlToBr>
                    <a:lnBlToTr>
                      <a:noFill/>
                    </a:lnBlToTr>
                    <a:noFill/>
                  </a:tcPr>
                </a:tc>
                <a:tc>
                  <a:txBody>
                    <a:bodyPr/>
                    <a:lstStyle/>
                    <a:p>
                      <a:pPr marL="85725" marR="0" lvl="0" indent="-85725" algn="l" defTabSz="914400" rtl="0" eaLnBrk="0" latinLnBrk="0" hangingPunct="0">
                        <a:lnSpc>
                          <a:spcPct val="110000"/>
                        </a:lnSpc>
                        <a:spcBef>
                          <a:spcPts val="300"/>
                        </a:spcBef>
                        <a:spcAft>
                          <a:spcPct val="0"/>
                        </a:spcAft>
                        <a:buClrTx/>
                        <a:buFont typeface="Wingdings"/>
                        <a:buNone/>
                        <a:defRPr/>
                      </a:pPr>
                      <a:r>
                        <a:rPr kumimoji="1" lang="ko-KR" altLang="en-US" sz="800" b="0" i="0" u="none" strike="noStrike" kern="1200" cap="none" normalizeH="0" baseline="0">
                          <a:solidFill>
                            <a:schemeClr val="tx1"/>
                          </a:solidFill>
                          <a:effectLst/>
                          <a:latin typeface="KoPub돋움체 Light"/>
                          <a:ea typeface="KoPub돋움체 Light"/>
                          <a:sym typeface="Wingdings"/>
                        </a:rPr>
                        <a:t>로그인</a:t>
                      </a:r>
                      <a:endParaRPr kumimoji="1" lang="ko-KR" altLang="en-US" sz="800" b="0" i="0" u="none" strike="noStrike" kern="1200" cap="none" normalizeH="0" baseline="0">
                        <a:solidFill>
                          <a:schemeClr val="tx1"/>
                        </a:solidFill>
                        <a:latin typeface="KoPub돋움체 Light"/>
                        <a:ea typeface="KoPub돋움체 Light"/>
                        <a:sym typeface="Wingdings"/>
                      </a:endParaRPr>
                    </a:p>
                  </a:txBody>
                  <a:tcPr marL="54000" marR="54000" marT="54000" marB="54000" horzOverflow="overflow">
                    <a:lnL w="3175" cap="flat" cmpd="sng" algn="ctr">
                      <a:solidFill>
                        <a:srgbClr val="A6A6A6"/>
                      </a:solidFill>
                      <a:prstDash val="solid"/>
                      <a:round/>
                    </a:lnL>
                    <a:lnR w="6350" cap="flat" cmpd="sng" algn="ctr">
                      <a:solidFill>
                        <a:srgbClr val="7F7F7F"/>
                      </a:solidFill>
                      <a:prstDash val="solid"/>
                      <a:round/>
                    </a:lnR>
                    <a:lnT w="6350" cap="flat" cmpd="sng" algn="ctr">
                      <a:solidFill>
                        <a:srgbClr val="7F7F7F"/>
                      </a:solidFill>
                      <a:prstDash val="solid"/>
                      <a:round/>
                    </a:lnT>
                    <a:lnB w="6350" cap="flat" cmpd="sng" algn="ctr">
                      <a:solidFill>
                        <a:srgbClr val="7F7F7F"/>
                      </a:solidFill>
                      <a:prstDash val="solid"/>
                      <a:round/>
                    </a:lnB>
                    <a:lnTlToBr>
                      <a:noFill/>
                    </a:lnTlToBr>
                    <a:lnBlToTr>
                      <a:noFill/>
                    </a:lnBlToTr>
                    <a:solidFill>
                      <a:schemeClr val="bg1"/>
                    </a:solidFill>
                  </a:tcPr>
                </a:tc>
                <a:tc>
                  <a:txBody>
                    <a:bodyPr/>
                    <a:lstStyle/>
                    <a:p>
                      <a:pPr marL="85725" marR="0" lvl="0" indent="-85725" defTabSz="914400" rtl="0" eaLnBrk="0" latinLnBrk="0" hangingPunct="0">
                        <a:lnSpc>
                          <a:spcPct val="110000"/>
                        </a:lnSpc>
                        <a:spcBef>
                          <a:spcPts val="300"/>
                        </a:spcBef>
                        <a:spcAft>
                          <a:spcPct val="0"/>
                        </a:spcAft>
                        <a:buClrTx/>
                        <a:buFont typeface="Wingdings"/>
                        <a:buNone/>
                        <a:defRPr/>
                      </a:pPr>
                      <a:r>
                        <a:rPr kumimoji="1" lang="ko-KR" altLang="en-US" sz="800" b="0" i="0" u="none" strike="noStrike" kern="1200" cap="none" normalizeH="0" baseline="0">
                          <a:solidFill>
                            <a:schemeClr val="tx1"/>
                          </a:solidFill>
                          <a:effectLst/>
                          <a:latin typeface="KoPub돋움체 Light"/>
                          <a:ea typeface="KoPub돋움체 Light"/>
                          <a:cs typeface="+mn-cs"/>
                          <a:sym typeface="Wingdings"/>
                        </a:rPr>
                        <a:t> 회원 로그인</a:t>
                      </a:r>
                      <a:r>
                        <a:rPr kumimoji="1" lang="en-US" altLang="ko-KR" sz="800" b="0" i="0" u="none" strike="noStrike" kern="1200" cap="none" normalizeH="0" baseline="0">
                          <a:solidFill>
                            <a:schemeClr val="tx1"/>
                          </a:solidFill>
                          <a:effectLst/>
                          <a:latin typeface="KoPub돋움체 Light"/>
                          <a:ea typeface="KoPub돋움체 Light"/>
                          <a:cs typeface="+mn-cs"/>
                          <a:sym typeface="Wingdings"/>
                        </a:rPr>
                        <a:t>.</a:t>
                      </a:r>
                      <a:r>
                        <a:rPr kumimoji="1" lang="ko-KR" altLang="en-US" sz="800" b="0" i="0" u="none" strike="noStrike" kern="1200" cap="none" normalizeH="0" baseline="0">
                          <a:solidFill>
                            <a:schemeClr val="tx1"/>
                          </a:solidFill>
                          <a:effectLst/>
                          <a:latin typeface="KoPub돋움체 Light"/>
                          <a:ea typeface="KoPub돋움체 Light"/>
                          <a:cs typeface="+mn-cs"/>
                          <a:sym typeface="Wingdings"/>
                        </a:rPr>
                        <a:t> 로그아웃 상태에서는 로그인 버튼이 됨</a:t>
                      </a:r>
                      <a:r>
                        <a:rPr kumimoji="1" lang="en-US" altLang="ko-KR" sz="800" b="0" i="0" u="none" strike="noStrike" kern="1200" cap="none" normalizeH="0" baseline="0">
                          <a:solidFill>
                            <a:schemeClr val="tx1"/>
                          </a:solidFill>
                          <a:effectLst/>
                          <a:latin typeface="KoPub돋움체 Light"/>
                          <a:ea typeface="KoPub돋움체 Light"/>
                          <a:cs typeface="+mn-cs"/>
                          <a:sym typeface="Wingdings"/>
                        </a:rPr>
                        <a:t>.</a:t>
                      </a:r>
                      <a:endParaRPr kumimoji="1" lang="en-US" altLang="ko-KR" sz="800" b="0" i="0" u="none" strike="noStrike" kern="1200" cap="none" normalizeH="0" baseline="0">
                        <a:solidFill>
                          <a:schemeClr val="tx1"/>
                        </a:solidFill>
                        <a:latin typeface="KoPub돋움체 Light"/>
                        <a:ea typeface="KoPub돋움체 Light"/>
                        <a:cs typeface="+mn-cs"/>
                        <a:sym typeface="Wingdings"/>
                      </a:endParaRPr>
                    </a:p>
                  </a:txBody>
                  <a:tcPr marL="54000" marR="54000" marT="54000" marB="54000" horzOverflow="overflow">
                    <a:lnL w="6350" cap="flat" cmpd="sng" algn="ctr">
                      <a:solidFill>
                        <a:srgbClr val="7F7F7F"/>
                      </a:solidFill>
                      <a:prstDash val="solid"/>
                      <a:round/>
                    </a:lnL>
                    <a:lnR w="12700" cap="flat" cmpd="sng" algn="ctr">
                      <a:solidFill>
                        <a:schemeClr val="tx1"/>
                      </a:solidFill>
                      <a:prstDash val="solid"/>
                      <a:round/>
                    </a:lnR>
                    <a:lnT w="6350" cap="flat" cmpd="sng" algn="ctr">
                      <a:solidFill>
                        <a:srgbClr val="7F7F7F"/>
                      </a:solidFill>
                      <a:prstDash val="solid"/>
                      <a:round/>
                    </a:lnT>
                    <a:lnB w="6350" cap="flat" cmpd="sng" algn="ctr">
                      <a:solidFill>
                        <a:srgbClr val="7F7F7F"/>
                      </a:solidFill>
                      <a:prstDash val="solid"/>
                      <a:round/>
                    </a:lnB>
                    <a:lnTlToBr>
                      <a:noFill/>
                    </a:lnTlToBr>
                    <a:lnBlToTr>
                      <a:noFill/>
                    </a:lnBlToTr>
                    <a:solidFill>
                      <a:schemeClr val="bg1"/>
                    </a:solidFill>
                  </a:tcPr>
                </a:tc>
                <a:extLst>
                  <a:ext uri="{0D108BD9-81ED-4DB2-BD59-A6C34878D82A}">
                    <a16:rowId xmlns:a16="http://schemas.microsoft.com/office/drawing/2014/main" val="10003"/>
                  </a:ext>
                </a:extLst>
              </a:tr>
              <a:tr h="218546">
                <a:tc>
                  <a:txBody>
                    <a:bodyPr/>
                    <a:lstStyle/>
                    <a:p>
                      <a:pPr marL="0" marR="0" lvl="0" indent="0" algn="ctr" defTabSz="914400" rtl="0" eaLnBrk="0" latinLnBrk="1" hangingPunct="0">
                        <a:lnSpc>
                          <a:spcPct val="100000"/>
                        </a:lnSpc>
                        <a:spcBef>
                          <a:spcPct val="0"/>
                        </a:spcBef>
                        <a:spcAft>
                          <a:spcPct val="0"/>
                        </a:spcAft>
                        <a:buClrTx/>
                        <a:buFontTx/>
                        <a:buNone/>
                        <a:defRPr/>
                      </a:pPr>
                      <a:r>
                        <a:rPr kumimoji="1" lang="en-US" altLang="ko-KR" sz="800" b="1" i="0" u="none" strike="noStrike" cap="none" normalizeH="0" baseline="0">
                          <a:solidFill>
                            <a:schemeClr val="tx1"/>
                          </a:solidFill>
                          <a:latin typeface="KoPub돋움체 Light"/>
                          <a:ea typeface="KoPub돋움체 Light"/>
                          <a:sym typeface="Wingdings 2"/>
                        </a:rPr>
                        <a:t>A3</a:t>
                      </a:r>
                    </a:p>
                  </a:txBody>
                  <a:tcPr marL="0" marR="0" horzOverflow="overflow">
                    <a:lnL w="12700" cap="flat" cmpd="sng" algn="ctr">
                      <a:solidFill>
                        <a:schemeClr val="tx1"/>
                      </a:solidFill>
                      <a:prstDash val="solid"/>
                      <a:round/>
                    </a:lnL>
                    <a:lnR w="3175" cap="flat" cmpd="sng" algn="ctr">
                      <a:solidFill>
                        <a:srgbClr val="A6A6A6"/>
                      </a:solidFill>
                      <a:prstDash val="solid"/>
                      <a:round/>
                    </a:lnR>
                    <a:lnT w="6350" cap="flat" cmpd="sng" algn="ctr">
                      <a:solidFill>
                        <a:srgbClr val="7F7F7F"/>
                      </a:solidFill>
                      <a:prstDash val="solid"/>
                      <a:round/>
                    </a:lnT>
                    <a:lnB w="6350" cap="flat" cmpd="sng" algn="ctr">
                      <a:solidFill>
                        <a:srgbClr val="7F7F7F"/>
                      </a:solidFill>
                      <a:prstDash val="solid"/>
                      <a:round/>
                    </a:lnB>
                    <a:lnTlToBr>
                      <a:noFill/>
                    </a:lnTlToBr>
                    <a:lnBlToTr>
                      <a:noFill/>
                    </a:lnBlToTr>
                    <a:noFill/>
                  </a:tcPr>
                </a:tc>
                <a:tc>
                  <a:txBody>
                    <a:bodyPr/>
                    <a:lstStyle/>
                    <a:p>
                      <a:pPr marL="85725" marR="0" lvl="0" indent="-85725" algn="l" defTabSz="914400" rtl="0" eaLnBrk="0" latinLnBrk="0" hangingPunct="0">
                        <a:lnSpc>
                          <a:spcPct val="110000"/>
                        </a:lnSpc>
                        <a:spcBef>
                          <a:spcPts val="300"/>
                        </a:spcBef>
                        <a:spcAft>
                          <a:spcPct val="0"/>
                        </a:spcAft>
                        <a:buClrTx/>
                        <a:buFont typeface="Wingdings"/>
                        <a:buNone/>
                        <a:defRPr/>
                      </a:pPr>
                      <a:r>
                        <a:rPr kumimoji="1" lang="ko-KR" altLang="en-US" sz="800" b="0" i="0" u="none" strike="noStrike" kern="1200" cap="none" normalizeH="0" baseline="0">
                          <a:solidFill>
                            <a:schemeClr val="tx1"/>
                          </a:solidFill>
                          <a:effectLst/>
                          <a:latin typeface="KoPub돋움체 Light"/>
                          <a:ea typeface="KoPub돋움체 Light"/>
                          <a:sym typeface="Wingdings"/>
                        </a:rPr>
                        <a:t>회원가입</a:t>
                      </a:r>
                      <a:endParaRPr kumimoji="1" lang="ko-KR" altLang="en-US" sz="800" b="0" i="0" u="none" strike="noStrike" kern="1200" cap="none" normalizeH="0" baseline="0">
                        <a:solidFill>
                          <a:schemeClr val="tx1"/>
                        </a:solidFill>
                        <a:latin typeface="KoPub돋움체 Light"/>
                        <a:ea typeface="KoPub돋움체 Light"/>
                        <a:sym typeface="Wingdings"/>
                      </a:endParaRPr>
                    </a:p>
                  </a:txBody>
                  <a:tcPr marL="54000" marR="54000" marT="54000" marB="54000" horzOverflow="overflow">
                    <a:lnL w="3175" cap="flat" cmpd="sng" algn="ctr">
                      <a:solidFill>
                        <a:srgbClr val="A6A6A6"/>
                      </a:solidFill>
                      <a:prstDash val="solid"/>
                      <a:round/>
                    </a:lnL>
                    <a:lnR w="6350" cap="flat" cmpd="sng" algn="ctr">
                      <a:solidFill>
                        <a:srgbClr val="7F7F7F"/>
                      </a:solidFill>
                      <a:prstDash val="solid"/>
                      <a:round/>
                    </a:lnR>
                    <a:lnT w="6350" cap="flat" cmpd="sng" algn="ctr">
                      <a:solidFill>
                        <a:srgbClr val="7F7F7F"/>
                      </a:solidFill>
                      <a:prstDash val="solid"/>
                      <a:round/>
                    </a:lnT>
                    <a:lnB w="6350" cap="flat" cmpd="sng" algn="ctr">
                      <a:solidFill>
                        <a:srgbClr val="7F7F7F"/>
                      </a:solidFill>
                      <a:prstDash val="solid"/>
                      <a:round/>
                    </a:lnB>
                    <a:lnTlToBr>
                      <a:noFill/>
                    </a:lnTlToBr>
                    <a:lnBlToTr>
                      <a:noFill/>
                    </a:lnBlToTr>
                    <a:solidFill>
                      <a:schemeClr val="bg1"/>
                    </a:solidFill>
                  </a:tcPr>
                </a:tc>
                <a:tc>
                  <a:txBody>
                    <a:bodyPr/>
                    <a:lstStyle/>
                    <a:p>
                      <a:pPr marL="85725" marR="0" lvl="0" indent="-85725" defTabSz="914400" rtl="0" eaLnBrk="0" latinLnBrk="0" hangingPunct="0">
                        <a:lnSpc>
                          <a:spcPct val="110000"/>
                        </a:lnSpc>
                        <a:spcBef>
                          <a:spcPts val="300"/>
                        </a:spcBef>
                        <a:spcAft>
                          <a:spcPct val="0"/>
                        </a:spcAft>
                        <a:buClrTx/>
                        <a:buFont typeface="Wingdings"/>
                        <a:buNone/>
                        <a:defRPr/>
                      </a:pPr>
                      <a:r>
                        <a:rPr kumimoji="1" lang="ko-KR" altLang="en-US" sz="800" b="0" i="0" u="none" strike="noStrike" kern="1200" cap="none" normalizeH="0" baseline="0">
                          <a:solidFill>
                            <a:schemeClr val="tx1"/>
                          </a:solidFill>
                          <a:latin typeface="KoPub돋움체 Light"/>
                          <a:ea typeface="KoPub돋움체 Light"/>
                          <a:cs typeface="+mn-cs"/>
                          <a:sym typeface="Wingdings"/>
                        </a:rPr>
                        <a:t>회원 가입</a:t>
                      </a:r>
                      <a:r>
                        <a:rPr kumimoji="1" lang="en-US" altLang="ko-KR" sz="800" b="0" i="0" u="none" strike="noStrike" kern="1200" cap="none" normalizeH="0" baseline="0">
                          <a:solidFill>
                            <a:schemeClr val="tx1"/>
                          </a:solidFill>
                          <a:latin typeface="KoPub돋움체 Light"/>
                          <a:ea typeface="KoPub돋움체 Light"/>
                          <a:cs typeface="+mn-cs"/>
                          <a:sym typeface="Wingdings"/>
                        </a:rPr>
                        <a:t>.</a:t>
                      </a:r>
                      <a:r>
                        <a:rPr kumimoji="1" lang="ko-KR" altLang="en-US" sz="800" b="0" i="0" u="none" strike="noStrike" kern="1200" cap="none" normalizeH="0" baseline="0">
                          <a:solidFill>
                            <a:schemeClr val="tx1"/>
                          </a:solidFill>
                          <a:latin typeface="KoPub돋움체 Light"/>
                          <a:ea typeface="KoPub돋움체 Light"/>
                          <a:cs typeface="+mn-cs"/>
                          <a:sym typeface="Wingdings"/>
                        </a:rPr>
                        <a:t> 회원은 서비스를 이용 가능</a:t>
                      </a:r>
                      <a:r>
                        <a:rPr kumimoji="1" lang="en-US" altLang="ko-KR" sz="800" b="0" i="0" u="none" strike="noStrike" kern="1200" cap="none" normalizeH="0" baseline="0">
                          <a:solidFill>
                            <a:schemeClr val="tx1"/>
                          </a:solidFill>
                          <a:latin typeface="KoPub돋움체 Light"/>
                          <a:ea typeface="KoPub돋움체 Light"/>
                          <a:cs typeface="+mn-cs"/>
                          <a:sym typeface="Wingdings"/>
                        </a:rPr>
                        <a:t>.</a:t>
                      </a:r>
                    </a:p>
                  </a:txBody>
                  <a:tcPr marL="54000" marR="54000" marT="54000" marB="54000" horzOverflow="overflow">
                    <a:lnL w="6350" cap="flat" cmpd="sng" algn="ctr">
                      <a:solidFill>
                        <a:srgbClr val="7F7F7F"/>
                      </a:solidFill>
                      <a:prstDash val="solid"/>
                      <a:round/>
                    </a:lnL>
                    <a:lnR w="12700" cap="flat" cmpd="sng" algn="ctr">
                      <a:solidFill>
                        <a:schemeClr val="tx1"/>
                      </a:solidFill>
                      <a:prstDash val="solid"/>
                      <a:round/>
                    </a:lnR>
                    <a:lnT w="6350" cap="flat" cmpd="sng" algn="ctr">
                      <a:solidFill>
                        <a:srgbClr val="7F7F7F"/>
                      </a:solidFill>
                      <a:prstDash val="solid"/>
                      <a:round/>
                    </a:lnT>
                    <a:lnB w="6350" cap="flat" cmpd="sng" algn="ctr">
                      <a:solidFill>
                        <a:srgbClr val="7F7F7F"/>
                      </a:solidFill>
                      <a:prstDash val="solid"/>
                      <a:round/>
                    </a:lnB>
                    <a:lnTlToBr>
                      <a:noFill/>
                    </a:lnTlToBr>
                    <a:lnBlToTr>
                      <a:noFill/>
                    </a:lnBlToTr>
                    <a:solidFill>
                      <a:schemeClr val="bg1"/>
                    </a:solidFill>
                  </a:tcPr>
                </a:tc>
                <a:extLst>
                  <a:ext uri="{0D108BD9-81ED-4DB2-BD59-A6C34878D82A}">
                    <a16:rowId xmlns:a16="http://schemas.microsoft.com/office/drawing/2014/main" val="10004"/>
                  </a:ext>
                </a:extLst>
              </a:tr>
              <a:tr h="218546">
                <a:tc>
                  <a:txBody>
                    <a:bodyPr/>
                    <a:lstStyle/>
                    <a:p>
                      <a:pPr marL="0" marR="0" lvl="0" indent="0" algn="ctr" defTabSz="914400" rtl="0" eaLnBrk="0" latinLnBrk="1" hangingPunct="0">
                        <a:lnSpc>
                          <a:spcPct val="100000"/>
                        </a:lnSpc>
                        <a:spcBef>
                          <a:spcPct val="0"/>
                        </a:spcBef>
                        <a:spcAft>
                          <a:spcPct val="0"/>
                        </a:spcAft>
                        <a:buClrTx/>
                        <a:buFontTx/>
                        <a:buNone/>
                        <a:defRPr/>
                      </a:pPr>
                      <a:r>
                        <a:rPr kumimoji="1" lang="en-US" altLang="ko-KR" sz="800" b="1" i="0" u="none" strike="noStrike" cap="none" normalizeH="0" baseline="0">
                          <a:solidFill>
                            <a:schemeClr val="tx1"/>
                          </a:solidFill>
                          <a:effectLst/>
                          <a:latin typeface="KoPub돋움체 Light"/>
                          <a:ea typeface="KoPub돋움체 Light"/>
                          <a:sym typeface="Wingdings 2"/>
                        </a:rPr>
                        <a:t>A4</a:t>
                      </a:r>
                      <a:endParaRPr kumimoji="1" lang="en-US" altLang="ko-KR" sz="800" b="1" i="0" u="none" strike="noStrike" cap="none" normalizeH="0" baseline="0">
                        <a:solidFill>
                          <a:schemeClr val="tx1"/>
                        </a:solidFill>
                        <a:latin typeface="KoPub돋움체 Light"/>
                        <a:ea typeface="KoPub돋움체 Light"/>
                        <a:sym typeface="Wingdings 2"/>
                      </a:endParaRPr>
                    </a:p>
                  </a:txBody>
                  <a:tcPr marL="0" marR="0" horzOverflow="overflow">
                    <a:lnL w="12700" cap="flat" cmpd="sng" algn="ctr">
                      <a:solidFill>
                        <a:schemeClr val="tx1"/>
                      </a:solidFill>
                      <a:prstDash val="solid"/>
                      <a:round/>
                    </a:lnL>
                    <a:lnR w="3175" cap="flat" cmpd="sng" algn="ctr">
                      <a:solidFill>
                        <a:srgbClr val="A6A6A6"/>
                      </a:solidFill>
                      <a:prstDash val="solid"/>
                      <a:round/>
                    </a:lnR>
                    <a:lnT w="6350" cap="flat" cmpd="sng" algn="ctr">
                      <a:solidFill>
                        <a:srgbClr val="7F7F7F"/>
                      </a:solidFill>
                      <a:prstDash val="solid"/>
                      <a:round/>
                    </a:lnT>
                    <a:lnB w="6350" cap="flat" cmpd="sng" algn="ctr">
                      <a:solidFill>
                        <a:srgbClr val="7F7F7F"/>
                      </a:solidFill>
                      <a:prstDash val="solid"/>
                      <a:round/>
                    </a:lnB>
                    <a:lnTlToBr>
                      <a:noFill/>
                    </a:lnTlToBr>
                    <a:lnBlToTr>
                      <a:noFill/>
                    </a:lnBlToTr>
                    <a:noFill/>
                  </a:tcPr>
                </a:tc>
                <a:tc>
                  <a:txBody>
                    <a:bodyPr/>
                    <a:lstStyle/>
                    <a:p>
                      <a:pPr marL="85725" marR="0" lvl="0" indent="-85725" algn="l" defTabSz="914400" rtl="0" eaLnBrk="0" latinLnBrk="0" hangingPunct="0">
                        <a:lnSpc>
                          <a:spcPct val="110000"/>
                        </a:lnSpc>
                        <a:spcBef>
                          <a:spcPts val="300"/>
                        </a:spcBef>
                        <a:spcAft>
                          <a:spcPct val="0"/>
                        </a:spcAft>
                        <a:buClrTx/>
                        <a:buFont typeface="Wingdings"/>
                        <a:buNone/>
                        <a:defRPr/>
                      </a:pPr>
                      <a:r>
                        <a:rPr kumimoji="1" lang="ko-KR" altLang="en-US" sz="800" b="0" i="0" u="none" strike="noStrike" kern="1200" cap="none" normalizeH="0" baseline="0">
                          <a:solidFill>
                            <a:schemeClr val="tx1"/>
                          </a:solidFill>
                          <a:effectLst/>
                          <a:latin typeface="KoPub돋움체 Light"/>
                          <a:ea typeface="KoPub돋움체 Light"/>
                          <a:sym typeface="Wingdings"/>
                        </a:rPr>
                        <a:t>메뉴 버튼</a:t>
                      </a:r>
                      <a:endParaRPr kumimoji="1" lang="ko-KR" altLang="en-US" sz="800" b="0" i="0" u="none" strike="noStrike" kern="1200" cap="none" normalizeH="0" baseline="0">
                        <a:solidFill>
                          <a:schemeClr val="tx1"/>
                        </a:solidFill>
                        <a:latin typeface="KoPub돋움체 Light"/>
                        <a:ea typeface="KoPub돋움체 Light"/>
                        <a:sym typeface="Wingdings"/>
                      </a:endParaRPr>
                    </a:p>
                  </a:txBody>
                  <a:tcPr marL="54000" marR="0" marT="54000" marB="54000" horzOverflow="overflow">
                    <a:lnL w="3175" cap="flat" cmpd="sng" algn="ctr">
                      <a:solidFill>
                        <a:srgbClr val="A6A6A6"/>
                      </a:solidFill>
                      <a:prstDash val="solid"/>
                      <a:round/>
                    </a:lnL>
                    <a:lnR w="6350" cap="flat" cmpd="sng" algn="ctr">
                      <a:solidFill>
                        <a:srgbClr val="7F7F7F"/>
                      </a:solidFill>
                      <a:prstDash val="solid"/>
                      <a:round/>
                    </a:lnR>
                    <a:lnT w="6350" cap="flat" cmpd="sng" algn="ctr">
                      <a:solidFill>
                        <a:srgbClr val="7F7F7F"/>
                      </a:solidFill>
                      <a:prstDash val="solid"/>
                      <a:round/>
                    </a:lnT>
                    <a:lnB w="6350" cap="flat" cmpd="sng" algn="ctr">
                      <a:solidFill>
                        <a:srgbClr val="7F7F7F"/>
                      </a:solidFill>
                      <a:prstDash val="solid"/>
                      <a:round/>
                    </a:lnB>
                    <a:lnTlToBr>
                      <a:noFill/>
                    </a:lnTlToBr>
                    <a:lnBlToTr>
                      <a:noFill/>
                    </a:lnBlToTr>
                    <a:solidFill>
                      <a:schemeClr val="bg1"/>
                    </a:solidFill>
                  </a:tcPr>
                </a:tc>
                <a:tc>
                  <a:txBody>
                    <a:bodyPr/>
                    <a:lstStyle/>
                    <a:p>
                      <a:pPr marL="85725" marR="0" lvl="0" indent="-85725" algn="l" defTabSz="914400" rtl="0" eaLnBrk="0" latinLnBrk="0" hangingPunct="0">
                        <a:lnSpc>
                          <a:spcPct val="110000"/>
                        </a:lnSpc>
                        <a:spcBef>
                          <a:spcPts val="300"/>
                        </a:spcBef>
                        <a:spcAft>
                          <a:spcPct val="0"/>
                        </a:spcAft>
                        <a:buClrTx/>
                        <a:buFont typeface="Wingdings"/>
                        <a:buNone/>
                        <a:defRPr/>
                      </a:pPr>
                      <a:r>
                        <a:rPr kumimoji="1" lang="ko-KR" altLang="en-US" sz="800" b="0" i="0" u="none" strike="noStrike" kern="1200" cap="none" normalizeH="0" baseline="0">
                          <a:solidFill>
                            <a:schemeClr val="tx1"/>
                          </a:solidFill>
                          <a:effectLst/>
                          <a:latin typeface="KoPub돋움체 Light"/>
                          <a:ea typeface="KoPub돋움체 Light"/>
                          <a:cs typeface="+mn-cs"/>
                          <a:sym typeface="Wingdings"/>
                        </a:rPr>
                        <a:t>각 기능별 페이지로 이동</a:t>
                      </a:r>
                      <a:endParaRPr kumimoji="1" lang="ko-KR" altLang="en-US" sz="800" b="0" i="0" u="none" strike="noStrike" kern="1200" cap="none" normalizeH="0" baseline="0">
                        <a:solidFill>
                          <a:schemeClr val="tx1"/>
                        </a:solidFill>
                        <a:latin typeface="KoPub돋움체 Light"/>
                        <a:ea typeface="KoPub돋움체 Light"/>
                        <a:cs typeface="+mn-cs"/>
                        <a:sym typeface="Wingdings"/>
                      </a:endParaRPr>
                    </a:p>
                  </a:txBody>
                  <a:tcPr marL="54000" marR="54000" marT="54000" marB="54000" horzOverflow="overflow">
                    <a:lnL w="6350" cap="flat" cmpd="sng" algn="ctr">
                      <a:solidFill>
                        <a:srgbClr val="7F7F7F"/>
                      </a:solidFill>
                      <a:prstDash val="solid"/>
                      <a:round/>
                    </a:lnL>
                    <a:lnR w="12700" cap="flat" cmpd="sng" algn="ctr">
                      <a:solidFill>
                        <a:schemeClr val="tx1"/>
                      </a:solidFill>
                      <a:prstDash val="solid"/>
                      <a:round/>
                    </a:lnR>
                    <a:lnT w="6350" cap="flat" cmpd="sng" algn="ctr">
                      <a:solidFill>
                        <a:srgbClr val="7F7F7F"/>
                      </a:solidFill>
                      <a:prstDash val="solid"/>
                      <a:round/>
                    </a:lnT>
                    <a:lnB w="6350" cap="flat" cmpd="sng" algn="ctr">
                      <a:solidFill>
                        <a:srgbClr val="7F7F7F"/>
                      </a:solidFill>
                      <a:prstDash val="solid"/>
                      <a:round/>
                    </a:lnB>
                    <a:lnTlToBr>
                      <a:noFill/>
                    </a:lnTlToBr>
                    <a:lnBlToTr>
                      <a:noFill/>
                    </a:lnBlToTr>
                    <a:solidFill>
                      <a:schemeClr val="bg1"/>
                    </a:solidFill>
                  </a:tcPr>
                </a:tc>
                <a:extLst>
                  <a:ext uri="{0D108BD9-81ED-4DB2-BD59-A6C34878D82A}">
                    <a16:rowId xmlns:a16="http://schemas.microsoft.com/office/drawing/2014/main" val="10005"/>
                  </a:ext>
                </a:extLst>
              </a:tr>
              <a:tr h="325447">
                <a:tc>
                  <a:txBody>
                    <a:bodyPr/>
                    <a:lstStyle/>
                    <a:p>
                      <a:pPr marL="0" marR="0" lvl="0" indent="0" algn="ctr" defTabSz="914400" rtl="0" eaLnBrk="0" latinLnBrk="1" hangingPunct="0">
                        <a:lnSpc>
                          <a:spcPct val="100000"/>
                        </a:lnSpc>
                        <a:spcBef>
                          <a:spcPct val="0"/>
                        </a:spcBef>
                        <a:spcAft>
                          <a:spcPct val="0"/>
                        </a:spcAft>
                        <a:buClrTx/>
                        <a:buFontTx/>
                        <a:buNone/>
                        <a:defRPr/>
                      </a:pPr>
                      <a:r>
                        <a:rPr kumimoji="1" lang="en-US" altLang="ko-KR" sz="800" b="1" i="0" u="none" strike="noStrike" cap="none" normalizeH="0" baseline="0">
                          <a:solidFill>
                            <a:schemeClr val="tx1"/>
                          </a:solidFill>
                          <a:effectLst/>
                          <a:latin typeface="KoPub돋움체 Light"/>
                          <a:ea typeface="KoPub돋움체 Light"/>
                          <a:sym typeface="Wingdings 2"/>
                        </a:rPr>
                        <a:t>A5</a:t>
                      </a:r>
                      <a:endParaRPr kumimoji="1" lang="en-US" altLang="ko-KR" sz="800" b="1" i="0" u="none" strike="noStrike" cap="none" normalizeH="0" baseline="0">
                        <a:solidFill>
                          <a:schemeClr val="tx1"/>
                        </a:solidFill>
                        <a:latin typeface="KoPub돋움체 Light"/>
                        <a:ea typeface="KoPub돋움체 Light"/>
                        <a:sym typeface="Wingdings 2"/>
                      </a:endParaRPr>
                    </a:p>
                  </a:txBody>
                  <a:tcPr marL="0" marR="0" horzOverflow="overflow">
                    <a:lnL w="12700" cap="flat" cmpd="sng" algn="ctr">
                      <a:solidFill>
                        <a:schemeClr val="tx1"/>
                      </a:solidFill>
                      <a:prstDash val="solid"/>
                      <a:round/>
                    </a:lnL>
                    <a:lnR w="3175" cap="flat" cmpd="sng" algn="ctr">
                      <a:solidFill>
                        <a:srgbClr val="A6A6A6"/>
                      </a:solidFill>
                      <a:prstDash val="solid"/>
                      <a:round/>
                    </a:lnR>
                    <a:lnT w="6350" cap="flat" cmpd="sng" algn="ctr">
                      <a:solidFill>
                        <a:srgbClr val="7F7F7F"/>
                      </a:solidFill>
                      <a:prstDash val="solid"/>
                      <a:round/>
                    </a:lnT>
                    <a:lnB w="6350" cap="flat" cmpd="sng" algn="ctr">
                      <a:solidFill>
                        <a:srgbClr val="7F7F7F"/>
                      </a:solidFill>
                      <a:prstDash val="solid"/>
                      <a:round/>
                    </a:lnB>
                    <a:lnTlToBr>
                      <a:noFill/>
                    </a:lnTlToBr>
                    <a:lnBlToTr>
                      <a:noFill/>
                    </a:lnBlToTr>
                    <a:noFill/>
                  </a:tcPr>
                </a:tc>
                <a:tc>
                  <a:txBody>
                    <a:bodyPr/>
                    <a:lstStyle/>
                    <a:p>
                      <a:pPr lvl="0">
                        <a:defRPr/>
                      </a:pPr>
                      <a:r>
                        <a:rPr lang="ko-KR" altLang="en-US" sz="800">
                          <a:latin typeface="KoPub돋움체 Light"/>
                          <a:ea typeface="KoPub돋움체 Light"/>
                          <a:cs typeface="+mn-cs"/>
                        </a:rPr>
                        <a:t>슬라이드</a:t>
                      </a:r>
                    </a:p>
                  </a:txBody>
                  <a:tcPr marL="54000" marR="54000" marT="54000" marB="54000" horzOverflow="overflow">
                    <a:lnL w="3175" cap="flat" cmpd="sng" algn="ctr">
                      <a:solidFill>
                        <a:srgbClr val="A6A6A6"/>
                      </a:solidFill>
                      <a:prstDash val="solid"/>
                      <a:round/>
                    </a:lnL>
                    <a:lnR w="6350" cap="flat" cmpd="sng" algn="ctr">
                      <a:solidFill>
                        <a:srgbClr val="7F7F7F"/>
                      </a:solidFill>
                      <a:prstDash val="solid"/>
                      <a:round/>
                    </a:lnR>
                    <a:lnT w="6350" cap="flat" cmpd="sng" algn="ctr">
                      <a:solidFill>
                        <a:srgbClr val="7F7F7F"/>
                      </a:solidFill>
                      <a:prstDash val="solid"/>
                      <a:round/>
                    </a:lnT>
                    <a:lnB w="6350" cap="flat" cmpd="sng" algn="ctr">
                      <a:solidFill>
                        <a:srgbClr val="7F7F7F"/>
                      </a:solidFill>
                      <a:prstDash val="solid"/>
                      <a:round/>
                    </a:lnB>
                    <a:lnTlToBr>
                      <a:noFill/>
                    </a:lnTlToBr>
                    <a:lnBlToTr>
                      <a:noFill/>
                    </a:lnBlToTr>
                    <a:solidFill>
                      <a:schemeClr val="bg1"/>
                    </a:solidFill>
                  </a:tcPr>
                </a:tc>
                <a:tc>
                  <a:txBody>
                    <a:bodyPr/>
                    <a:lstStyle/>
                    <a:p>
                      <a:pPr marL="0" marR="0" lvl="0" indent="0" algn="l" defTabSz="914400" rtl="0" eaLnBrk="1" latinLnBrk="1" hangingPunct="1">
                        <a:lnSpc>
                          <a:spcPct val="100000"/>
                        </a:lnSpc>
                        <a:spcBef>
                          <a:spcPts val="0"/>
                        </a:spcBef>
                        <a:spcAft>
                          <a:spcPts val="0"/>
                        </a:spcAft>
                        <a:buClrTx/>
                        <a:buFontTx/>
                        <a:buNone/>
                        <a:defRPr/>
                      </a:pPr>
                      <a:r>
                        <a:rPr lang="ko-KR" altLang="en-US" sz="800">
                          <a:latin typeface="KoPub돋움체 Light"/>
                          <a:ea typeface="KoPub돋움체 Light"/>
                          <a:cs typeface="+mn-cs"/>
                        </a:rPr>
                        <a:t>여러 장의 음식 이미지를 슬라이드 형식으로 보여줌</a:t>
                      </a:r>
                    </a:p>
                  </a:txBody>
                  <a:tcPr marL="54000" marR="54000" marT="54000" marB="54000" horzOverflow="overflow">
                    <a:lnL w="6350" cap="flat" cmpd="sng" algn="ctr">
                      <a:solidFill>
                        <a:srgbClr val="7F7F7F"/>
                      </a:solidFill>
                      <a:prstDash val="solid"/>
                      <a:round/>
                    </a:lnL>
                    <a:lnR w="12700" cap="flat" cmpd="sng" algn="ctr">
                      <a:solidFill>
                        <a:schemeClr val="tx1"/>
                      </a:solidFill>
                      <a:prstDash val="solid"/>
                      <a:round/>
                    </a:lnR>
                    <a:lnT w="6350" cap="flat" cmpd="sng" algn="ctr">
                      <a:solidFill>
                        <a:srgbClr val="7F7F7F"/>
                      </a:solidFill>
                      <a:prstDash val="solid"/>
                      <a:round/>
                    </a:lnT>
                    <a:lnB w="6350" cap="flat" cmpd="sng" algn="ctr">
                      <a:solidFill>
                        <a:srgbClr val="7F7F7F"/>
                      </a:solidFill>
                      <a:prstDash val="solid"/>
                      <a:round/>
                    </a:lnB>
                    <a:lnTlToBr>
                      <a:noFill/>
                    </a:lnTlToBr>
                    <a:lnBlToTr>
                      <a:noFill/>
                    </a:lnBlToTr>
                    <a:solidFill>
                      <a:schemeClr val="bg1"/>
                    </a:solidFill>
                  </a:tcPr>
                </a:tc>
                <a:extLst>
                  <a:ext uri="{0D108BD9-81ED-4DB2-BD59-A6C34878D82A}">
                    <a16:rowId xmlns:a16="http://schemas.microsoft.com/office/drawing/2014/main" val="10006"/>
                  </a:ext>
                </a:extLst>
              </a:tr>
              <a:tr h="328971">
                <a:tc>
                  <a:txBody>
                    <a:bodyPr/>
                    <a:lstStyle/>
                    <a:p>
                      <a:pPr marL="0" marR="0" lvl="0" indent="0" algn="ctr" defTabSz="914400" rtl="0" eaLnBrk="0" latinLnBrk="1" hangingPunct="0">
                        <a:lnSpc>
                          <a:spcPct val="100000"/>
                        </a:lnSpc>
                        <a:spcBef>
                          <a:spcPct val="0"/>
                        </a:spcBef>
                        <a:spcAft>
                          <a:spcPct val="0"/>
                        </a:spcAft>
                        <a:buClrTx/>
                        <a:buFontTx/>
                        <a:buNone/>
                        <a:defRPr/>
                      </a:pPr>
                      <a:r>
                        <a:rPr kumimoji="1" lang="en-US" altLang="ko-KR" sz="800" b="1" i="0" u="none" strike="noStrike" cap="none" normalizeH="0" baseline="0">
                          <a:solidFill>
                            <a:schemeClr val="tx1"/>
                          </a:solidFill>
                          <a:effectLst/>
                          <a:latin typeface="KoPub돋움체 Light"/>
                          <a:ea typeface="KoPub돋움체 Light"/>
                          <a:sym typeface="Wingdings 2"/>
                        </a:rPr>
                        <a:t>A6</a:t>
                      </a:r>
                      <a:endParaRPr kumimoji="1" lang="en-US" altLang="ko-KR" sz="800" b="1" i="0" u="none" strike="noStrike" cap="none" normalizeH="0" baseline="0">
                        <a:solidFill>
                          <a:schemeClr val="tx1"/>
                        </a:solidFill>
                        <a:latin typeface="KoPub돋움체 Light"/>
                        <a:ea typeface="KoPub돋움체 Light"/>
                        <a:sym typeface="Wingdings 2"/>
                      </a:endParaRPr>
                    </a:p>
                  </a:txBody>
                  <a:tcPr marL="0" marR="0" horzOverflow="overflow">
                    <a:lnL w="12700" cap="flat" cmpd="sng" algn="ctr">
                      <a:solidFill>
                        <a:schemeClr val="tx1"/>
                      </a:solidFill>
                      <a:prstDash val="solid"/>
                      <a:round/>
                    </a:lnL>
                    <a:lnR w="3175" cap="flat" cmpd="sng" algn="ctr">
                      <a:solidFill>
                        <a:srgbClr val="A6A6A6"/>
                      </a:solidFill>
                      <a:prstDash val="solid"/>
                      <a:round/>
                    </a:lnR>
                    <a:lnT w="6350" cap="flat" cmpd="sng" algn="ctr">
                      <a:solidFill>
                        <a:srgbClr val="7F7F7F"/>
                      </a:solidFill>
                      <a:prstDash val="solid"/>
                      <a:round/>
                    </a:lnT>
                    <a:lnB w="12700" cap="flat" cmpd="sng" algn="ctr">
                      <a:solidFill>
                        <a:schemeClr val="tx1"/>
                      </a:solidFill>
                      <a:prstDash val="solid"/>
                      <a:round/>
                    </a:lnB>
                    <a:lnTlToBr>
                      <a:noFill/>
                    </a:lnTlToBr>
                    <a:lnBlToTr>
                      <a:noFill/>
                    </a:lnBlToTr>
                    <a:noFill/>
                  </a:tcPr>
                </a:tc>
                <a:tc>
                  <a:txBody>
                    <a:bodyPr/>
                    <a:lstStyle/>
                    <a:p>
                      <a:pPr lvl="0">
                        <a:defRPr/>
                      </a:pPr>
                      <a:r>
                        <a:rPr lang="ko-KR" altLang="en-US" sz="800">
                          <a:latin typeface="KoPub돋움체 Light"/>
                          <a:ea typeface="KoPub돋움체 Light"/>
                          <a:cs typeface="+mn-cs"/>
                        </a:rPr>
                        <a:t>고객지원</a:t>
                      </a:r>
                    </a:p>
                    <a:p>
                      <a:pPr lvl="0">
                        <a:defRPr/>
                      </a:pPr>
                      <a:r>
                        <a:rPr lang="ko-KR" altLang="en-US" sz="800">
                          <a:latin typeface="KoPub돋움체 Light"/>
                          <a:ea typeface="KoPub돋움체 Light"/>
                          <a:cs typeface="+mn-cs"/>
                        </a:rPr>
                        <a:t>버튼</a:t>
                      </a:r>
                    </a:p>
                  </a:txBody>
                  <a:tcPr marL="54000" marR="54000" marT="54000" marB="54000" horzOverflow="overflow">
                    <a:lnL w="3175" cap="flat" cmpd="sng" algn="ctr">
                      <a:solidFill>
                        <a:srgbClr val="A6A6A6"/>
                      </a:solidFill>
                      <a:prstDash val="solid"/>
                      <a:round/>
                    </a:lnL>
                    <a:lnR w="6350" cap="flat" cmpd="sng" algn="ctr">
                      <a:solidFill>
                        <a:srgbClr val="7F7F7F"/>
                      </a:solidFill>
                      <a:prstDash val="solid"/>
                      <a:round/>
                    </a:lnR>
                    <a:lnT w="6350" cap="flat" cmpd="sng" algn="ctr">
                      <a:solidFill>
                        <a:srgbClr val="7F7F7F"/>
                      </a:solidFill>
                      <a:prstDash val="solid"/>
                      <a:round/>
                    </a:lnT>
                    <a:lnB w="12700" cap="flat" cmpd="sng" algn="ctr">
                      <a:solidFill>
                        <a:schemeClr val="tx1"/>
                      </a:solidFill>
                      <a:prstDash val="solid"/>
                      <a:round/>
                    </a:lnB>
                    <a:lnTlToBr>
                      <a:noFill/>
                    </a:lnTlToBr>
                    <a:lnBlToTr>
                      <a:noFill/>
                    </a:lnBlToTr>
                    <a:solidFill>
                      <a:schemeClr val="bg1"/>
                    </a:solidFill>
                  </a:tcPr>
                </a:tc>
                <a:tc>
                  <a:txBody>
                    <a:bodyPr/>
                    <a:lstStyle/>
                    <a:p>
                      <a:pPr marL="0" marR="0" lvl="0" indent="0" algn="l" defTabSz="914400" rtl="0" eaLnBrk="1" latinLnBrk="1" hangingPunct="1">
                        <a:lnSpc>
                          <a:spcPct val="100000"/>
                        </a:lnSpc>
                        <a:spcBef>
                          <a:spcPts val="0"/>
                        </a:spcBef>
                        <a:spcAft>
                          <a:spcPts val="0"/>
                        </a:spcAft>
                        <a:buClrTx/>
                        <a:buFontTx/>
                        <a:buNone/>
                        <a:defRPr/>
                      </a:pPr>
                      <a:r>
                        <a:rPr lang="ko-KR" altLang="en-US" sz="800">
                          <a:latin typeface="KoPub돋움체 Light"/>
                          <a:ea typeface="KoPub돋움체 Light"/>
                          <a:cs typeface="+mn-cs"/>
                        </a:rPr>
                        <a:t>각 운영사항에 대해 알리는 메뉴 페이지로 이동</a:t>
                      </a:r>
                    </a:p>
                  </a:txBody>
                  <a:tcPr marL="54000" marR="54000" marT="54000" marB="54000" horzOverflow="overflow">
                    <a:lnL w="6350" cap="flat" cmpd="sng" algn="ctr">
                      <a:solidFill>
                        <a:srgbClr val="7F7F7F"/>
                      </a:solidFill>
                      <a:prstDash val="solid"/>
                      <a:round/>
                    </a:lnL>
                    <a:lnR w="12700" cap="flat" cmpd="sng" algn="ctr">
                      <a:solidFill>
                        <a:schemeClr val="tx1"/>
                      </a:solidFill>
                      <a:prstDash val="solid"/>
                      <a:round/>
                    </a:lnR>
                    <a:lnT w="6350" cap="flat" cmpd="sng" algn="ctr">
                      <a:solidFill>
                        <a:srgbClr val="7F7F7F"/>
                      </a:solidFill>
                      <a:prstDash val="solid"/>
                      <a:round/>
                    </a:lnT>
                    <a:lnB w="12700" cap="flat" cmpd="sng" algn="ctr">
                      <a:solidFill>
                        <a:schemeClr val="tx1"/>
                      </a:solidFill>
                      <a:prstDash val="solid"/>
                      <a:round/>
                    </a:lnB>
                    <a:lnTlToBr>
                      <a:noFill/>
                    </a:lnTlToBr>
                    <a:lnBlToTr>
                      <a:noFill/>
                    </a:lnBlToTr>
                    <a:solidFill>
                      <a:schemeClr val="bg1"/>
                    </a:solidFill>
                  </a:tcPr>
                </a:tc>
                <a:extLst>
                  <a:ext uri="{0D108BD9-81ED-4DB2-BD59-A6C34878D82A}">
                    <a16:rowId xmlns:a16="http://schemas.microsoft.com/office/drawing/2014/main" val="10007"/>
                  </a:ext>
                </a:extLst>
              </a:tr>
            </a:tbl>
          </a:graphicData>
        </a:graphic>
      </p:graphicFrame>
      <p:graphicFrame>
        <p:nvGraphicFramePr>
          <p:cNvPr id="180" name="Group 253"/>
          <p:cNvGraphicFramePr>
            <a:graphicFrameLocks noGrp="1"/>
          </p:cNvGraphicFramePr>
          <p:nvPr/>
        </p:nvGraphicFramePr>
        <p:xfrm>
          <a:off x="206775" y="322763"/>
          <a:ext cx="5885382" cy="391650"/>
        </p:xfrm>
        <a:graphic>
          <a:graphicData uri="http://schemas.openxmlformats.org/drawingml/2006/table">
            <a:tbl>
              <a:tblPr firstRow="1" bandRow="1"/>
              <a:tblGrid>
                <a:gridCol w="530880">
                  <a:extLst>
                    <a:ext uri="{9D8B030D-6E8A-4147-A177-3AD203B41FA5}">
                      <a16:colId xmlns:a16="http://schemas.microsoft.com/office/drawing/2014/main" val="20000"/>
                    </a:ext>
                  </a:extLst>
                </a:gridCol>
                <a:gridCol w="1974237">
                  <a:extLst>
                    <a:ext uri="{9D8B030D-6E8A-4147-A177-3AD203B41FA5}">
                      <a16:colId xmlns:a16="http://schemas.microsoft.com/office/drawing/2014/main" val="20001"/>
                    </a:ext>
                  </a:extLst>
                </a:gridCol>
                <a:gridCol w="378632">
                  <a:extLst>
                    <a:ext uri="{9D8B030D-6E8A-4147-A177-3AD203B41FA5}">
                      <a16:colId xmlns:a16="http://schemas.microsoft.com/office/drawing/2014/main" val="20002"/>
                    </a:ext>
                  </a:extLst>
                </a:gridCol>
                <a:gridCol w="1419001">
                  <a:extLst>
                    <a:ext uri="{9D8B030D-6E8A-4147-A177-3AD203B41FA5}">
                      <a16:colId xmlns:a16="http://schemas.microsoft.com/office/drawing/2014/main" val="20003"/>
                    </a:ext>
                  </a:extLst>
                </a:gridCol>
                <a:gridCol w="489796">
                  <a:extLst>
                    <a:ext uri="{9D8B030D-6E8A-4147-A177-3AD203B41FA5}">
                      <a16:colId xmlns:a16="http://schemas.microsoft.com/office/drawing/2014/main" val="20004"/>
                    </a:ext>
                  </a:extLst>
                </a:gridCol>
                <a:gridCol w="1092836">
                  <a:extLst>
                    <a:ext uri="{9D8B030D-6E8A-4147-A177-3AD203B41FA5}">
                      <a16:colId xmlns:a16="http://schemas.microsoft.com/office/drawing/2014/main" val="20005"/>
                    </a:ext>
                  </a:extLst>
                </a:gridCol>
              </a:tblGrid>
              <a:tr h="195825">
                <a:tc>
                  <a:txBody>
                    <a:bodyPr/>
                    <a:lstStyle/>
                    <a:p>
                      <a:pPr marL="0" marR="0" lvl="0" indent="0" algn="ctr" defTabSz="914400" rtl="0" eaLnBrk="1" latinLnBrk="1" hangingPunct="1">
                        <a:lnSpc>
                          <a:spcPct val="100000"/>
                        </a:lnSpc>
                        <a:spcBef>
                          <a:spcPct val="20000"/>
                        </a:spcBef>
                        <a:spcAft>
                          <a:spcPct val="0"/>
                        </a:spcAft>
                        <a:buClrTx/>
                        <a:buFontTx/>
                        <a:buNone/>
                        <a:defRPr/>
                      </a:pPr>
                      <a:r>
                        <a:rPr kumimoji="1" lang="ko-KR" altLang="en-US" sz="800" b="0" i="0" u="none" strike="noStrike" cap="none" normalizeH="0" baseline="0">
                          <a:solidFill>
                            <a:schemeClr val="tx1"/>
                          </a:solidFill>
                          <a:effectLst/>
                          <a:latin typeface="KoPub돋움체 Light"/>
                          <a:ea typeface="KoPub돋움체 Light"/>
                          <a:cs typeface="+mn-cs"/>
                        </a:rPr>
                        <a:t>프로젝트명</a:t>
                      </a:r>
                      <a:endParaRPr kumimoji="1" lang="ko-KR" altLang="en-US" sz="800" b="0" i="0" u="none" strike="noStrike" cap="none" normalizeH="0" baseline="0">
                        <a:solidFill>
                          <a:schemeClr val="tx1"/>
                        </a:solidFill>
                        <a:latin typeface="KoPub돋움체 Light"/>
                        <a:ea typeface="KoPub돋움체 Light"/>
                        <a:cs typeface="+mn-cs"/>
                      </a:endParaRPr>
                    </a:p>
                  </a:txBody>
                  <a:tcPr marL="36000" marR="36000" marT="36000" marB="36000" anchor="ctr" horzOverflow="overflow">
                    <a:lnL w="3175" cap="flat" cmpd="sng" algn="ctr">
                      <a:solidFill>
                        <a:srgbClr val="808080"/>
                      </a:solidFill>
                      <a:prstDash val="solid"/>
                      <a:round/>
                    </a:lnL>
                    <a:lnR w="3175" cap="flat" cmpd="sng" algn="ctr">
                      <a:solidFill>
                        <a:srgbClr val="808080"/>
                      </a:solidFill>
                      <a:prstDash val="solid"/>
                      <a:round/>
                    </a:lnR>
                    <a:lnT w="3175" cap="flat" cmpd="sng" algn="ctr">
                      <a:solidFill>
                        <a:srgbClr val="808080"/>
                      </a:solidFill>
                      <a:prstDash val="solid"/>
                      <a:round/>
                    </a:lnT>
                    <a:lnB w="3175" cap="flat" cmpd="sng" algn="ctr">
                      <a:solidFill>
                        <a:srgbClr val="808080"/>
                      </a:solidFill>
                      <a:prstDash val="solid"/>
                      <a:round/>
                    </a:lnB>
                    <a:lnTlToBr>
                      <a:noFill/>
                    </a:lnTlToBr>
                    <a:lnBlToTr>
                      <a:noFill/>
                    </a:lnBlToTr>
                    <a:solidFill>
                      <a:srgbClr val="DDDDDD"/>
                    </a:solidFill>
                  </a:tcPr>
                </a:tc>
                <a:tc>
                  <a:txBody>
                    <a:bodyPr/>
                    <a:lstStyle/>
                    <a:p>
                      <a:pPr marL="0" marR="0" lvl="0" indent="0" algn="l" defTabSz="914400" rtl="0" eaLnBrk="1" latinLnBrk="1" hangingPunct="1">
                        <a:lnSpc>
                          <a:spcPct val="100000"/>
                        </a:lnSpc>
                        <a:spcBef>
                          <a:spcPct val="20000"/>
                        </a:spcBef>
                        <a:spcAft>
                          <a:spcPct val="0"/>
                        </a:spcAft>
                        <a:buClrTx/>
                        <a:buFontTx/>
                        <a:buNone/>
                        <a:defRPr/>
                      </a:pPr>
                      <a:r>
                        <a:rPr kumimoji="1" lang="ko-KR" altLang="ko-KR" sz="800" b="0" i="0" u="none" strike="noStrike" cap="none" normalizeH="0" baseline="0">
                          <a:solidFill>
                            <a:schemeClr val="tx1"/>
                          </a:solidFill>
                          <a:effectLst/>
                          <a:latin typeface="KoPub돋움체 Light"/>
                          <a:ea typeface="KoPub돋움체 Light"/>
                          <a:cs typeface="+mn-cs"/>
                        </a:rPr>
                        <a:t>스마트 음식 영양 분석 &amp; 식단 추천 프로젝트</a:t>
                      </a:r>
                      <a:endParaRPr kumimoji="1" lang="ko-KR" altLang="ko-KR" sz="800" b="0" i="0" u="none" strike="noStrike" cap="none" normalizeH="0" baseline="0">
                        <a:solidFill>
                          <a:schemeClr val="tx1"/>
                        </a:solidFill>
                        <a:latin typeface="KoPub돋움체 Light"/>
                        <a:ea typeface="KoPub돋움체 Light"/>
                        <a:cs typeface="+mn-cs"/>
                      </a:endParaRPr>
                    </a:p>
                  </a:txBody>
                  <a:tcPr marL="36000" marR="36000" marT="36000" marB="36000" anchor="ctr" horzOverflow="overflow">
                    <a:lnL w="3175" cap="flat" cmpd="sng" algn="ctr">
                      <a:solidFill>
                        <a:srgbClr val="808080"/>
                      </a:solidFill>
                      <a:prstDash val="solid"/>
                      <a:round/>
                    </a:lnL>
                    <a:lnR w="3175" cap="flat" cmpd="sng" algn="ctr">
                      <a:solidFill>
                        <a:srgbClr val="808080"/>
                      </a:solidFill>
                      <a:prstDash val="solid"/>
                      <a:round/>
                    </a:lnR>
                    <a:lnT w="3175" cap="flat" cmpd="sng" algn="ctr">
                      <a:solidFill>
                        <a:srgbClr val="808080"/>
                      </a:solidFill>
                      <a:prstDash val="solid"/>
                      <a:round/>
                    </a:lnT>
                    <a:lnB w="3175" cap="flat" cmpd="sng" algn="ctr">
                      <a:solidFill>
                        <a:srgbClr val="808080"/>
                      </a:solidFill>
                      <a:prstDash val="solid"/>
                      <a:round/>
                    </a:lnB>
                    <a:lnTlToBr>
                      <a:noFill/>
                    </a:lnTlToBr>
                    <a:lnBlToTr>
                      <a:noFill/>
                    </a:lnBlToTr>
                    <a:noFill/>
                  </a:tcPr>
                </a:tc>
                <a:tc>
                  <a:txBody>
                    <a:bodyPr/>
                    <a:lstStyle/>
                    <a:p>
                      <a:pPr marL="0" marR="0" lvl="0" indent="0" algn="ctr" defTabSz="914400" rtl="0" eaLnBrk="1" latinLnBrk="1" hangingPunct="1">
                        <a:lnSpc>
                          <a:spcPct val="100000"/>
                        </a:lnSpc>
                        <a:spcBef>
                          <a:spcPct val="20000"/>
                        </a:spcBef>
                        <a:spcAft>
                          <a:spcPct val="0"/>
                        </a:spcAft>
                        <a:buClrTx/>
                        <a:buFontTx/>
                        <a:buNone/>
                        <a:defRPr/>
                      </a:pPr>
                      <a:r>
                        <a:rPr kumimoji="1" lang="ko-KR" altLang="en-US" sz="800" b="0" i="0" u="none" strike="noStrike" cap="none" normalizeH="0" baseline="0">
                          <a:solidFill>
                            <a:schemeClr val="tx1"/>
                          </a:solidFill>
                          <a:effectLst/>
                          <a:latin typeface="KoPub돋움체 Light"/>
                          <a:ea typeface="KoPub돋움체 Light"/>
                          <a:cs typeface="+mn-cs"/>
                        </a:rPr>
                        <a:t>화면명</a:t>
                      </a:r>
                      <a:endParaRPr kumimoji="1" lang="ko-KR" altLang="en-US" sz="800" b="0" i="0" u="none" strike="noStrike" cap="none" normalizeH="0" baseline="0">
                        <a:solidFill>
                          <a:schemeClr val="tx1"/>
                        </a:solidFill>
                        <a:latin typeface="KoPub돋움체 Light"/>
                        <a:ea typeface="KoPub돋움체 Light"/>
                        <a:cs typeface="+mn-cs"/>
                      </a:endParaRPr>
                    </a:p>
                  </a:txBody>
                  <a:tcPr marL="36000" marR="36000" marT="36000" marB="36000" anchor="ctr" horzOverflow="overflow">
                    <a:lnL w="3175" cap="flat" cmpd="sng" algn="ctr">
                      <a:solidFill>
                        <a:srgbClr val="808080"/>
                      </a:solidFill>
                      <a:prstDash val="solid"/>
                      <a:round/>
                    </a:lnL>
                    <a:lnR w="3175" cap="flat" cmpd="sng" algn="ctr">
                      <a:solidFill>
                        <a:srgbClr val="808080"/>
                      </a:solidFill>
                      <a:prstDash val="solid"/>
                      <a:round/>
                    </a:lnR>
                    <a:lnT w="3175" cap="flat" cmpd="sng" algn="ctr">
                      <a:solidFill>
                        <a:srgbClr val="808080"/>
                      </a:solidFill>
                      <a:prstDash val="solid"/>
                      <a:round/>
                    </a:lnT>
                    <a:lnB w="3175" cap="flat" cmpd="sng" algn="ctr">
                      <a:solidFill>
                        <a:srgbClr val="808080"/>
                      </a:solidFill>
                      <a:prstDash val="solid"/>
                      <a:round/>
                    </a:lnB>
                    <a:lnTlToBr>
                      <a:noFill/>
                    </a:lnTlToBr>
                    <a:lnBlToTr>
                      <a:noFill/>
                    </a:lnBlToTr>
                    <a:solidFill>
                      <a:srgbClr val="DDDDDD"/>
                    </a:solidFill>
                  </a:tcPr>
                </a:tc>
                <a:tc>
                  <a:txBody>
                    <a:bodyPr/>
                    <a:lstStyle/>
                    <a:p>
                      <a:pPr marL="0" marR="0" lvl="0" indent="0" algn="l" defTabSz="914400" rtl="0" eaLnBrk="1" latinLnBrk="1" hangingPunct="1">
                        <a:lnSpc>
                          <a:spcPct val="100000"/>
                        </a:lnSpc>
                        <a:spcBef>
                          <a:spcPct val="20000"/>
                        </a:spcBef>
                        <a:spcAft>
                          <a:spcPct val="0"/>
                        </a:spcAft>
                        <a:buClrTx/>
                        <a:buFontTx/>
                        <a:buNone/>
                        <a:defRPr/>
                      </a:pPr>
                      <a:r>
                        <a:rPr kumimoji="1" lang="ko-KR" altLang="en-US" sz="800" b="0" i="0" u="none" strike="noStrike" cap="none" normalizeH="0" baseline="0">
                          <a:solidFill>
                            <a:schemeClr val="tx1"/>
                          </a:solidFill>
                          <a:effectLst/>
                          <a:latin typeface="KoPub돋움체 Light"/>
                          <a:ea typeface="KoPub돋움체 Light"/>
                          <a:cs typeface="+mn-cs"/>
                        </a:rPr>
                        <a:t>메인 페이지</a:t>
                      </a:r>
                      <a:endParaRPr kumimoji="1" lang="ko-KR" altLang="en-US" sz="800" b="0" i="0" u="none" strike="noStrike" cap="none" normalizeH="0" baseline="0">
                        <a:solidFill>
                          <a:schemeClr val="tx1"/>
                        </a:solidFill>
                        <a:latin typeface="KoPub돋움체 Light"/>
                        <a:ea typeface="KoPub돋움체 Light"/>
                        <a:cs typeface="+mn-cs"/>
                      </a:endParaRPr>
                    </a:p>
                  </a:txBody>
                  <a:tcPr marL="36000" marR="36000" marT="36000" marB="36000" anchor="ctr" horzOverflow="overflow">
                    <a:lnL w="3175" cap="flat" cmpd="sng" algn="ctr">
                      <a:solidFill>
                        <a:srgbClr val="808080"/>
                      </a:solidFill>
                      <a:prstDash val="solid"/>
                      <a:round/>
                    </a:lnL>
                    <a:lnR w="3175" cap="flat" cmpd="sng" algn="ctr">
                      <a:solidFill>
                        <a:srgbClr val="808080"/>
                      </a:solidFill>
                      <a:prstDash val="solid"/>
                      <a:round/>
                    </a:lnR>
                    <a:lnT w="3175" cap="flat" cmpd="sng" algn="ctr">
                      <a:solidFill>
                        <a:srgbClr val="808080"/>
                      </a:solidFill>
                      <a:prstDash val="solid"/>
                      <a:round/>
                    </a:lnT>
                    <a:lnB w="3175" cap="flat" cmpd="sng" algn="ctr">
                      <a:solidFill>
                        <a:srgbClr val="808080"/>
                      </a:solidFill>
                      <a:prstDash val="solid"/>
                      <a:round/>
                    </a:lnB>
                    <a:lnTlToBr>
                      <a:noFill/>
                    </a:lnTlToBr>
                    <a:lnBlToTr>
                      <a:noFill/>
                    </a:lnBlToTr>
                    <a:noFill/>
                  </a:tcPr>
                </a:tc>
                <a:tc>
                  <a:txBody>
                    <a:bodyPr/>
                    <a:lstStyle/>
                    <a:p>
                      <a:pPr marL="0" marR="0" lvl="0" indent="0" algn="ctr" defTabSz="914400" rtl="0" eaLnBrk="1" latinLnBrk="1" hangingPunct="1">
                        <a:lnSpc>
                          <a:spcPct val="100000"/>
                        </a:lnSpc>
                        <a:spcBef>
                          <a:spcPct val="20000"/>
                        </a:spcBef>
                        <a:spcAft>
                          <a:spcPct val="0"/>
                        </a:spcAft>
                        <a:buClrTx/>
                        <a:buFontTx/>
                        <a:buNone/>
                        <a:defRPr/>
                      </a:pPr>
                      <a:r>
                        <a:rPr kumimoji="1" lang="ko-KR" altLang="en-US" sz="800" b="0" i="0" u="none" strike="noStrike" cap="none" normalizeH="0" baseline="0">
                          <a:solidFill>
                            <a:schemeClr val="tx1"/>
                          </a:solidFill>
                          <a:effectLst/>
                          <a:latin typeface="KoPub돋움체 Light"/>
                          <a:ea typeface="KoPub돋움체 Light"/>
                          <a:cs typeface="+mn-cs"/>
                        </a:rPr>
                        <a:t>화면 </a:t>
                      </a:r>
                      <a:r>
                        <a:rPr kumimoji="1" lang="en-US" altLang="ko-KR" sz="800" b="0" i="0" u="none" strike="noStrike" cap="none" normalizeH="0" baseline="0">
                          <a:solidFill>
                            <a:schemeClr val="tx1"/>
                          </a:solidFill>
                          <a:effectLst/>
                          <a:latin typeface="KoPub돋움체 Light"/>
                          <a:ea typeface="KoPub돋움체 Light"/>
                          <a:cs typeface="+mn-cs"/>
                        </a:rPr>
                        <a:t>ID</a:t>
                      </a:r>
                      <a:endParaRPr kumimoji="1" lang="en-US" altLang="ko-KR" sz="800" b="0" i="0" u="none" strike="noStrike" cap="none" normalizeH="0" baseline="0">
                        <a:solidFill>
                          <a:schemeClr val="tx1"/>
                        </a:solidFill>
                        <a:latin typeface="KoPub돋움체 Light"/>
                        <a:ea typeface="KoPub돋움체 Light"/>
                        <a:cs typeface="+mn-cs"/>
                      </a:endParaRPr>
                    </a:p>
                  </a:txBody>
                  <a:tcPr marL="36000" marR="36000" marT="36000" marB="36000" anchor="ctr" horzOverflow="overflow">
                    <a:lnL w="3175" cap="flat" cmpd="sng" algn="ctr">
                      <a:solidFill>
                        <a:srgbClr val="808080"/>
                      </a:solidFill>
                      <a:prstDash val="solid"/>
                      <a:round/>
                    </a:lnL>
                    <a:lnR w="3175" cap="flat" cmpd="sng" algn="ctr">
                      <a:solidFill>
                        <a:srgbClr val="808080"/>
                      </a:solidFill>
                      <a:prstDash val="solid"/>
                      <a:round/>
                    </a:lnR>
                    <a:lnT w="3175" cap="flat" cmpd="sng" algn="ctr">
                      <a:solidFill>
                        <a:srgbClr val="808080"/>
                      </a:solidFill>
                      <a:prstDash val="solid"/>
                      <a:round/>
                    </a:lnT>
                    <a:lnB w="3175" cap="flat" cmpd="sng" algn="ctr">
                      <a:solidFill>
                        <a:srgbClr val="808080"/>
                      </a:solidFill>
                      <a:prstDash val="solid"/>
                      <a:round/>
                    </a:lnB>
                    <a:lnTlToBr>
                      <a:noFill/>
                    </a:lnTlToBr>
                    <a:lnBlToTr>
                      <a:noFill/>
                    </a:lnBlToTr>
                    <a:solidFill>
                      <a:srgbClr val="DDDDDD"/>
                    </a:solidFill>
                  </a:tcPr>
                </a:tc>
                <a:tc>
                  <a:txBody>
                    <a:bodyPr/>
                    <a:lstStyle/>
                    <a:p>
                      <a:pPr marL="0" marR="0" lvl="0" indent="0" algn="l" defTabSz="914400" rtl="0" eaLnBrk="1" latinLnBrk="1" hangingPunct="1">
                        <a:lnSpc>
                          <a:spcPct val="100000"/>
                        </a:lnSpc>
                        <a:spcBef>
                          <a:spcPct val="20000"/>
                        </a:spcBef>
                        <a:spcAft>
                          <a:spcPct val="0"/>
                        </a:spcAft>
                        <a:buClrTx/>
                        <a:buFontTx/>
                        <a:buNone/>
                        <a:defRPr/>
                      </a:pPr>
                      <a:r>
                        <a:rPr kumimoji="1" lang="en-US" altLang="ko-KR" sz="800" b="0" i="0" u="none" strike="noStrike" cap="none" normalizeH="0" baseline="0">
                          <a:solidFill>
                            <a:schemeClr val="tx1"/>
                          </a:solidFill>
                          <a:effectLst/>
                          <a:latin typeface="KoPub돋움체 Light"/>
                          <a:ea typeface="KoPub돋움체 Light"/>
                          <a:cs typeface="+mn-cs"/>
                        </a:rPr>
                        <a:t>DP-1010</a:t>
                      </a:r>
                      <a:endParaRPr kumimoji="1" lang="en-US" altLang="ko-KR" sz="800" b="0" i="0" u="none" strike="noStrike" cap="none" normalizeH="0" baseline="0">
                        <a:solidFill>
                          <a:schemeClr val="tx1"/>
                        </a:solidFill>
                        <a:latin typeface="KoPub돋움체 Light"/>
                        <a:ea typeface="KoPub돋움체 Light"/>
                        <a:cs typeface="+mn-cs"/>
                      </a:endParaRPr>
                    </a:p>
                  </a:txBody>
                  <a:tcPr marL="36000" marR="36000" marT="36000" marB="36000" anchor="ctr" horzOverflow="overflow">
                    <a:lnL w="3175" cap="flat" cmpd="sng" algn="ctr">
                      <a:solidFill>
                        <a:srgbClr val="808080"/>
                      </a:solidFill>
                      <a:prstDash val="solid"/>
                      <a:round/>
                    </a:lnL>
                    <a:lnR w="3175" cap="flat" cmpd="sng" algn="ctr">
                      <a:solidFill>
                        <a:srgbClr val="808080"/>
                      </a:solidFill>
                      <a:prstDash val="solid"/>
                      <a:round/>
                    </a:lnR>
                    <a:lnT w="3175" cap="flat" cmpd="sng" algn="ctr">
                      <a:solidFill>
                        <a:srgbClr val="808080"/>
                      </a:solidFill>
                      <a:prstDash val="solid"/>
                      <a:round/>
                    </a:lnT>
                    <a:lnB w="3175" cap="flat" cmpd="sng" algn="ctr">
                      <a:solidFill>
                        <a:srgbClr val="808080"/>
                      </a:solidFill>
                      <a:prstDash val="solid"/>
                      <a:round/>
                    </a:lnB>
                    <a:lnTlToBr>
                      <a:noFill/>
                    </a:lnTlToBr>
                    <a:lnBlToTr>
                      <a:noFill/>
                    </a:lnBlToTr>
                    <a:noFill/>
                  </a:tcPr>
                </a:tc>
                <a:extLst>
                  <a:ext uri="{0D108BD9-81ED-4DB2-BD59-A6C34878D82A}">
                    <a16:rowId xmlns:a16="http://schemas.microsoft.com/office/drawing/2014/main" val="10000"/>
                  </a:ext>
                </a:extLst>
              </a:tr>
              <a:tr h="195825">
                <a:tc>
                  <a:txBody>
                    <a:bodyPr/>
                    <a:lstStyle/>
                    <a:p>
                      <a:pPr marL="0" marR="0" lvl="0" indent="0" algn="ctr" defTabSz="914400" rtl="0" eaLnBrk="1" latinLnBrk="1" hangingPunct="1">
                        <a:lnSpc>
                          <a:spcPct val="100000"/>
                        </a:lnSpc>
                        <a:spcBef>
                          <a:spcPct val="20000"/>
                        </a:spcBef>
                        <a:spcAft>
                          <a:spcPct val="0"/>
                        </a:spcAft>
                        <a:buClrTx/>
                        <a:buFontTx/>
                        <a:buNone/>
                        <a:defRPr/>
                      </a:pPr>
                      <a:r>
                        <a:rPr kumimoji="1" lang="ko-KR" altLang="en-US" sz="800" b="0" i="0" u="none" strike="noStrike" cap="none" normalizeH="0" baseline="0">
                          <a:solidFill>
                            <a:schemeClr val="tx1"/>
                          </a:solidFill>
                          <a:effectLst/>
                          <a:latin typeface="KoPub돋움체 Light"/>
                          <a:ea typeface="KoPub돋움체 Light"/>
                          <a:cs typeface="+mn-cs"/>
                        </a:rPr>
                        <a:t>위   치</a:t>
                      </a:r>
                      <a:endParaRPr kumimoji="1" lang="ko-KR" altLang="en-US" sz="800" b="0" i="0" u="none" strike="noStrike" cap="none" normalizeH="0" baseline="0">
                        <a:solidFill>
                          <a:schemeClr val="tx1"/>
                        </a:solidFill>
                        <a:latin typeface="KoPub돋움체 Light"/>
                        <a:ea typeface="KoPub돋움체 Light"/>
                        <a:cs typeface="+mn-cs"/>
                      </a:endParaRPr>
                    </a:p>
                  </a:txBody>
                  <a:tcPr marL="36000" marR="36000" marT="36000" marB="36000" anchor="ctr" horzOverflow="overflow">
                    <a:lnL w="3175" cap="flat" cmpd="sng" algn="ctr">
                      <a:solidFill>
                        <a:srgbClr val="808080"/>
                      </a:solidFill>
                      <a:prstDash val="solid"/>
                      <a:round/>
                    </a:lnL>
                    <a:lnR w="3175" cap="flat" cmpd="sng" algn="ctr">
                      <a:solidFill>
                        <a:srgbClr val="808080"/>
                      </a:solidFill>
                      <a:prstDash val="solid"/>
                      <a:round/>
                    </a:lnR>
                    <a:lnT w="3175" cap="flat" cmpd="sng" algn="ctr">
                      <a:solidFill>
                        <a:srgbClr val="808080"/>
                      </a:solidFill>
                      <a:prstDash val="solid"/>
                      <a:round/>
                    </a:lnT>
                    <a:lnB w="3175" cap="flat" cmpd="sng" algn="ctr">
                      <a:solidFill>
                        <a:srgbClr val="808080"/>
                      </a:solidFill>
                      <a:prstDash val="solid"/>
                      <a:round/>
                    </a:lnB>
                    <a:lnTlToBr>
                      <a:noFill/>
                    </a:lnTlToBr>
                    <a:lnBlToTr>
                      <a:noFill/>
                    </a:lnBlToTr>
                    <a:solidFill>
                      <a:srgbClr val="DDDDDD"/>
                    </a:solidFill>
                  </a:tcPr>
                </a:tc>
                <a:tc>
                  <a:txBody>
                    <a:bodyPr/>
                    <a:lstStyle/>
                    <a:p>
                      <a:pPr marL="0" marR="0" lvl="0" indent="0" algn="l" defTabSz="914400" rtl="0" eaLnBrk="1" latinLnBrk="1" hangingPunct="1">
                        <a:lnSpc>
                          <a:spcPct val="100000"/>
                        </a:lnSpc>
                        <a:spcBef>
                          <a:spcPct val="20000"/>
                        </a:spcBef>
                        <a:spcAft>
                          <a:spcPct val="0"/>
                        </a:spcAft>
                        <a:buClrTx/>
                        <a:buFontTx/>
                        <a:buNone/>
                        <a:defRPr/>
                      </a:pPr>
                      <a:r>
                        <a:rPr kumimoji="1" lang="ko-KR" altLang="en-US" sz="800" b="0" i="0" u="none" strike="noStrike" cap="none" normalizeH="0" baseline="0">
                          <a:solidFill>
                            <a:schemeClr val="tx1"/>
                          </a:solidFill>
                          <a:effectLst/>
                          <a:latin typeface="KoPub돋움체 Light"/>
                          <a:ea typeface="KoPub돋움체 Light"/>
                          <a:cs typeface="+mn-cs"/>
                        </a:rPr>
                        <a:t>홈</a:t>
                      </a:r>
                      <a:endParaRPr kumimoji="1" lang="en-US" altLang="ko-KR" sz="800" b="0" i="0" u="none" strike="noStrike" cap="none" normalizeH="0" baseline="0">
                        <a:solidFill>
                          <a:schemeClr val="tx1"/>
                        </a:solidFill>
                        <a:effectLst/>
                        <a:latin typeface="KoPub돋움체 Light"/>
                        <a:ea typeface="KoPub돋움체 Light"/>
                        <a:cs typeface="+mn-cs"/>
                      </a:endParaRPr>
                    </a:p>
                  </a:txBody>
                  <a:tcPr marL="36000" marR="36000" marT="36000" marB="36000" anchor="ctr" horzOverflow="overflow">
                    <a:lnL w="3175" cap="flat" cmpd="sng" algn="ctr">
                      <a:solidFill>
                        <a:srgbClr val="808080"/>
                      </a:solidFill>
                      <a:prstDash val="solid"/>
                      <a:round/>
                    </a:lnL>
                    <a:lnR w="3175" cap="flat" cmpd="sng" algn="ctr">
                      <a:solidFill>
                        <a:srgbClr val="808080"/>
                      </a:solidFill>
                      <a:prstDash val="solid"/>
                      <a:round/>
                    </a:lnR>
                    <a:lnT w="3175" cap="flat" cmpd="sng" algn="ctr">
                      <a:solidFill>
                        <a:srgbClr val="808080"/>
                      </a:solidFill>
                      <a:prstDash val="solid"/>
                      <a:round/>
                    </a:lnT>
                    <a:lnB w="3175" cap="flat" cmpd="sng" algn="ctr">
                      <a:solidFill>
                        <a:srgbClr val="808080"/>
                      </a:solidFill>
                      <a:prstDash val="solid"/>
                      <a:round/>
                    </a:lnB>
                    <a:lnTlToBr>
                      <a:noFill/>
                    </a:lnTlToBr>
                    <a:lnBlToTr>
                      <a:noFill/>
                    </a:lnBlToTr>
                    <a:noFill/>
                  </a:tcPr>
                </a:tc>
                <a:tc>
                  <a:txBody>
                    <a:bodyPr/>
                    <a:lstStyle/>
                    <a:p>
                      <a:pPr marL="0" marR="0" lvl="0" indent="0" algn="ctr" defTabSz="914400" rtl="0" eaLnBrk="1" latinLnBrk="1" hangingPunct="1">
                        <a:lnSpc>
                          <a:spcPct val="100000"/>
                        </a:lnSpc>
                        <a:spcBef>
                          <a:spcPct val="20000"/>
                        </a:spcBef>
                        <a:spcAft>
                          <a:spcPct val="0"/>
                        </a:spcAft>
                        <a:buClrTx/>
                        <a:buFontTx/>
                        <a:buNone/>
                        <a:defRPr/>
                      </a:pPr>
                      <a:r>
                        <a:rPr kumimoji="1" lang="ko-KR" altLang="en-US" sz="800" b="0" i="0" u="none" strike="noStrike" cap="none" normalizeH="0" baseline="0">
                          <a:solidFill>
                            <a:schemeClr val="tx1"/>
                          </a:solidFill>
                          <a:effectLst/>
                          <a:latin typeface="KoPub돋움체 Light"/>
                          <a:ea typeface="KoPub돋움체 Light"/>
                          <a:cs typeface="+mn-cs"/>
                        </a:rPr>
                        <a:t>파일명</a:t>
                      </a:r>
                      <a:endParaRPr kumimoji="1" lang="ko-KR" altLang="en-US" sz="800" b="0" i="0" u="none" strike="noStrike" cap="none" normalizeH="0" baseline="0">
                        <a:solidFill>
                          <a:schemeClr val="tx1"/>
                        </a:solidFill>
                        <a:latin typeface="KoPub돋움체 Light"/>
                        <a:ea typeface="KoPub돋움체 Light"/>
                        <a:cs typeface="+mn-cs"/>
                      </a:endParaRPr>
                    </a:p>
                  </a:txBody>
                  <a:tcPr marL="36000" marR="36000" marT="36000" marB="36000" anchor="ctr" horzOverflow="overflow">
                    <a:lnL w="3175" cap="flat" cmpd="sng" algn="ctr">
                      <a:solidFill>
                        <a:srgbClr val="808080"/>
                      </a:solidFill>
                      <a:prstDash val="solid"/>
                      <a:round/>
                    </a:lnL>
                    <a:lnR w="3175" cap="flat" cmpd="sng" algn="ctr">
                      <a:solidFill>
                        <a:srgbClr val="808080"/>
                      </a:solidFill>
                      <a:prstDash val="solid"/>
                      <a:round/>
                    </a:lnR>
                    <a:lnT w="3175" cap="flat" cmpd="sng" algn="ctr">
                      <a:solidFill>
                        <a:srgbClr val="808080"/>
                      </a:solidFill>
                      <a:prstDash val="solid"/>
                      <a:round/>
                    </a:lnT>
                    <a:lnB w="3175" cap="flat" cmpd="sng" algn="ctr">
                      <a:solidFill>
                        <a:srgbClr val="808080"/>
                      </a:solidFill>
                      <a:prstDash val="solid"/>
                      <a:round/>
                    </a:lnB>
                    <a:lnTlToBr>
                      <a:noFill/>
                    </a:lnTlToBr>
                    <a:lnBlToTr>
                      <a:noFill/>
                    </a:lnBlToTr>
                    <a:solidFill>
                      <a:srgbClr val="DDDDDD"/>
                    </a:solidFill>
                  </a:tcPr>
                </a:tc>
                <a:tc>
                  <a:txBody>
                    <a:bodyPr/>
                    <a:lstStyle/>
                    <a:p>
                      <a:pPr marL="0" marR="0" lvl="0" indent="0" algn="l" defTabSz="914400" rtl="0" eaLnBrk="1" latinLnBrk="1" hangingPunct="1">
                        <a:lnSpc>
                          <a:spcPct val="100000"/>
                        </a:lnSpc>
                        <a:spcBef>
                          <a:spcPct val="20000"/>
                        </a:spcBef>
                        <a:spcAft>
                          <a:spcPct val="0"/>
                        </a:spcAft>
                        <a:buClrTx/>
                        <a:buFontTx/>
                        <a:buNone/>
                        <a:defRPr/>
                      </a:pPr>
                      <a:r>
                        <a:rPr kumimoji="1" lang="en-US" altLang="ko-KR" sz="800" b="0" i="0" u="none" strike="noStrike" cap="none" normalizeH="0" baseline="0">
                          <a:solidFill>
                            <a:schemeClr val="tx1"/>
                          </a:solidFill>
                          <a:effectLst/>
                          <a:latin typeface="KoPub돋움체 Light"/>
                          <a:ea typeface="KoPub돋움체 Light"/>
                          <a:cs typeface="+mn-cs"/>
                        </a:rPr>
                        <a:t>main.html</a:t>
                      </a:r>
                      <a:endParaRPr kumimoji="1" lang="en-US" altLang="ko-KR" sz="800" b="0" i="0" u="none" strike="noStrike" cap="none" normalizeH="0" baseline="0">
                        <a:solidFill>
                          <a:schemeClr val="tx1"/>
                        </a:solidFill>
                        <a:latin typeface="KoPub돋움체 Light"/>
                        <a:ea typeface="KoPub돋움체 Light"/>
                        <a:cs typeface="+mn-cs"/>
                      </a:endParaRPr>
                    </a:p>
                  </a:txBody>
                  <a:tcPr marL="36000" marR="36000" marT="36000" marB="36000" anchor="ctr" horzOverflow="overflow">
                    <a:lnL w="3175" cap="flat" cmpd="sng" algn="ctr">
                      <a:solidFill>
                        <a:srgbClr val="808080"/>
                      </a:solidFill>
                      <a:prstDash val="solid"/>
                      <a:round/>
                    </a:lnL>
                    <a:lnR w="3175" cap="flat" cmpd="sng" algn="ctr">
                      <a:solidFill>
                        <a:srgbClr val="808080"/>
                      </a:solidFill>
                      <a:prstDash val="solid"/>
                      <a:round/>
                    </a:lnR>
                    <a:lnT w="3175" cap="flat" cmpd="sng" algn="ctr">
                      <a:solidFill>
                        <a:srgbClr val="808080"/>
                      </a:solidFill>
                      <a:prstDash val="solid"/>
                      <a:round/>
                    </a:lnT>
                    <a:lnB w="3175" cap="flat" cmpd="sng" algn="ctr">
                      <a:solidFill>
                        <a:srgbClr val="808080"/>
                      </a:solidFill>
                      <a:prstDash val="solid"/>
                      <a:round/>
                    </a:lnB>
                    <a:lnTlToBr>
                      <a:noFill/>
                    </a:lnTlToBr>
                    <a:lnBlToTr>
                      <a:noFill/>
                    </a:lnBlToTr>
                    <a:noFill/>
                  </a:tcPr>
                </a:tc>
                <a:tc>
                  <a:txBody>
                    <a:bodyPr/>
                    <a:lstStyle/>
                    <a:p>
                      <a:pPr marL="0" marR="0" lvl="0" indent="0" algn="ctr" defTabSz="914400" rtl="0" eaLnBrk="1" latinLnBrk="1" hangingPunct="1">
                        <a:lnSpc>
                          <a:spcPct val="100000"/>
                        </a:lnSpc>
                        <a:spcBef>
                          <a:spcPct val="20000"/>
                        </a:spcBef>
                        <a:spcAft>
                          <a:spcPct val="0"/>
                        </a:spcAft>
                        <a:buClrTx/>
                        <a:buFontTx/>
                        <a:buNone/>
                        <a:defRPr/>
                      </a:pPr>
                      <a:r>
                        <a:rPr kumimoji="1" lang="ko-KR" altLang="en-US" sz="800" b="0" i="0" u="none" strike="noStrike" cap="none" normalizeH="0" baseline="0">
                          <a:solidFill>
                            <a:schemeClr val="tx1"/>
                          </a:solidFill>
                          <a:effectLst/>
                          <a:latin typeface="KoPub돋움체 Light"/>
                          <a:ea typeface="KoPub돋움체 Light"/>
                          <a:cs typeface="+mn-cs"/>
                        </a:rPr>
                        <a:t>버전</a:t>
                      </a:r>
                      <a:r>
                        <a:rPr kumimoji="1" lang="en-US" altLang="ko-KR" sz="800" b="0" i="0" u="none" strike="noStrike" cap="none" normalizeH="0" baseline="0">
                          <a:solidFill>
                            <a:schemeClr val="tx1"/>
                          </a:solidFill>
                          <a:effectLst/>
                          <a:latin typeface="KoPub돋움체 Light"/>
                          <a:ea typeface="KoPub돋움체 Light"/>
                          <a:cs typeface="+mn-cs"/>
                        </a:rPr>
                        <a:t>/</a:t>
                      </a:r>
                      <a:r>
                        <a:rPr kumimoji="1" lang="ko-KR" altLang="en-US" sz="800" b="0" i="0" u="none" strike="noStrike" cap="none" normalizeH="0" baseline="0">
                          <a:solidFill>
                            <a:schemeClr val="tx1"/>
                          </a:solidFill>
                          <a:effectLst/>
                          <a:latin typeface="KoPub돋움체 Light"/>
                          <a:ea typeface="KoPub돋움체 Light"/>
                          <a:cs typeface="+mn-cs"/>
                        </a:rPr>
                        <a:t>날짜</a:t>
                      </a:r>
                      <a:endParaRPr kumimoji="1" lang="ko-KR" altLang="en-US" sz="800" b="0" i="0" u="none" strike="noStrike" cap="none" normalizeH="0" baseline="0">
                        <a:solidFill>
                          <a:schemeClr val="tx1"/>
                        </a:solidFill>
                        <a:latin typeface="KoPub돋움체 Light"/>
                        <a:ea typeface="KoPub돋움체 Light"/>
                        <a:cs typeface="+mn-cs"/>
                      </a:endParaRPr>
                    </a:p>
                  </a:txBody>
                  <a:tcPr marL="36000" marR="36000" marT="36000" marB="36000" anchor="ctr" horzOverflow="overflow">
                    <a:lnL w="3175" cap="flat" cmpd="sng" algn="ctr">
                      <a:solidFill>
                        <a:srgbClr val="808080"/>
                      </a:solidFill>
                      <a:prstDash val="solid"/>
                      <a:round/>
                    </a:lnL>
                    <a:lnR w="3175" cap="flat" cmpd="sng" algn="ctr">
                      <a:solidFill>
                        <a:srgbClr val="808080"/>
                      </a:solidFill>
                      <a:prstDash val="solid"/>
                      <a:round/>
                    </a:lnR>
                    <a:lnT w="3175" cap="flat" cmpd="sng" algn="ctr">
                      <a:solidFill>
                        <a:srgbClr val="808080"/>
                      </a:solidFill>
                      <a:prstDash val="solid"/>
                      <a:round/>
                    </a:lnT>
                    <a:lnB w="3175" cap="flat" cmpd="sng" algn="ctr">
                      <a:solidFill>
                        <a:srgbClr val="808080"/>
                      </a:solidFill>
                      <a:prstDash val="solid"/>
                      <a:round/>
                    </a:lnB>
                    <a:lnTlToBr>
                      <a:noFill/>
                    </a:lnTlToBr>
                    <a:lnBlToTr>
                      <a:noFill/>
                    </a:lnBlToTr>
                    <a:solidFill>
                      <a:srgbClr val="DDDDDD"/>
                    </a:solidFill>
                  </a:tcPr>
                </a:tc>
                <a:tc>
                  <a:txBody>
                    <a:bodyPr/>
                    <a:lstStyle/>
                    <a:p>
                      <a:pPr marL="0" marR="0" lvl="0" indent="0" algn="l" defTabSz="914400" rtl="0" eaLnBrk="1" latinLnBrk="1" hangingPunct="1">
                        <a:lnSpc>
                          <a:spcPct val="100000"/>
                        </a:lnSpc>
                        <a:spcBef>
                          <a:spcPct val="20000"/>
                        </a:spcBef>
                        <a:spcAft>
                          <a:spcPct val="0"/>
                        </a:spcAft>
                        <a:buClrTx/>
                        <a:buFontTx/>
                        <a:buNone/>
                        <a:defRPr/>
                      </a:pPr>
                      <a:r>
                        <a:rPr kumimoji="1" lang="en-US" altLang="ko-KR" sz="800" b="0" i="0" u="none" strike="noStrike" cap="none" normalizeH="0" baseline="0">
                          <a:solidFill>
                            <a:schemeClr val="tx1"/>
                          </a:solidFill>
                          <a:effectLst/>
                          <a:latin typeface="KoPub돋움체 Light"/>
                          <a:ea typeface="KoPub돋움체 Light"/>
                          <a:cs typeface="+mn-cs"/>
                        </a:rPr>
                        <a:t>2025-09-12</a:t>
                      </a:r>
                      <a:endParaRPr kumimoji="1" lang="en-US" altLang="ko-KR" sz="800" b="0" i="0" u="none" strike="noStrike" cap="none" normalizeH="0" baseline="0">
                        <a:solidFill>
                          <a:schemeClr val="tx1"/>
                        </a:solidFill>
                        <a:latin typeface="KoPub돋움체 Light"/>
                        <a:ea typeface="KoPub돋움체 Light"/>
                        <a:cs typeface="+mn-cs"/>
                      </a:endParaRPr>
                    </a:p>
                  </a:txBody>
                  <a:tcPr marL="36000" marR="36000" marT="36000" marB="36000" anchor="ctr" horzOverflow="overflow">
                    <a:lnL w="3175" cap="flat" cmpd="sng" algn="ctr">
                      <a:solidFill>
                        <a:srgbClr val="808080"/>
                      </a:solidFill>
                      <a:prstDash val="solid"/>
                      <a:round/>
                    </a:lnL>
                    <a:lnR w="3175" cap="flat" cmpd="sng" algn="ctr">
                      <a:solidFill>
                        <a:srgbClr val="808080"/>
                      </a:solidFill>
                      <a:prstDash val="solid"/>
                      <a:round/>
                    </a:lnR>
                    <a:lnT w="3175" cap="flat" cmpd="sng" algn="ctr">
                      <a:solidFill>
                        <a:srgbClr val="808080"/>
                      </a:solidFill>
                      <a:prstDash val="solid"/>
                      <a:round/>
                    </a:lnT>
                    <a:lnB w="3175" cap="flat" cmpd="sng" algn="ctr">
                      <a:solidFill>
                        <a:srgbClr val="808080"/>
                      </a:solidFill>
                      <a:prstDash val="solid"/>
                      <a:round/>
                    </a:lnB>
                    <a:lnTlToBr>
                      <a:noFill/>
                    </a:lnTlToBr>
                    <a:lnBlToTr>
                      <a:noFill/>
                    </a:lnBlToTr>
                    <a:noFill/>
                  </a:tcPr>
                </a:tc>
                <a:extLst>
                  <a:ext uri="{0D108BD9-81ED-4DB2-BD59-A6C34878D82A}">
                    <a16:rowId xmlns:a16="http://schemas.microsoft.com/office/drawing/2014/main" val="10001"/>
                  </a:ext>
                </a:extLst>
              </a:tr>
            </a:tbl>
          </a:graphicData>
        </a:graphic>
      </p:graphicFrame>
      <p:sp>
        <p:nvSpPr>
          <p:cNvPr id="183" name="Google Shape;68;p15"/>
          <p:cNvSpPr txBox="1">
            <a:spLocks noGrp="1"/>
          </p:cNvSpPr>
          <p:nvPr/>
        </p:nvSpPr>
        <p:spPr>
          <a:xfrm>
            <a:off x="149867" y="0"/>
            <a:ext cx="8844266" cy="295272"/>
          </a:xfrm>
          <a:prstGeom prst="rect">
            <a:avLst/>
          </a:prstGeom>
          <a:solidFill>
            <a:srgbClr val="0B0B1A"/>
          </a:solidFill>
        </p:spPr>
        <p:txBody>
          <a:bodyPr vert="horz" wrap="square" lIns="91424" tIns="91424" rIns="91424" bIns="91424" anchor="t" anchorCtr="0">
            <a:noAutofit/>
          </a:bodyPr>
          <a:lstStyle/>
          <a:p>
            <a:pPr marL="68580" lvl="0" indent="0" algn="l" defTabSz="685800" rtl="0" eaLnBrk="1" latinLnBrk="1" hangingPunct="1">
              <a:lnSpc>
                <a:spcPct val="90000"/>
              </a:lnSpc>
              <a:spcBef>
                <a:spcPts val="0"/>
              </a:spcBef>
              <a:spcAft>
                <a:spcPts val="0"/>
              </a:spcAft>
              <a:buSzPct val="100000"/>
              <a:buNone/>
              <a:defRPr/>
            </a:pPr>
            <a:r>
              <a:rPr kumimoji="0" lang="en-US" altLang="ko-KR" sz="1600" b="1" i="0" u="none" strike="noStrike" kern="1200" cap="none" spc="0" normalizeH="0" baseline="0">
                <a:solidFill>
                  <a:schemeClr val="lt1"/>
                </a:solidFill>
                <a:latin typeface="KoPub돋움체 Light"/>
                <a:ea typeface="KoPub돋움체 Light"/>
                <a:cs typeface="+mn-cs"/>
              </a:rPr>
              <a:t>10.</a:t>
            </a:r>
            <a:r>
              <a:rPr kumimoji="0" lang="ko-KR" altLang="en-US" sz="1600" b="1" i="0" u="none" strike="noStrike" kern="1200" cap="none" spc="0" normalizeH="0" baseline="0">
                <a:solidFill>
                  <a:schemeClr val="lt1"/>
                </a:solidFill>
                <a:latin typeface="KoPub돋움체 Light"/>
                <a:ea typeface="KoPub돋움체 Light"/>
                <a:cs typeface="+mn-cs"/>
              </a:rPr>
              <a:t> 주요 서비스 화면</a:t>
            </a:r>
          </a:p>
        </p:txBody>
      </p:sp>
      <p:pic>
        <p:nvPicPr>
          <p:cNvPr id="184" name="그림 183"/>
          <p:cNvPicPr>
            <a:picLocks noChangeAspect="1"/>
          </p:cNvPicPr>
          <p:nvPr/>
        </p:nvPicPr>
        <p:blipFill rotWithShape="1">
          <a:blip r:embed="rId3"/>
          <a:stretch>
            <a:fillRect/>
          </a:stretch>
        </p:blipFill>
        <p:spPr>
          <a:xfrm>
            <a:off x="197309" y="767547"/>
            <a:ext cx="4997160" cy="4172506"/>
          </a:xfrm>
          <a:prstGeom prst="rect">
            <a:avLst/>
          </a:prstGeom>
        </p:spPr>
      </p:pic>
      <p:sp>
        <p:nvSpPr>
          <p:cNvPr id="185" name="직사각형 161"/>
          <p:cNvSpPr/>
          <p:nvPr/>
        </p:nvSpPr>
        <p:spPr>
          <a:xfrm>
            <a:off x="4236245" y="942647"/>
            <a:ext cx="330470" cy="164650"/>
          </a:xfrm>
          <a:prstGeom prst="rect">
            <a:avLst/>
          </a:prstGeom>
          <a:solidFill>
            <a:srgbClr val="FFFF00">
              <a:alpha val="100000"/>
            </a:srgbClr>
          </a:solidFill>
          <a:ln w="19050" cap="flat" cmpd="sng" algn="ctr">
            <a:solidFill>
              <a:srgbClr val="4F5812">
                <a:alpha val="100000"/>
              </a:srgbClr>
            </a:solidFill>
            <a:prstDash val="solid"/>
          </a:ln>
        </p:spPr>
        <p:txBody>
          <a:bodyPr anchor="ctr"/>
          <a:lstStyle/>
          <a:p>
            <a:pPr marL="0" indent="0" algn="ctr" defTabSz="457200" rtl="0" eaLnBrk="1" latinLnBrk="0" hangingPunct="1">
              <a:lnSpc>
                <a:spcPct val="100000"/>
              </a:lnSpc>
              <a:spcBef>
                <a:spcPct val="0"/>
              </a:spcBef>
              <a:spcAft>
                <a:spcPts val="0"/>
              </a:spcAft>
              <a:buNone/>
              <a:defRPr/>
            </a:pPr>
            <a:r>
              <a:rPr kumimoji="0" lang="en-US" altLang="ko-KR" sz="800" b="0" i="0" u="none" strike="noStrike" kern="1200" cap="none" spc="0" normalizeH="0" baseline="0">
                <a:solidFill>
                  <a:srgbClr val="000000"/>
                </a:solidFill>
                <a:latin typeface="KoPub돋움체 Light"/>
                <a:ea typeface="KoPub돋움체 Light"/>
                <a:cs typeface="Corbel"/>
              </a:rPr>
              <a:t>A1</a:t>
            </a:r>
          </a:p>
        </p:txBody>
      </p:sp>
      <p:sp>
        <p:nvSpPr>
          <p:cNvPr id="186" name="직사각형 162"/>
          <p:cNvSpPr/>
          <p:nvPr/>
        </p:nvSpPr>
        <p:spPr>
          <a:xfrm>
            <a:off x="4572000" y="942647"/>
            <a:ext cx="330470" cy="164650"/>
          </a:xfrm>
          <a:prstGeom prst="rect">
            <a:avLst/>
          </a:prstGeom>
          <a:solidFill>
            <a:srgbClr val="FFFF00">
              <a:alpha val="100000"/>
            </a:srgbClr>
          </a:solidFill>
          <a:ln w="19050" cap="flat" cmpd="sng" algn="ctr">
            <a:solidFill>
              <a:srgbClr val="4F5812">
                <a:alpha val="100000"/>
              </a:srgbClr>
            </a:solidFill>
            <a:prstDash val="solid"/>
          </a:ln>
        </p:spPr>
        <p:txBody>
          <a:bodyPr anchor="ctr"/>
          <a:lstStyle/>
          <a:p>
            <a:pPr marL="0" indent="0" algn="ctr" defTabSz="457200" rtl="0" eaLnBrk="1" latinLnBrk="0" hangingPunct="1">
              <a:lnSpc>
                <a:spcPct val="100000"/>
              </a:lnSpc>
              <a:spcBef>
                <a:spcPct val="0"/>
              </a:spcBef>
              <a:spcAft>
                <a:spcPts val="0"/>
              </a:spcAft>
              <a:buNone/>
              <a:defRPr/>
            </a:pPr>
            <a:r>
              <a:rPr kumimoji="0" lang="en-US" altLang="ko-KR" sz="800" b="0" i="0" u="none" strike="noStrike" kern="1200" cap="none" spc="0" normalizeH="0" baseline="0">
                <a:solidFill>
                  <a:srgbClr val="000000"/>
                </a:solidFill>
                <a:latin typeface="KoPub돋움체 Light"/>
                <a:ea typeface="KoPub돋움체 Light"/>
                <a:cs typeface="Corbel"/>
              </a:rPr>
              <a:t>A2</a:t>
            </a:r>
          </a:p>
        </p:txBody>
      </p:sp>
      <p:sp>
        <p:nvSpPr>
          <p:cNvPr id="187" name="직사각형 164"/>
          <p:cNvSpPr/>
          <p:nvPr/>
        </p:nvSpPr>
        <p:spPr>
          <a:xfrm>
            <a:off x="209568" y="2703874"/>
            <a:ext cx="330470" cy="164650"/>
          </a:xfrm>
          <a:prstGeom prst="rect">
            <a:avLst/>
          </a:prstGeom>
          <a:solidFill>
            <a:srgbClr val="FFFF00">
              <a:alpha val="100000"/>
            </a:srgbClr>
          </a:solidFill>
          <a:ln w="19050" cap="flat" cmpd="sng" algn="ctr">
            <a:solidFill>
              <a:srgbClr val="4F5812">
                <a:alpha val="100000"/>
              </a:srgbClr>
            </a:solidFill>
            <a:prstDash val="solid"/>
          </a:ln>
        </p:spPr>
        <p:txBody>
          <a:bodyPr anchor="ctr"/>
          <a:lstStyle/>
          <a:p>
            <a:pPr marL="0" indent="0" algn="ctr" defTabSz="457200" rtl="0" eaLnBrk="1" latinLnBrk="0" hangingPunct="1">
              <a:lnSpc>
                <a:spcPct val="100000"/>
              </a:lnSpc>
              <a:spcBef>
                <a:spcPct val="0"/>
              </a:spcBef>
              <a:spcAft>
                <a:spcPts val="0"/>
              </a:spcAft>
              <a:buNone/>
              <a:defRPr/>
            </a:pPr>
            <a:r>
              <a:rPr kumimoji="0" lang="en-US" altLang="ko-KR" sz="800" b="0" i="0" u="none" strike="noStrike" kern="1200" cap="none" spc="0" normalizeH="0" baseline="0">
                <a:solidFill>
                  <a:srgbClr val="000000"/>
                </a:solidFill>
                <a:latin typeface="KoPub돋움체 Light"/>
                <a:ea typeface="KoPub돋움체 Light"/>
                <a:cs typeface="Corbel"/>
              </a:rPr>
              <a:t>A5</a:t>
            </a:r>
          </a:p>
        </p:txBody>
      </p:sp>
      <p:sp>
        <p:nvSpPr>
          <p:cNvPr id="188" name="직사각형 162"/>
          <p:cNvSpPr/>
          <p:nvPr/>
        </p:nvSpPr>
        <p:spPr>
          <a:xfrm>
            <a:off x="4904009" y="942646"/>
            <a:ext cx="330470" cy="164650"/>
          </a:xfrm>
          <a:prstGeom prst="rect">
            <a:avLst/>
          </a:prstGeom>
          <a:solidFill>
            <a:srgbClr val="FFFF00">
              <a:alpha val="100000"/>
            </a:srgbClr>
          </a:solidFill>
          <a:ln w="19050" cap="flat" cmpd="sng" algn="ctr">
            <a:solidFill>
              <a:srgbClr val="4F5812">
                <a:alpha val="100000"/>
              </a:srgbClr>
            </a:solidFill>
            <a:prstDash val="solid"/>
          </a:ln>
        </p:spPr>
        <p:txBody>
          <a:bodyPr anchor="ctr"/>
          <a:lstStyle/>
          <a:p>
            <a:pPr marL="0" indent="0" algn="ctr" defTabSz="457200" rtl="0" eaLnBrk="1" latinLnBrk="0" hangingPunct="1">
              <a:lnSpc>
                <a:spcPct val="100000"/>
              </a:lnSpc>
              <a:spcBef>
                <a:spcPct val="0"/>
              </a:spcBef>
              <a:spcAft>
                <a:spcPts val="0"/>
              </a:spcAft>
              <a:buNone/>
              <a:defRPr/>
            </a:pPr>
            <a:r>
              <a:rPr kumimoji="0" lang="en-US" altLang="ko-KR" sz="800" b="0" i="0" u="none" strike="noStrike" kern="1200" cap="none" spc="0" normalizeH="0" baseline="0">
                <a:solidFill>
                  <a:srgbClr val="000000"/>
                </a:solidFill>
                <a:latin typeface="KoPub돋움체 Light"/>
                <a:ea typeface="KoPub돋움체 Light"/>
                <a:cs typeface="Corbel"/>
              </a:rPr>
              <a:t>A3</a:t>
            </a:r>
          </a:p>
        </p:txBody>
      </p:sp>
      <p:sp>
        <p:nvSpPr>
          <p:cNvPr id="189" name="직사각형 163"/>
          <p:cNvSpPr/>
          <p:nvPr/>
        </p:nvSpPr>
        <p:spPr>
          <a:xfrm>
            <a:off x="287746" y="924150"/>
            <a:ext cx="330470" cy="164650"/>
          </a:xfrm>
          <a:prstGeom prst="rect">
            <a:avLst/>
          </a:prstGeom>
          <a:solidFill>
            <a:srgbClr val="808080">
              <a:alpha val="100000"/>
            </a:srgbClr>
          </a:solidFill>
          <a:ln w="19050" cap="flat" cmpd="sng" algn="ctr">
            <a:solidFill>
              <a:srgbClr val="4F5812">
                <a:alpha val="100000"/>
              </a:srgbClr>
            </a:solidFill>
            <a:prstDash val="solid"/>
          </a:ln>
        </p:spPr>
        <p:txBody>
          <a:bodyPr anchor="ctr"/>
          <a:lstStyle/>
          <a:p>
            <a:pPr marL="0" indent="0" algn="ctr" defTabSz="457200" rtl="0" eaLnBrk="1" latinLnBrk="0" hangingPunct="1">
              <a:lnSpc>
                <a:spcPct val="100000"/>
              </a:lnSpc>
              <a:spcBef>
                <a:spcPct val="0"/>
              </a:spcBef>
              <a:spcAft>
                <a:spcPts val="0"/>
              </a:spcAft>
              <a:buNone/>
              <a:defRPr/>
            </a:pPr>
            <a:r>
              <a:rPr kumimoji="0" lang="en-US" altLang="ko-KR" sz="800" b="0" i="0" u="none" strike="noStrike" kern="1200" cap="none" spc="0" normalizeH="0" baseline="0">
                <a:solidFill>
                  <a:srgbClr val="FFFFFF"/>
                </a:solidFill>
                <a:latin typeface="KoPub돋움체 Light"/>
                <a:ea typeface="KoPub돋움체 Light"/>
                <a:cs typeface="Corbel"/>
              </a:rPr>
              <a:t>D1</a:t>
            </a:r>
          </a:p>
        </p:txBody>
      </p:sp>
      <p:sp>
        <p:nvSpPr>
          <p:cNvPr id="190" name="직사각형 161"/>
          <p:cNvSpPr/>
          <p:nvPr/>
        </p:nvSpPr>
        <p:spPr>
          <a:xfrm>
            <a:off x="1740945" y="775956"/>
            <a:ext cx="330470" cy="164650"/>
          </a:xfrm>
          <a:prstGeom prst="rect">
            <a:avLst/>
          </a:prstGeom>
          <a:solidFill>
            <a:srgbClr val="FFFF00">
              <a:alpha val="100000"/>
            </a:srgbClr>
          </a:solidFill>
          <a:ln w="19050" cap="flat" cmpd="sng" algn="ctr">
            <a:solidFill>
              <a:srgbClr val="4F5812">
                <a:alpha val="100000"/>
              </a:srgbClr>
            </a:solidFill>
            <a:prstDash val="solid"/>
          </a:ln>
        </p:spPr>
        <p:txBody>
          <a:bodyPr anchor="ctr"/>
          <a:lstStyle/>
          <a:p>
            <a:pPr marL="0" indent="0" algn="ctr" defTabSz="457200" rtl="0" eaLnBrk="1" latinLnBrk="0" hangingPunct="1">
              <a:lnSpc>
                <a:spcPct val="100000"/>
              </a:lnSpc>
              <a:spcBef>
                <a:spcPct val="0"/>
              </a:spcBef>
              <a:spcAft>
                <a:spcPts val="0"/>
              </a:spcAft>
              <a:buNone/>
              <a:defRPr/>
            </a:pPr>
            <a:r>
              <a:rPr kumimoji="0" lang="en-US" altLang="ko-KR" sz="800" b="0" i="0" u="none" strike="noStrike" kern="1200" cap="none" spc="0" normalizeH="0" baseline="0">
                <a:solidFill>
                  <a:srgbClr val="000000"/>
                </a:solidFill>
                <a:latin typeface="KoPub돋움체 Light"/>
                <a:ea typeface="KoPub돋움체 Light"/>
                <a:cs typeface="Corbel"/>
              </a:rPr>
              <a:t>A4</a:t>
            </a:r>
          </a:p>
        </p:txBody>
      </p:sp>
      <p:sp>
        <p:nvSpPr>
          <p:cNvPr id="191" name="직사각형 162"/>
          <p:cNvSpPr/>
          <p:nvPr/>
        </p:nvSpPr>
        <p:spPr>
          <a:xfrm>
            <a:off x="591805" y="4642453"/>
            <a:ext cx="330470" cy="164650"/>
          </a:xfrm>
          <a:prstGeom prst="rect">
            <a:avLst/>
          </a:prstGeom>
          <a:solidFill>
            <a:srgbClr val="FFFF00">
              <a:alpha val="100000"/>
            </a:srgbClr>
          </a:solidFill>
          <a:ln w="19050" cap="flat" cmpd="sng" algn="ctr">
            <a:solidFill>
              <a:srgbClr val="4F5812">
                <a:alpha val="100000"/>
              </a:srgbClr>
            </a:solidFill>
            <a:prstDash val="solid"/>
          </a:ln>
        </p:spPr>
        <p:txBody>
          <a:bodyPr anchor="ctr"/>
          <a:lstStyle/>
          <a:p>
            <a:pPr marL="0" indent="0" algn="ctr" defTabSz="457200" rtl="0" eaLnBrk="1" latinLnBrk="0" hangingPunct="1">
              <a:lnSpc>
                <a:spcPct val="100000"/>
              </a:lnSpc>
              <a:spcBef>
                <a:spcPct val="0"/>
              </a:spcBef>
              <a:spcAft>
                <a:spcPts val="0"/>
              </a:spcAft>
              <a:buNone/>
              <a:defRPr/>
            </a:pPr>
            <a:r>
              <a:rPr kumimoji="0" lang="en-US" altLang="ko-KR" sz="800" b="0" i="0" u="none" strike="noStrike" kern="1200" cap="none" spc="0" normalizeH="0" baseline="0">
                <a:solidFill>
                  <a:srgbClr val="000000"/>
                </a:solidFill>
                <a:latin typeface="KoPub돋움체 Light"/>
                <a:ea typeface="KoPub돋움체 Light"/>
                <a:cs typeface="Corbel"/>
              </a:rPr>
              <a:t>A6</a:t>
            </a:r>
          </a:p>
        </p:txBody>
      </p:sp>
    </p:spTree>
  </p:cSld>
  <p:clrMapOvr>
    <a:masterClrMapping/>
  </p:clrMapOvr>
  <mc:AlternateContent xmlns:mc="http://schemas.openxmlformats.org/markup-compatibility/2006" xmlns:p14="http://schemas.microsoft.com/office/powerpoint/2010/main">
    <mc:Choice Requires="p14">
      <p:transition/>
    </mc:Choice>
    <mc:Fallback xmlns="" xmlns:c="http://schemas.openxmlformats.org/drawingml/2006/chart" xmlns:dgm="http://schemas.openxmlformats.org/drawingml/2006/diagram" xmlns:dsp="http://schemas.microsoft.com/office/drawing/2008/diagram">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5" name="Google Shape;135;p24"/>
          <p:cNvSpPr txBox="1">
            <a:spLocks noGrp="1"/>
          </p:cNvSpPr>
          <p:nvPr>
            <p:ph type="sldNum" idx="12"/>
          </p:nvPr>
        </p:nvSpPr>
        <p:spPr>
          <a:prstGeom prst="rect">
            <a:avLst/>
          </a:prstGeom>
        </p:spPr>
        <p:txBody>
          <a:bodyPr wrap="square" lIns="91424" tIns="91424" rIns="91424" bIns="91424" anchor="ctr" anchorCtr="0">
            <a:normAutofit/>
          </a:bodyPr>
          <a:lstStyle/>
          <a:p>
            <a:pPr marL="0" lvl="0" indent="0" algn="r" rtl="0">
              <a:spcBef>
                <a:spcPts val="0"/>
              </a:spcBef>
              <a:spcAft>
                <a:spcPts val="0"/>
              </a:spcAft>
              <a:buNone/>
              <a:defRPr/>
            </a:pPr>
            <a:fld id="{00000000-1234-1234-1234-123412341234}" type="slidenum">
              <a:rPr lang="en-US" altLang="ko">
                <a:latin typeface="KoPub돋움체 Light"/>
                <a:ea typeface="KoPub돋움체 Light"/>
                <a:cs typeface="+mn-cs"/>
              </a:rPr>
              <a:pPr marL="0" lvl="0" indent="0" algn="r" rtl="0">
                <a:spcBef>
                  <a:spcPts val="0"/>
                </a:spcBef>
                <a:spcAft>
                  <a:spcPts val="0"/>
                </a:spcAft>
                <a:buNone/>
                <a:defRPr/>
              </a:pPr>
              <a:t>26</a:t>
            </a:fld>
            <a:endParaRPr lang="en-US" altLang="ko">
              <a:latin typeface="KoPub돋움체 Light"/>
              <a:ea typeface="KoPub돋움체 Light"/>
              <a:cs typeface="+mn-cs"/>
            </a:endParaRPr>
          </a:p>
        </p:txBody>
      </p:sp>
      <p:pic>
        <p:nvPicPr>
          <p:cNvPr id="241" name="그림 240"/>
          <p:cNvPicPr>
            <a:picLocks noChangeAspect="1"/>
          </p:cNvPicPr>
          <p:nvPr/>
        </p:nvPicPr>
        <p:blipFill rotWithShape="1">
          <a:blip r:embed="rId3"/>
          <a:stretch>
            <a:fillRect/>
          </a:stretch>
        </p:blipFill>
        <p:spPr>
          <a:xfrm>
            <a:off x="195940" y="749053"/>
            <a:ext cx="5325356" cy="4181064"/>
          </a:xfrm>
          <a:prstGeom prst="rect">
            <a:avLst/>
          </a:prstGeom>
        </p:spPr>
      </p:pic>
      <p:sp>
        <p:nvSpPr>
          <p:cNvPr id="242" name="직사각형 169"/>
          <p:cNvSpPr/>
          <p:nvPr/>
        </p:nvSpPr>
        <p:spPr>
          <a:xfrm>
            <a:off x="1345350" y="4550009"/>
            <a:ext cx="313307" cy="156099"/>
          </a:xfrm>
          <a:prstGeom prst="rect">
            <a:avLst/>
          </a:prstGeom>
          <a:solidFill>
            <a:srgbClr val="FFFF00"/>
          </a:solidFill>
        </p:spPr>
        <p:style>
          <a:lnRef idx="2">
            <a:schemeClr val="accent1">
              <a:shade val="20000"/>
            </a:schemeClr>
          </a:lnRef>
          <a:fillRef idx="1">
            <a:schemeClr val="accent1"/>
          </a:fillRef>
          <a:effectRef idx="0">
            <a:schemeClr val="accent1"/>
          </a:effectRef>
          <a:fontRef idx="minor">
            <a:schemeClr val="lt1"/>
          </a:fontRef>
        </p:style>
        <p:txBody>
          <a:bodyPr anchor="ctr"/>
          <a:lstStyle/>
          <a:p>
            <a:pPr algn="ctr">
              <a:defRPr/>
            </a:pPr>
            <a:r>
              <a:rPr lang="en-US" altLang="ko-KR" sz="800">
                <a:solidFill>
                  <a:srgbClr val="000000"/>
                </a:solidFill>
                <a:latin typeface="KoPub돋움체 Light"/>
                <a:ea typeface="KoPub돋움체 Light"/>
                <a:cs typeface="+mn-cs"/>
              </a:rPr>
              <a:t>A1</a:t>
            </a:r>
          </a:p>
        </p:txBody>
      </p:sp>
      <p:sp>
        <p:nvSpPr>
          <p:cNvPr id="244" name="직사각형 169"/>
          <p:cNvSpPr/>
          <p:nvPr/>
        </p:nvSpPr>
        <p:spPr>
          <a:xfrm>
            <a:off x="3948357" y="4545199"/>
            <a:ext cx="313307" cy="156099"/>
          </a:xfrm>
          <a:prstGeom prst="rect">
            <a:avLst/>
          </a:prstGeom>
          <a:solidFill>
            <a:srgbClr val="FFFF00"/>
          </a:solidFill>
        </p:spPr>
        <p:style>
          <a:lnRef idx="2">
            <a:schemeClr val="accent1">
              <a:shade val="20000"/>
            </a:schemeClr>
          </a:lnRef>
          <a:fillRef idx="1">
            <a:schemeClr val="accent1"/>
          </a:fillRef>
          <a:effectRef idx="0">
            <a:schemeClr val="accent1"/>
          </a:effectRef>
          <a:fontRef idx="minor">
            <a:schemeClr val="lt1"/>
          </a:fontRef>
        </p:style>
        <p:txBody>
          <a:bodyPr anchor="ctr"/>
          <a:lstStyle/>
          <a:p>
            <a:pPr algn="ctr">
              <a:defRPr/>
            </a:pPr>
            <a:r>
              <a:rPr lang="en-US" altLang="ko-KR" sz="800">
                <a:solidFill>
                  <a:srgbClr val="000000"/>
                </a:solidFill>
                <a:latin typeface="KoPub돋움체 Light"/>
                <a:ea typeface="KoPub돋움체 Light"/>
                <a:cs typeface="+mn-cs"/>
              </a:rPr>
              <a:t>A2</a:t>
            </a:r>
          </a:p>
        </p:txBody>
      </p:sp>
      <p:pic>
        <p:nvPicPr>
          <p:cNvPr id="246" name="그림 245"/>
          <p:cNvPicPr>
            <a:picLocks noChangeAspect="1"/>
          </p:cNvPicPr>
          <p:nvPr/>
        </p:nvPicPr>
        <p:blipFill rotWithShape="1">
          <a:blip r:embed="rId4"/>
          <a:stretch>
            <a:fillRect/>
          </a:stretch>
        </p:blipFill>
        <p:spPr>
          <a:xfrm>
            <a:off x="3931166" y="3393941"/>
            <a:ext cx="2150937" cy="658158"/>
          </a:xfrm>
          <a:prstGeom prst="rect">
            <a:avLst/>
          </a:prstGeom>
          <a:ln w="28575">
            <a:solidFill>
              <a:schemeClr val="accent1"/>
            </a:solidFill>
          </a:ln>
        </p:spPr>
      </p:pic>
      <p:cxnSp>
        <p:nvCxnSpPr>
          <p:cNvPr id="249" name="직선 화살표 연결선 223"/>
          <p:cNvCxnSpPr/>
          <p:nvPr/>
        </p:nvCxnSpPr>
        <p:spPr>
          <a:xfrm rot="5400000">
            <a:off x="3436623" y="4106148"/>
            <a:ext cx="527285" cy="456805"/>
          </a:xfrm>
          <a:prstGeom prst="straightConnector1">
            <a:avLst/>
          </a:prstGeom>
          <a:ln w="28575">
            <a:solidFill>
              <a:schemeClr val="accent1">
                <a:shade val="95000"/>
                <a:satMod val="105000"/>
              </a:schemeClr>
            </a:solidFill>
            <a:headEnd type="triangle"/>
          </a:ln>
        </p:spPr>
        <p:style>
          <a:lnRef idx="1">
            <a:schemeClr val="accent1"/>
          </a:lnRef>
          <a:fillRef idx="0">
            <a:schemeClr val="accent1"/>
          </a:fillRef>
          <a:effectRef idx="0">
            <a:schemeClr val="accent1"/>
          </a:effectRef>
          <a:fontRef idx="minor">
            <a:schemeClr val="tx1"/>
          </a:fontRef>
        </p:style>
      </p:cxnSp>
      <p:sp>
        <p:nvSpPr>
          <p:cNvPr id="250" name="직사각형 169"/>
          <p:cNvSpPr/>
          <p:nvPr/>
        </p:nvSpPr>
        <p:spPr>
          <a:xfrm>
            <a:off x="5662857" y="3576030"/>
            <a:ext cx="313307" cy="156099"/>
          </a:xfrm>
          <a:prstGeom prst="rect">
            <a:avLst/>
          </a:prstGeom>
          <a:solidFill>
            <a:srgbClr val="FFFF00"/>
          </a:solidFill>
        </p:spPr>
        <p:style>
          <a:lnRef idx="2">
            <a:schemeClr val="accent1">
              <a:shade val="20000"/>
            </a:schemeClr>
          </a:lnRef>
          <a:fillRef idx="1">
            <a:schemeClr val="accent1"/>
          </a:fillRef>
          <a:effectRef idx="0">
            <a:schemeClr val="accent1"/>
          </a:effectRef>
          <a:fontRef idx="minor">
            <a:schemeClr val="lt1"/>
          </a:fontRef>
        </p:style>
        <p:txBody>
          <a:bodyPr anchor="ctr"/>
          <a:lstStyle/>
          <a:p>
            <a:pPr algn="ctr">
              <a:defRPr/>
            </a:pPr>
            <a:r>
              <a:rPr lang="en-US" altLang="ko-KR" sz="800">
                <a:solidFill>
                  <a:srgbClr val="000000"/>
                </a:solidFill>
                <a:latin typeface="KoPub돋움체 Light"/>
                <a:ea typeface="KoPub돋움체 Light"/>
                <a:cs typeface="+mn-cs"/>
              </a:rPr>
              <a:t>A3</a:t>
            </a:r>
          </a:p>
        </p:txBody>
      </p:sp>
      <p:graphicFrame>
        <p:nvGraphicFramePr>
          <p:cNvPr id="252" name="Group 253"/>
          <p:cNvGraphicFramePr>
            <a:graphicFrameLocks noGrp="1"/>
          </p:cNvGraphicFramePr>
          <p:nvPr/>
        </p:nvGraphicFramePr>
        <p:xfrm>
          <a:off x="206775" y="322763"/>
          <a:ext cx="5885382" cy="391650"/>
        </p:xfrm>
        <a:graphic>
          <a:graphicData uri="http://schemas.openxmlformats.org/drawingml/2006/table">
            <a:tbl>
              <a:tblPr firstRow="1" bandRow="1"/>
              <a:tblGrid>
                <a:gridCol w="530880">
                  <a:extLst>
                    <a:ext uri="{9D8B030D-6E8A-4147-A177-3AD203B41FA5}">
                      <a16:colId xmlns:a16="http://schemas.microsoft.com/office/drawing/2014/main" val="20000"/>
                    </a:ext>
                  </a:extLst>
                </a:gridCol>
                <a:gridCol w="1974237">
                  <a:extLst>
                    <a:ext uri="{9D8B030D-6E8A-4147-A177-3AD203B41FA5}">
                      <a16:colId xmlns:a16="http://schemas.microsoft.com/office/drawing/2014/main" val="20001"/>
                    </a:ext>
                  </a:extLst>
                </a:gridCol>
                <a:gridCol w="378632">
                  <a:extLst>
                    <a:ext uri="{9D8B030D-6E8A-4147-A177-3AD203B41FA5}">
                      <a16:colId xmlns:a16="http://schemas.microsoft.com/office/drawing/2014/main" val="20002"/>
                    </a:ext>
                  </a:extLst>
                </a:gridCol>
                <a:gridCol w="1419001">
                  <a:extLst>
                    <a:ext uri="{9D8B030D-6E8A-4147-A177-3AD203B41FA5}">
                      <a16:colId xmlns:a16="http://schemas.microsoft.com/office/drawing/2014/main" val="20003"/>
                    </a:ext>
                  </a:extLst>
                </a:gridCol>
                <a:gridCol w="489796">
                  <a:extLst>
                    <a:ext uri="{9D8B030D-6E8A-4147-A177-3AD203B41FA5}">
                      <a16:colId xmlns:a16="http://schemas.microsoft.com/office/drawing/2014/main" val="20004"/>
                    </a:ext>
                  </a:extLst>
                </a:gridCol>
                <a:gridCol w="1092836">
                  <a:extLst>
                    <a:ext uri="{9D8B030D-6E8A-4147-A177-3AD203B41FA5}">
                      <a16:colId xmlns:a16="http://schemas.microsoft.com/office/drawing/2014/main" val="20005"/>
                    </a:ext>
                  </a:extLst>
                </a:gridCol>
              </a:tblGrid>
              <a:tr h="195825">
                <a:tc>
                  <a:txBody>
                    <a:bodyPr/>
                    <a:lstStyle/>
                    <a:p>
                      <a:pPr marL="0" marR="0" lvl="0" indent="0" algn="ctr" defTabSz="914400" rtl="0" eaLnBrk="1" latinLnBrk="1" hangingPunct="1">
                        <a:lnSpc>
                          <a:spcPct val="100000"/>
                        </a:lnSpc>
                        <a:spcBef>
                          <a:spcPct val="20000"/>
                        </a:spcBef>
                        <a:spcAft>
                          <a:spcPct val="0"/>
                        </a:spcAft>
                        <a:buClrTx/>
                        <a:buFontTx/>
                        <a:buNone/>
                        <a:defRPr/>
                      </a:pPr>
                      <a:r>
                        <a:rPr kumimoji="1" lang="ko-KR" altLang="en-US" sz="800" b="0" i="0" u="none" strike="noStrike" cap="none" normalizeH="0" baseline="0">
                          <a:solidFill>
                            <a:schemeClr val="tx1"/>
                          </a:solidFill>
                          <a:effectLst/>
                          <a:latin typeface="KoPub돋움체 Light"/>
                          <a:ea typeface="KoPub돋움체 Light"/>
                          <a:cs typeface="+mn-cs"/>
                        </a:rPr>
                        <a:t>프로젝트명</a:t>
                      </a:r>
                      <a:endParaRPr kumimoji="1" lang="ko-KR" altLang="en-US" sz="800" b="0" i="0" u="none" strike="noStrike" cap="none" normalizeH="0" baseline="0">
                        <a:solidFill>
                          <a:schemeClr val="tx1"/>
                        </a:solidFill>
                        <a:latin typeface="KoPub돋움체 Light"/>
                        <a:ea typeface="KoPub돋움체 Light"/>
                        <a:cs typeface="+mn-cs"/>
                      </a:endParaRPr>
                    </a:p>
                  </a:txBody>
                  <a:tcPr marL="36000" marR="36000" marT="36000" marB="36000" anchor="ctr" horzOverflow="overflow">
                    <a:lnL w="3175" cap="flat" cmpd="sng" algn="ctr">
                      <a:solidFill>
                        <a:srgbClr val="808080"/>
                      </a:solidFill>
                      <a:prstDash val="solid"/>
                      <a:round/>
                    </a:lnL>
                    <a:lnR w="3175" cap="flat" cmpd="sng" algn="ctr">
                      <a:solidFill>
                        <a:srgbClr val="808080"/>
                      </a:solidFill>
                      <a:prstDash val="solid"/>
                      <a:round/>
                    </a:lnR>
                    <a:lnT w="3175" cap="flat" cmpd="sng" algn="ctr">
                      <a:solidFill>
                        <a:srgbClr val="808080"/>
                      </a:solidFill>
                      <a:prstDash val="solid"/>
                      <a:round/>
                    </a:lnT>
                    <a:lnB w="3175" cap="flat" cmpd="sng" algn="ctr">
                      <a:solidFill>
                        <a:srgbClr val="808080"/>
                      </a:solidFill>
                      <a:prstDash val="solid"/>
                      <a:round/>
                    </a:lnB>
                    <a:lnTlToBr>
                      <a:noFill/>
                    </a:lnTlToBr>
                    <a:lnBlToTr>
                      <a:noFill/>
                    </a:lnBlToTr>
                    <a:solidFill>
                      <a:srgbClr val="DDDDDD"/>
                    </a:solidFill>
                  </a:tcPr>
                </a:tc>
                <a:tc>
                  <a:txBody>
                    <a:bodyPr/>
                    <a:lstStyle/>
                    <a:p>
                      <a:pPr marL="0" marR="0" lvl="0" indent="0" algn="l" defTabSz="914400" rtl="0" eaLnBrk="1" latinLnBrk="1" hangingPunct="1">
                        <a:lnSpc>
                          <a:spcPct val="100000"/>
                        </a:lnSpc>
                        <a:spcBef>
                          <a:spcPct val="20000"/>
                        </a:spcBef>
                        <a:spcAft>
                          <a:spcPct val="0"/>
                        </a:spcAft>
                        <a:buClrTx/>
                        <a:buFontTx/>
                        <a:buNone/>
                        <a:defRPr/>
                      </a:pPr>
                      <a:r>
                        <a:rPr kumimoji="1" lang="ko-KR" altLang="ko-KR" sz="800" b="0" i="0" u="none" strike="noStrike" cap="none" normalizeH="0" baseline="0">
                          <a:solidFill>
                            <a:schemeClr val="tx1"/>
                          </a:solidFill>
                          <a:effectLst/>
                          <a:latin typeface="KoPub돋움체 Light"/>
                          <a:ea typeface="KoPub돋움체 Light"/>
                          <a:cs typeface="+mn-cs"/>
                        </a:rPr>
                        <a:t>스마트 음식 영양 분석 &amp; 식단 추천 프로젝트</a:t>
                      </a:r>
                      <a:endParaRPr kumimoji="1" lang="ko-KR" altLang="ko-KR" sz="800" b="0" i="0" u="none" strike="noStrike" cap="none" normalizeH="0" baseline="0">
                        <a:solidFill>
                          <a:schemeClr val="tx1"/>
                        </a:solidFill>
                        <a:latin typeface="KoPub돋움체 Light"/>
                        <a:ea typeface="KoPub돋움체 Light"/>
                        <a:cs typeface="+mn-cs"/>
                      </a:endParaRPr>
                    </a:p>
                  </a:txBody>
                  <a:tcPr marL="36000" marR="36000" marT="36000" marB="36000" anchor="ctr" horzOverflow="overflow">
                    <a:lnL w="3175" cap="flat" cmpd="sng" algn="ctr">
                      <a:solidFill>
                        <a:srgbClr val="808080"/>
                      </a:solidFill>
                      <a:prstDash val="solid"/>
                      <a:round/>
                    </a:lnL>
                    <a:lnR w="3175" cap="flat" cmpd="sng" algn="ctr">
                      <a:solidFill>
                        <a:srgbClr val="808080"/>
                      </a:solidFill>
                      <a:prstDash val="solid"/>
                      <a:round/>
                    </a:lnR>
                    <a:lnT w="3175" cap="flat" cmpd="sng" algn="ctr">
                      <a:solidFill>
                        <a:srgbClr val="808080"/>
                      </a:solidFill>
                      <a:prstDash val="solid"/>
                      <a:round/>
                    </a:lnT>
                    <a:lnB w="3175" cap="flat" cmpd="sng" algn="ctr">
                      <a:solidFill>
                        <a:srgbClr val="808080"/>
                      </a:solidFill>
                      <a:prstDash val="solid"/>
                      <a:round/>
                    </a:lnB>
                    <a:lnTlToBr>
                      <a:noFill/>
                    </a:lnTlToBr>
                    <a:lnBlToTr>
                      <a:noFill/>
                    </a:lnBlToTr>
                    <a:noFill/>
                  </a:tcPr>
                </a:tc>
                <a:tc>
                  <a:txBody>
                    <a:bodyPr/>
                    <a:lstStyle/>
                    <a:p>
                      <a:pPr marL="0" marR="0" lvl="0" indent="0" algn="ctr" defTabSz="914400" rtl="0" eaLnBrk="1" latinLnBrk="1" hangingPunct="1">
                        <a:lnSpc>
                          <a:spcPct val="100000"/>
                        </a:lnSpc>
                        <a:spcBef>
                          <a:spcPct val="20000"/>
                        </a:spcBef>
                        <a:spcAft>
                          <a:spcPct val="0"/>
                        </a:spcAft>
                        <a:buClrTx/>
                        <a:buFontTx/>
                        <a:buNone/>
                        <a:defRPr/>
                      </a:pPr>
                      <a:r>
                        <a:rPr kumimoji="1" lang="ko-KR" altLang="en-US" sz="800" b="0" i="0" u="none" strike="noStrike" cap="none" normalizeH="0" baseline="0">
                          <a:solidFill>
                            <a:schemeClr val="tx1"/>
                          </a:solidFill>
                          <a:effectLst/>
                          <a:latin typeface="KoPub돋움체 Light"/>
                          <a:ea typeface="KoPub돋움체 Light"/>
                          <a:cs typeface="+mn-cs"/>
                        </a:rPr>
                        <a:t>화면명</a:t>
                      </a:r>
                      <a:endParaRPr kumimoji="1" lang="ko-KR" altLang="en-US" sz="800" b="0" i="0" u="none" strike="noStrike" cap="none" normalizeH="0" baseline="0">
                        <a:solidFill>
                          <a:schemeClr val="tx1"/>
                        </a:solidFill>
                        <a:latin typeface="KoPub돋움체 Light"/>
                        <a:ea typeface="KoPub돋움체 Light"/>
                        <a:cs typeface="+mn-cs"/>
                      </a:endParaRPr>
                    </a:p>
                  </a:txBody>
                  <a:tcPr marL="36000" marR="36000" marT="36000" marB="36000" anchor="ctr" horzOverflow="overflow">
                    <a:lnL w="3175" cap="flat" cmpd="sng" algn="ctr">
                      <a:solidFill>
                        <a:srgbClr val="808080"/>
                      </a:solidFill>
                      <a:prstDash val="solid"/>
                      <a:round/>
                    </a:lnL>
                    <a:lnR w="3175" cap="flat" cmpd="sng" algn="ctr">
                      <a:solidFill>
                        <a:srgbClr val="808080"/>
                      </a:solidFill>
                      <a:prstDash val="solid"/>
                      <a:round/>
                    </a:lnR>
                    <a:lnT w="3175" cap="flat" cmpd="sng" algn="ctr">
                      <a:solidFill>
                        <a:srgbClr val="808080"/>
                      </a:solidFill>
                      <a:prstDash val="solid"/>
                      <a:round/>
                    </a:lnT>
                    <a:lnB w="3175" cap="flat" cmpd="sng" algn="ctr">
                      <a:solidFill>
                        <a:srgbClr val="808080"/>
                      </a:solidFill>
                      <a:prstDash val="solid"/>
                      <a:round/>
                    </a:lnB>
                    <a:lnTlToBr>
                      <a:noFill/>
                    </a:lnTlToBr>
                    <a:lnBlToTr>
                      <a:noFill/>
                    </a:lnBlToTr>
                    <a:solidFill>
                      <a:srgbClr val="DDDDDD"/>
                    </a:solidFill>
                  </a:tcPr>
                </a:tc>
                <a:tc>
                  <a:txBody>
                    <a:bodyPr/>
                    <a:lstStyle/>
                    <a:p>
                      <a:pPr marL="0" marR="0" lvl="0" indent="0" algn="l" defTabSz="914400" rtl="0" eaLnBrk="1" latinLnBrk="1" hangingPunct="1">
                        <a:lnSpc>
                          <a:spcPct val="100000"/>
                        </a:lnSpc>
                        <a:spcBef>
                          <a:spcPct val="20000"/>
                        </a:spcBef>
                        <a:spcAft>
                          <a:spcPct val="0"/>
                        </a:spcAft>
                        <a:buClrTx/>
                        <a:buFontTx/>
                        <a:buNone/>
                        <a:defRPr/>
                      </a:pPr>
                      <a:r>
                        <a:rPr kumimoji="1" lang="ko-KR" altLang="en-US" sz="800" b="0" i="0" u="none" strike="noStrike" cap="none" normalizeH="0" baseline="0">
                          <a:solidFill>
                            <a:schemeClr val="tx1"/>
                          </a:solidFill>
                          <a:effectLst/>
                          <a:latin typeface="KoPub돋움체 Light"/>
                          <a:ea typeface="KoPub돋움체 Light"/>
                          <a:cs typeface="+mn-cs"/>
                        </a:rPr>
                        <a:t>음식 분석 결과</a:t>
                      </a:r>
                      <a:endParaRPr kumimoji="1" lang="ko-KR" altLang="en-US" sz="800" b="0" i="0" u="none" strike="noStrike" cap="none" normalizeH="0" baseline="0">
                        <a:solidFill>
                          <a:schemeClr val="tx1"/>
                        </a:solidFill>
                        <a:latin typeface="KoPub돋움체 Light"/>
                        <a:ea typeface="KoPub돋움체 Light"/>
                        <a:cs typeface="+mn-cs"/>
                      </a:endParaRPr>
                    </a:p>
                  </a:txBody>
                  <a:tcPr marL="36000" marR="36000" marT="36000" marB="36000" anchor="ctr" horzOverflow="overflow">
                    <a:lnL w="3175" cap="flat" cmpd="sng" algn="ctr">
                      <a:solidFill>
                        <a:srgbClr val="808080"/>
                      </a:solidFill>
                      <a:prstDash val="solid"/>
                      <a:round/>
                    </a:lnL>
                    <a:lnR w="3175" cap="flat" cmpd="sng" algn="ctr">
                      <a:solidFill>
                        <a:srgbClr val="808080"/>
                      </a:solidFill>
                      <a:prstDash val="solid"/>
                      <a:round/>
                    </a:lnR>
                    <a:lnT w="3175" cap="flat" cmpd="sng" algn="ctr">
                      <a:solidFill>
                        <a:srgbClr val="808080"/>
                      </a:solidFill>
                      <a:prstDash val="solid"/>
                      <a:round/>
                    </a:lnT>
                    <a:lnB w="3175" cap="flat" cmpd="sng" algn="ctr">
                      <a:solidFill>
                        <a:srgbClr val="808080"/>
                      </a:solidFill>
                      <a:prstDash val="solid"/>
                      <a:round/>
                    </a:lnB>
                    <a:lnTlToBr>
                      <a:noFill/>
                    </a:lnTlToBr>
                    <a:lnBlToTr>
                      <a:noFill/>
                    </a:lnBlToTr>
                    <a:noFill/>
                  </a:tcPr>
                </a:tc>
                <a:tc>
                  <a:txBody>
                    <a:bodyPr/>
                    <a:lstStyle/>
                    <a:p>
                      <a:pPr marL="0" marR="0" lvl="0" indent="0" algn="ctr" defTabSz="914400" rtl="0" eaLnBrk="1" latinLnBrk="1" hangingPunct="1">
                        <a:lnSpc>
                          <a:spcPct val="100000"/>
                        </a:lnSpc>
                        <a:spcBef>
                          <a:spcPct val="20000"/>
                        </a:spcBef>
                        <a:spcAft>
                          <a:spcPct val="0"/>
                        </a:spcAft>
                        <a:buClrTx/>
                        <a:buFontTx/>
                        <a:buNone/>
                        <a:defRPr/>
                      </a:pPr>
                      <a:r>
                        <a:rPr kumimoji="1" lang="ko-KR" altLang="en-US" sz="800" b="0" i="0" u="none" strike="noStrike" cap="none" normalizeH="0" baseline="0">
                          <a:solidFill>
                            <a:schemeClr val="tx1"/>
                          </a:solidFill>
                          <a:effectLst/>
                          <a:latin typeface="KoPub돋움체 Light"/>
                          <a:ea typeface="KoPub돋움체 Light"/>
                          <a:cs typeface="+mn-cs"/>
                        </a:rPr>
                        <a:t>화면 </a:t>
                      </a:r>
                      <a:r>
                        <a:rPr kumimoji="1" lang="en-US" altLang="ko-KR" sz="800" b="0" i="0" u="none" strike="noStrike" cap="none" normalizeH="0" baseline="0">
                          <a:solidFill>
                            <a:schemeClr val="tx1"/>
                          </a:solidFill>
                          <a:effectLst/>
                          <a:latin typeface="KoPub돋움체 Light"/>
                          <a:ea typeface="KoPub돋움체 Light"/>
                          <a:cs typeface="+mn-cs"/>
                        </a:rPr>
                        <a:t>ID</a:t>
                      </a:r>
                      <a:endParaRPr kumimoji="1" lang="en-US" altLang="ko-KR" sz="800" b="0" i="0" u="none" strike="noStrike" cap="none" normalizeH="0" baseline="0">
                        <a:solidFill>
                          <a:schemeClr val="tx1"/>
                        </a:solidFill>
                        <a:latin typeface="KoPub돋움체 Light"/>
                        <a:ea typeface="KoPub돋움체 Light"/>
                        <a:cs typeface="+mn-cs"/>
                      </a:endParaRPr>
                    </a:p>
                  </a:txBody>
                  <a:tcPr marL="36000" marR="36000" marT="36000" marB="36000" anchor="ctr" horzOverflow="overflow">
                    <a:lnL w="3175" cap="flat" cmpd="sng" algn="ctr">
                      <a:solidFill>
                        <a:srgbClr val="808080"/>
                      </a:solidFill>
                      <a:prstDash val="solid"/>
                      <a:round/>
                    </a:lnL>
                    <a:lnR w="3175" cap="flat" cmpd="sng" algn="ctr">
                      <a:solidFill>
                        <a:srgbClr val="808080"/>
                      </a:solidFill>
                      <a:prstDash val="solid"/>
                      <a:round/>
                    </a:lnR>
                    <a:lnT w="3175" cap="flat" cmpd="sng" algn="ctr">
                      <a:solidFill>
                        <a:srgbClr val="808080"/>
                      </a:solidFill>
                      <a:prstDash val="solid"/>
                      <a:round/>
                    </a:lnT>
                    <a:lnB w="3175" cap="flat" cmpd="sng" algn="ctr">
                      <a:solidFill>
                        <a:srgbClr val="808080"/>
                      </a:solidFill>
                      <a:prstDash val="solid"/>
                      <a:round/>
                    </a:lnB>
                    <a:lnTlToBr>
                      <a:noFill/>
                    </a:lnTlToBr>
                    <a:lnBlToTr>
                      <a:noFill/>
                    </a:lnBlToTr>
                    <a:solidFill>
                      <a:srgbClr val="DDDDDD"/>
                    </a:solidFill>
                  </a:tcPr>
                </a:tc>
                <a:tc>
                  <a:txBody>
                    <a:bodyPr/>
                    <a:lstStyle/>
                    <a:p>
                      <a:pPr marL="0" marR="0" lvl="0" indent="0" algn="l" defTabSz="914400" rtl="0" eaLnBrk="1" latinLnBrk="1" hangingPunct="1">
                        <a:lnSpc>
                          <a:spcPct val="100000"/>
                        </a:lnSpc>
                        <a:spcBef>
                          <a:spcPct val="20000"/>
                        </a:spcBef>
                        <a:spcAft>
                          <a:spcPct val="0"/>
                        </a:spcAft>
                        <a:buClrTx/>
                        <a:buFontTx/>
                        <a:buNone/>
                        <a:defRPr/>
                      </a:pPr>
                      <a:r>
                        <a:rPr kumimoji="1" lang="en-US" altLang="ko-KR" sz="800" b="0" i="0" u="none" strike="noStrike" cap="none" normalizeH="0" baseline="0">
                          <a:solidFill>
                            <a:schemeClr val="tx1"/>
                          </a:solidFill>
                          <a:effectLst/>
                          <a:latin typeface="KoPub돋움체 Light"/>
                          <a:ea typeface="KoPub돋움체 Light"/>
                          <a:cs typeface="+mn-cs"/>
                        </a:rPr>
                        <a:t>DP-2011</a:t>
                      </a:r>
                      <a:endParaRPr kumimoji="1" lang="en-US" altLang="ko-KR" sz="800" b="0" i="0" u="none" strike="noStrike" cap="none" normalizeH="0" baseline="0">
                        <a:solidFill>
                          <a:schemeClr val="tx1"/>
                        </a:solidFill>
                        <a:latin typeface="KoPub돋움체 Light"/>
                        <a:ea typeface="KoPub돋움체 Light"/>
                        <a:cs typeface="+mn-cs"/>
                      </a:endParaRPr>
                    </a:p>
                  </a:txBody>
                  <a:tcPr marL="36000" marR="36000" marT="36000" marB="36000" anchor="ctr" horzOverflow="overflow">
                    <a:lnL w="3175" cap="flat" cmpd="sng" algn="ctr">
                      <a:solidFill>
                        <a:srgbClr val="808080"/>
                      </a:solidFill>
                      <a:prstDash val="solid"/>
                      <a:round/>
                    </a:lnL>
                    <a:lnR w="3175" cap="flat" cmpd="sng" algn="ctr">
                      <a:solidFill>
                        <a:srgbClr val="808080"/>
                      </a:solidFill>
                      <a:prstDash val="solid"/>
                      <a:round/>
                    </a:lnR>
                    <a:lnT w="3175" cap="flat" cmpd="sng" algn="ctr">
                      <a:solidFill>
                        <a:srgbClr val="808080"/>
                      </a:solidFill>
                      <a:prstDash val="solid"/>
                      <a:round/>
                    </a:lnT>
                    <a:lnB w="3175" cap="flat" cmpd="sng" algn="ctr">
                      <a:solidFill>
                        <a:srgbClr val="808080"/>
                      </a:solidFill>
                      <a:prstDash val="solid"/>
                      <a:round/>
                    </a:lnB>
                    <a:lnTlToBr>
                      <a:noFill/>
                    </a:lnTlToBr>
                    <a:lnBlToTr>
                      <a:noFill/>
                    </a:lnBlToTr>
                    <a:noFill/>
                  </a:tcPr>
                </a:tc>
                <a:extLst>
                  <a:ext uri="{0D108BD9-81ED-4DB2-BD59-A6C34878D82A}">
                    <a16:rowId xmlns:a16="http://schemas.microsoft.com/office/drawing/2014/main" val="10000"/>
                  </a:ext>
                </a:extLst>
              </a:tr>
              <a:tr h="195825">
                <a:tc>
                  <a:txBody>
                    <a:bodyPr/>
                    <a:lstStyle/>
                    <a:p>
                      <a:pPr marL="0" marR="0" lvl="0" indent="0" algn="ctr" defTabSz="914400" rtl="0" eaLnBrk="1" latinLnBrk="1" hangingPunct="1">
                        <a:lnSpc>
                          <a:spcPct val="100000"/>
                        </a:lnSpc>
                        <a:spcBef>
                          <a:spcPct val="20000"/>
                        </a:spcBef>
                        <a:spcAft>
                          <a:spcPct val="0"/>
                        </a:spcAft>
                        <a:buClrTx/>
                        <a:buFontTx/>
                        <a:buNone/>
                        <a:defRPr/>
                      </a:pPr>
                      <a:r>
                        <a:rPr kumimoji="1" lang="ko-KR" altLang="en-US" sz="800" b="0" i="0" u="none" strike="noStrike" cap="none" normalizeH="0" baseline="0">
                          <a:solidFill>
                            <a:schemeClr val="tx1"/>
                          </a:solidFill>
                          <a:effectLst/>
                          <a:latin typeface="KoPub돋움체 Light"/>
                          <a:ea typeface="KoPub돋움체 Light"/>
                          <a:cs typeface="+mn-cs"/>
                        </a:rPr>
                        <a:t>위   치</a:t>
                      </a:r>
                      <a:endParaRPr kumimoji="1" lang="ko-KR" altLang="en-US" sz="800" b="0" i="0" u="none" strike="noStrike" cap="none" normalizeH="0" baseline="0">
                        <a:solidFill>
                          <a:schemeClr val="tx1"/>
                        </a:solidFill>
                        <a:latin typeface="KoPub돋움체 Light"/>
                        <a:ea typeface="KoPub돋움체 Light"/>
                        <a:cs typeface="+mn-cs"/>
                      </a:endParaRPr>
                    </a:p>
                  </a:txBody>
                  <a:tcPr marL="36000" marR="36000" marT="36000" marB="36000" anchor="ctr" horzOverflow="overflow">
                    <a:lnL w="3175" cap="flat" cmpd="sng" algn="ctr">
                      <a:solidFill>
                        <a:srgbClr val="808080"/>
                      </a:solidFill>
                      <a:prstDash val="solid"/>
                      <a:round/>
                    </a:lnL>
                    <a:lnR w="3175" cap="flat" cmpd="sng" algn="ctr">
                      <a:solidFill>
                        <a:srgbClr val="808080"/>
                      </a:solidFill>
                      <a:prstDash val="solid"/>
                      <a:round/>
                    </a:lnR>
                    <a:lnT w="3175" cap="flat" cmpd="sng" algn="ctr">
                      <a:solidFill>
                        <a:srgbClr val="808080"/>
                      </a:solidFill>
                      <a:prstDash val="solid"/>
                      <a:round/>
                    </a:lnT>
                    <a:lnB w="3175" cap="flat" cmpd="sng" algn="ctr">
                      <a:solidFill>
                        <a:srgbClr val="808080"/>
                      </a:solidFill>
                      <a:prstDash val="solid"/>
                      <a:round/>
                    </a:lnB>
                    <a:lnTlToBr>
                      <a:noFill/>
                    </a:lnTlToBr>
                    <a:lnBlToTr>
                      <a:noFill/>
                    </a:lnBlToTr>
                    <a:solidFill>
                      <a:srgbClr val="DDDDDD"/>
                    </a:solidFill>
                  </a:tcPr>
                </a:tc>
                <a:tc>
                  <a:txBody>
                    <a:bodyPr/>
                    <a:lstStyle/>
                    <a:p>
                      <a:pPr marL="0" marR="0" lvl="0" indent="0" algn="l" defTabSz="914400" rtl="0" eaLnBrk="1" latinLnBrk="1" hangingPunct="1">
                        <a:lnSpc>
                          <a:spcPct val="100000"/>
                        </a:lnSpc>
                        <a:spcBef>
                          <a:spcPct val="20000"/>
                        </a:spcBef>
                        <a:spcAft>
                          <a:spcPct val="0"/>
                        </a:spcAft>
                        <a:buClrTx/>
                        <a:buFontTx/>
                        <a:buNone/>
                        <a:defRPr/>
                      </a:pPr>
                      <a:r>
                        <a:rPr kumimoji="1" lang="ko-KR" altLang="en-US" sz="800" b="0" i="0" u="none" strike="noStrike" cap="none" normalizeH="0" baseline="0">
                          <a:solidFill>
                            <a:schemeClr val="tx1"/>
                          </a:solidFill>
                          <a:effectLst/>
                          <a:latin typeface="KoPub돋움체 Light"/>
                          <a:ea typeface="KoPub돋움체 Light"/>
                          <a:cs typeface="+mn-cs"/>
                        </a:rPr>
                        <a:t>홈 </a:t>
                      </a:r>
                      <a:r>
                        <a:rPr kumimoji="1" lang="en-US" altLang="ko-KR" sz="800" b="0" i="0" u="none" strike="noStrike" cap="none" normalizeH="0" baseline="0">
                          <a:solidFill>
                            <a:schemeClr val="tx1"/>
                          </a:solidFill>
                          <a:effectLst/>
                          <a:latin typeface="KoPub돋움체 Light"/>
                          <a:ea typeface="KoPub돋움체 Light"/>
                          <a:cs typeface="+mn-cs"/>
                        </a:rPr>
                        <a:t>&gt;</a:t>
                      </a:r>
                      <a:r>
                        <a:rPr kumimoji="1" lang="ko-KR" altLang="en-US" sz="800" b="0" i="0" u="none" strike="noStrike" cap="none" normalizeH="0" baseline="0">
                          <a:solidFill>
                            <a:schemeClr val="tx1"/>
                          </a:solidFill>
                          <a:effectLst/>
                          <a:latin typeface="KoPub돋움체 Light"/>
                          <a:ea typeface="KoPub돋움체 Light"/>
                          <a:cs typeface="+mn-cs"/>
                        </a:rPr>
                        <a:t> 사진 분석 </a:t>
                      </a:r>
                      <a:r>
                        <a:rPr kumimoji="1" lang="en-US" altLang="ko-KR" sz="800" b="0" i="0" u="none" strike="noStrike" cap="none" normalizeH="0" baseline="0">
                          <a:solidFill>
                            <a:schemeClr val="tx1"/>
                          </a:solidFill>
                          <a:effectLst/>
                          <a:latin typeface="KoPub돋움체 Light"/>
                          <a:ea typeface="KoPub돋움체 Light"/>
                          <a:cs typeface="+mn-cs"/>
                        </a:rPr>
                        <a:t>&gt;</a:t>
                      </a:r>
                      <a:r>
                        <a:rPr kumimoji="1" lang="ko-KR" altLang="en-US" sz="800" b="0" i="0" u="none" strike="noStrike" cap="none" normalizeH="0" baseline="0">
                          <a:solidFill>
                            <a:schemeClr val="tx1"/>
                          </a:solidFill>
                          <a:effectLst/>
                          <a:latin typeface="KoPub돋움체 Light"/>
                          <a:ea typeface="KoPub돋움체 Light"/>
                          <a:cs typeface="+mn-cs"/>
                        </a:rPr>
                        <a:t> 분석하기</a:t>
                      </a:r>
                      <a:endParaRPr kumimoji="1" lang="ko-KR" altLang="en-US" sz="800" b="0" i="0" u="none" strike="noStrike" cap="none" normalizeH="0" baseline="0">
                        <a:solidFill>
                          <a:schemeClr val="tx1"/>
                        </a:solidFill>
                        <a:latin typeface="KoPub돋움체 Light"/>
                        <a:ea typeface="KoPub돋움체 Light"/>
                        <a:cs typeface="+mn-cs"/>
                      </a:endParaRPr>
                    </a:p>
                  </a:txBody>
                  <a:tcPr marL="36000" marR="36000" marT="36000" marB="36000" anchor="ctr" horzOverflow="overflow">
                    <a:lnL w="3175" cap="flat" cmpd="sng" algn="ctr">
                      <a:solidFill>
                        <a:srgbClr val="808080"/>
                      </a:solidFill>
                      <a:prstDash val="solid"/>
                      <a:round/>
                    </a:lnL>
                    <a:lnR w="3175" cap="flat" cmpd="sng" algn="ctr">
                      <a:solidFill>
                        <a:srgbClr val="808080"/>
                      </a:solidFill>
                      <a:prstDash val="solid"/>
                      <a:round/>
                    </a:lnR>
                    <a:lnT w="3175" cap="flat" cmpd="sng" algn="ctr">
                      <a:solidFill>
                        <a:srgbClr val="808080"/>
                      </a:solidFill>
                      <a:prstDash val="solid"/>
                      <a:round/>
                    </a:lnT>
                    <a:lnB w="3175" cap="flat" cmpd="sng" algn="ctr">
                      <a:solidFill>
                        <a:srgbClr val="808080"/>
                      </a:solidFill>
                      <a:prstDash val="solid"/>
                      <a:round/>
                    </a:lnB>
                    <a:lnTlToBr>
                      <a:noFill/>
                    </a:lnTlToBr>
                    <a:lnBlToTr>
                      <a:noFill/>
                    </a:lnBlToTr>
                    <a:noFill/>
                  </a:tcPr>
                </a:tc>
                <a:tc>
                  <a:txBody>
                    <a:bodyPr/>
                    <a:lstStyle/>
                    <a:p>
                      <a:pPr marL="0" marR="0" lvl="0" indent="0" algn="ctr" defTabSz="914400" rtl="0" eaLnBrk="1" latinLnBrk="1" hangingPunct="1">
                        <a:lnSpc>
                          <a:spcPct val="100000"/>
                        </a:lnSpc>
                        <a:spcBef>
                          <a:spcPct val="20000"/>
                        </a:spcBef>
                        <a:spcAft>
                          <a:spcPct val="0"/>
                        </a:spcAft>
                        <a:buClrTx/>
                        <a:buFontTx/>
                        <a:buNone/>
                        <a:defRPr/>
                      </a:pPr>
                      <a:r>
                        <a:rPr kumimoji="1" lang="ko-KR" altLang="en-US" sz="800" b="0" i="0" u="none" strike="noStrike" cap="none" normalizeH="0" baseline="0">
                          <a:solidFill>
                            <a:schemeClr val="tx1"/>
                          </a:solidFill>
                          <a:effectLst/>
                          <a:latin typeface="KoPub돋움체 Light"/>
                          <a:ea typeface="KoPub돋움체 Light"/>
                          <a:cs typeface="+mn-cs"/>
                        </a:rPr>
                        <a:t>파일명</a:t>
                      </a:r>
                      <a:endParaRPr kumimoji="1" lang="ko-KR" altLang="en-US" sz="800" b="0" i="0" u="none" strike="noStrike" cap="none" normalizeH="0" baseline="0">
                        <a:solidFill>
                          <a:schemeClr val="tx1"/>
                        </a:solidFill>
                        <a:latin typeface="KoPub돋움체 Light"/>
                        <a:ea typeface="KoPub돋움체 Light"/>
                        <a:cs typeface="+mn-cs"/>
                      </a:endParaRPr>
                    </a:p>
                  </a:txBody>
                  <a:tcPr marL="36000" marR="36000" marT="36000" marB="36000" anchor="ctr" horzOverflow="overflow">
                    <a:lnL w="3175" cap="flat" cmpd="sng" algn="ctr">
                      <a:solidFill>
                        <a:srgbClr val="808080"/>
                      </a:solidFill>
                      <a:prstDash val="solid"/>
                      <a:round/>
                    </a:lnL>
                    <a:lnR w="3175" cap="flat" cmpd="sng" algn="ctr">
                      <a:solidFill>
                        <a:srgbClr val="808080"/>
                      </a:solidFill>
                      <a:prstDash val="solid"/>
                      <a:round/>
                    </a:lnR>
                    <a:lnT w="3175" cap="flat" cmpd="sng" algn="ctr">
                      <a:solidFill>
                        <a:srgbClr val="808080"/>
                      </a:solidFill>
                      <a:prstDash val="solid"/>
                      <a:round/>
                    </a:lnT>
                    <a:lnB w="3175" cap="flat" cmpd="sng" algn="ctr">
                      <a:solidFill>
                        <a:srgbClr val="808080"/>
                      </a:solidFill>
                      <a:prstDash val="solid"/>
                      <a:round/>
                    </a:lnB>
                    <a:lnTlToBr>
                      <a:noFill/>
                    </a:lnTlToBr>
                    <a:lnBlToTr>
                      <a:noFill/>
                    </a:lnBlToTr>
                    <a:solidFill>
                      <a:srgbClr val="DDDDDD"/>
                    </a:solidFill>
                  </a:tcPr>
                </a:tc>
                <a:tc>
                  <a:txBody>
                    <a:bodyPr/>
                    <a:lstStyle/>
                    <a:p>
                      <a:pPr marL="0" marR="0" lvl="0" indent="0" algn="l" defTabSz="914400" rtl="0" eaLnBrk="1" latinLnBrk="1" hangingPunct="1">
                        <a:lnSpc>
                          <a:spcPct val="100000"/>
                        </a:lnSpc>
                        <a:spcBef>
                          <a:spcPct val="20000"/>
                        </a:spcBef>
                        <a:spcAft>
                          <a:spcPct val="0"/>
                        </a:spcAft>
                        <a:buClrTx/>
                        <a:buFontTx/>
                        <a:buNone/>
                        <a:defRPr/>
                      </a:pPr>
                      <a:r>
                        <a:rPr kumimoji="1" lang="en-US" altLang="ko-KR" sz="800" b="0" i="0" u="none" strike="noStrike" cap="none" normalizeH="0" baseline="0">
                          <a:solidFill>
                            <a:schemeClr val="tx1"/>
                          </a:solidFill>
                          <a:effectLst/>
                          <a:latin typeface="KoPub돋움체 Light"/>
                          <a:ea typeface="KoPub돋움체 Light"/>
                          <a:cs typeface="+mn-cs"/>
                        </a:rPr>
                        <a:t>photo/analyse.html</a:t>
                      </a:r>
                      <a:endParaRPr kumimoji="1" lang="en-US" altLang="ko-KR" sz="800" b="0" i="0" u="none" strike="noStrike" cap="none" normalizeH="0" baseline="0">
                        <a:solidFill>
                          <a:schemeClr val="tx1"/>
                        </a:solidFill>
                        <a:latin typeface="KoPub돋움체 Light"/>
                        <a:ea typeface="KoPub돋움체 Light"/>
                        <a:cs typeface="+mn-cs"/>
                      </a:endParaRPr>
                    </a:p>
                  </a:txBody>
                  <a:tcPr marL="36000" marR="36000" marT="36000" marB="36000" anchor="ctr" horzOverflow="overflow">
                    <a:lnL w="3175" cap="flat" cmpd="sng" algn="ctr">
                      <a:solidFill>
                        <a:srgbClr val="808080"/>
                      </a:solidFill>
                      <a:prstDash val="solid"/>
                      <a:round/>
                    </a:lnL>
                    <a:lnR w="3175" cap="flat" cmpd="sng" algn="ctr">
                      <a:solidFill>
                        <a:srgbClr val="808080"/>
                      </a:solidFill>
                      <a:prstDash val="solid"/>
                      <a:round/>
                    </a:lnR>
                    <a:lnT w="3175" cap="flat" cmpd="sng" algn="ctr">
                      <a:solidFill>
                        <a:srgbClr val="808080"/>
                      </a:solidFill>
                      <a:prstDash val="solid"/>
                      <a:round/>
                    </a:lnT>
                    <a:lnB w="3175" cap="flat" cmpd="sng" algn="ctr">
                      <a:solidFill>
                        <a:srgbClr val="808080"/>
                      </a:solidFill>
                      <a:prstDash val="solid"/>
                      <a:round/>
                    </a:lnB>
                    <a:lnTlToBr>
                      <a:noFill/>
                    </a:lnTlToBr>
                    <a:lnBlToTr>
                      <a:noFill/>
                    </a:lnBlToTr>
                    <a:noFill/>
                  </a:tcPr>
                </a:tc>
                <a:tc>
                  <a:txBody>
                    <a:bodyPr/>
                    <a:lstStyle/>
                    <a:p>
                      <a:pPr marL="0" marR="0" lvl="0" indent="0" algn="ctr" defTabSz="914400" rtl="0" eaLnBrk="1" latinLnBrk="1" hangingPunct="1">
                        <a:lnSpc>
                          <a:spcPct val="100000"/>
                        </a:lnSpc>
                        <a:spcBef>
                          <a:spcPct val="20000"/>
                        </a:spcBef>
                        <a:spcAft>
                          <a:spcPct val="0"/>
                        </a:spcAft>
                        <a:buClrTx/>
                        <a:buFontTx/>
                        <a:buNone/>
                        <a:defRPr/>
                      </a:pPr>
                      <a:r>
                        <a:rPr kumimoji="1" lang="ko-KR" altLang="en-US" sz="800" b="0" i="0" u="none" strike="noStrike" cap="none" normalizeH="0" baseline="0">
                          <a:solidFill>
                            <a:schemeClr val="tx1"/>
                          </a:solidFill>
                          <a:effectLst/>
                          <a:latin typeface="KoPub돋움체 Light"/>
                          <a:ea typeface="KoPub돋움체 Light"/>
                          <a:cs typeface="+mn-cs"/>
                        </a:rPr>
                        <a:t>버전</a:t>
                      </a:r>
                      <a:r>
                        <a:rPr kumimoji="1" lang="en-US" altLang="ko-KR" sz="800" b="0" i="0" u="none" strike="noStrike" cap="none" normalizeH="0" baseline="0">
                          <a:solidFill>
                            <a:schemeClr val="tx1"/>
                          </a:solidFill>
                          <a:effectLst/>
                          <a:latin typeface="KoPub돋움체 Light"/>
                          <a:ea typeface="KoPub돋움체 Light"/>
                          <a:cs typeface="+mn-cs"/>
                        </a:rPr>
                        <a:t>/</a:t>
                      </a:r>
                      <a:r>
                        <a:rPr kumimoji="1" lang="ko-KR" altLang="en-US" sz="800" b="0" i="0" u="none" strike="noStrike" cap="none" normalizeH="0" baseline="0">
                          <a:solidFill>
                            <a:schemeClr val="tx1"/>
                          </a:solidFill>
                          <a:effectLst/>
                          <a:latin typeface="KoPub돋움체 Light"/>
                          <a:ea typeface="KoPub돋움체 Light"/>
                          <a:cs typeface="+mn-cs"/>
                        </a:rPr>
                        <a:t>날짜</a:t>
                      </a:r>
                      <a:endParaRPr kumimoji="1" lang="ko-KR" altLang="en-US" sz="800" b="0" i="0" u="none" strike="noStrike" cap="none" normalizeH="0" baseline="0">
                        <a:solidFill>
                          <a:schemeClr val="tx1"/>
                        </a:solidFill>
                        <a:latin typeface="KoPub돋움체 Light"/>
                        <a:ea typeface="KoPub돋움체 Light"/>
                        <a:cs typeface="+mn-cs"/>
                      </a:endParaRPr>
                    </a:p>
                  </a:txBody>
                  <a:tcPr marL="36000" marR="36000" marT="36000" marB="36000" anchor="ctr" horzOverflow="overflow">
                    <a:lnL w="3175" cap="flat" cmpd="sng" algn="ctr">
                      <a:solidFill>
                        <a:srgbClr val="808080"/>
                      </a:solidFill>
                      <a:prstDash val="solid"/>
                      <a:round/>
                    </a:lnL>
                    <a:lnR w="3175" cap="flat" cmpd="sng" algn="ctr">
                      <a:solidFill>
                        <a:srgbClr val="808080"/>
                      </a:solidFill>
                      <a:prstDash val="solid"/>
                      <a:round/>
                    </a:lnR>
                    <a:lnT w="3175" cap="flat" cmpd="sng" algn="ctr">
                      <a:solidFill>
                        <a:srgbClr val="808080"/>
                      </a:solidFill>
                      <a:prstDash val="solid"/>
                      <a:round/>
                    </a:lnT>
                    <a:lnB w="3175" cap="flat" cmpd="sng" algn="ctr">
                      <a:solidFill>
                        <a:srgbClr val="808080"/>
                      </a:solidFill>
                      <a:prstDash val="solid"/>
                      <a:round/>
                    </a:lnB>
                    <a:lnTlToBr>
                      <a:noFill/>
                    </a:lnTlToBr>
                    <a:lnBlToTr>
                      <a:noFill/>
                    </a:lnBlToTr>
                    <a:solidFill>
                      <a:srgbClr val="DDDDDD"/>
                    </a:solidFill>
                  </a:tcPr>
                </a:tc>
                <a:tc>
                  <a:txBody>
                    <a:bodyPr/>
                    <a:lstStyle/>
                    <a:p>
                      <a:pPr marL="0" marR="0" lvl="0" indent="0" algn="l" defTabSz="914400" rtl="0" eaLnBrk="1" latinLnBrk="1" hangingPunct="1">
                        <a:lnSpc>
                          <a:spcPct val="100000"/>
                        </a:lnSpc>
                        <a:spcBef>
                          <a:spcPct val="20000"/>
                        </a:spcBef>
                        <a:spcAft>
                          <a:spcPct val="0"/>
                        </a:spcAft>
                        <a:buClrTx/>
                        <a:buFontTx/>
                        <a:buNone/>
                        <a:defRPr/>
                      </a:pPr>
                      <a:r>
                        <a:rPr kumimoji="1" lang="en-US" altLang="ko-KR" sz="800" b="0" i="0" u="none" strike="noStrike" cap="none" normalizeH="0" baseline="0">
                          <a:solidFill>
                            <a:schemeClr val="tx1"/>
                          </a:solidFill>
                          <a:effectLst/>
                          <a:latin typeface="KoPub돋움체 Light"/>
                          <a:ea typeface="KoPub돋움체 Light"/>
                          <a:cs typeface="+mn-cs"/>
                        </a:rPr>
                        <a:t>2025-09-04</a:t>
                      </a:r>
                      <a:endParaRPr kumimoji="1" lang="en-US" altLang="ko-KR" sz="800" b="0" i="0" u="none" strike="noStrike" cap="none" normalizeH="0" baseline="0">
                        <a:solidFill>
                          <a:schemeClr val="tx1"/>
                        </a:solidFill>
                        <a:latin typeface="KoPub돋움체 Light"/>
                        <a:ea typeface="KoPub돋움체 Light"/>
                        <a:cs typeface="+mn-cs"/>
                      </a:endParaRPr>
                    </a:p>
                  </a:txBody>
                  <a:tcPr marL="36000" marR="36000" marT="36000" marB="36000" anchor="ctr" horzOverflow="overflow">
                    <a:lnL w="3175" cap="flat" cmpd="sng" algn="ctr">
                      <a:solidFill>
                        <a:srgbClr val="808080"/>
                      </a:solidFill>
                      <a:prstDash val="solid"/>
                      <a:round/>
                    </a:lnL>
                    <a:lnR w="3175" cap="flat" cmpd="sng" algn="ctr">
                      <a:solidFill>
                        <a:srgbClr val="808080"/>
                      </a:solidFill>
                      <a:prstDash val="solid"/>
                      <a:round/>
                    </a:lnR>
                    <a:lnT w="3175" cap="flat" cmpd="sng" algn="ctr">
                      <a:solidFill>
                        <a:srgbClr val="808080"/>
                      </a:solidFill>
                      <a:prstDash val="solid"/>
                      <a:round/>
                    </a:lnT>
                    <a:lnB w="3175" cap="flat" cmpd="sng" algn="ctr">
                      <a:solidFill>
                        <a:srgbClr val="808080"/>
                      </a:solidFill>
                      <a:prstDash val="solid"/>
                      <a:round/>
                    </a:lnB>
                    <a:lnTlToBr>
                      <a:noFill/>
                    </a:lnTlToBr>
                    <a:lnBlToTr>
                      <a:noFill/>
                    </a:lnBlToTr>
                    <a:noFill/>
                  </a:tcPr>
                </a:tc>
                <a:extLst>
                  <a:ext uri="{0D108BD9-81ED-4DB2-BD59-A6C34878D82A}">
                    <a16:rowId xmlns:a16="http://schemas.microsoft.com/office/drawing/2014/main" val="10001"/>
                  </a:ext>
                </a:extLst>
              </a:tr>
            </a:tbl>
          </a:graphicData>
        </a:graphic>
      </p:graphicFrame>
      <p:graphicFrame>
        <p:nvGraphicFramePr>
          <p:cNvPr id="254" name="Group 369"/>
          <p:cNvGraphicFramePr>
            <a:graphicFrameLocks noGrp="1"/>
          </p:cNvGraphicFramePr>
          <p:nvPr/>
        </p:nvGraphicFramePr>
        <p:xfrm>
          <a:off x="6187003" y="1282939"/>
          <a:ext cx="2744428" cy="1627070"/>
        </p:xfrm>
        <a:graphic>
          <a:graphicData uri="http://schemas.openxmlformats.org/drawingml/2006/table">
            <a:tbl>
              <a:tblPr firstRow="1" bandRow="1"/>
              <a:tblGrid>
                <a:gridCol w="323184">
                  <a:extLst>
                    <a:ext uri="{9D8B030D-6E8A-4147-A177-3AD203B41FA5}">
                      <a16:colId xmlns:a16="http://schemas.microsoft.com/office/drawing/2014/main" val="20000"/>
                    </a:ext>
                  </a:extLst>
                </a:gridCol>
                <a:gridCol w="646369">
                  <a:extLst>
                    <a:ext uri="{9D8B030D-6E8A-4147-A177-3AD203B41FA5}">
                      <a16:colId xmlns:a16="http://schemas.microsoft.com/office/drawing/2014/main" val="20001"/>
                    </a:ext>
                  </a:extLst>
                </a:gridCol>
                <a:gridCol w="1774875">
                  <a:extLst>
                    <a:ext uri="{9D8B030D-6E8A-4147-A177-3AD203B41FA5}">
                      <a16:colId xmlns:a16="http://schemas.microsoft.com/office/drawing/2014/main" val="20002"/>
                    </a:ext>
                  </a:extLst>
                </a:gridCol>
              </a:tblGrid>
              <a:tr h="156925">
                <a:tc gridSpan="3">
                  <a:txBody>
                    <a:bodyPr/>
                    <a:lstStyle/>
                    <a:p>
                      <a:pPr marL="0" marR="0" lvl="0" indent="0" algn="l" defTabSz="914400" rtl="0" eaLnBrk="0" latinLnBrk="1" hangingPunct="0">
                        <a:lnSpc>
                          <a:spcPct val="100000"/>
                        </a:lnSpc>
                        <a:spcBef>
                          <a:spcPct val="0"/>
                        </a:spcBef>
                        <a:spcAft>
                          <a:spcPct val="0"/>
                        </a:spcAft>
                        <a:buClrTx/>
                        <a:buFontTx/>
                        <a:buNone/>
                        <a:defRPr/>
                      </a:pPr>
                      <a:r>
                        <a:rPr kumimoji="1" lang="en-US" altLang="ko-KR" sz="800" b="0" i="0" u="none" strike="noStrike" cap="none" normalizeH="0" baseline="0">
                          <a:solidFill>
                            <a:schemeClr val="tx1"/>
                          </a:solidFill>
                          <a:effectLst/>
                          <a:latin typeface="KoPub돋움체 Light"/>
                          <a:ea typeface="KoPub돋움체 Light"/>
                          <a:sym typeface="Wingdings 2"/>
                        </a:rPr>
                        <a:t> Action</a:t>
                      </a:r>
                      <a:endParaRPr kumimoji="1" lang="en-US" altLang="ko-KR" sz="800" b="0" i="0" u="none" strike="noStrike" cap="none" normalizeH="0" baseline="0">
                        <a:solidFill>
                          <a:schemeClr val="tx1"/>
                        </a:solidFill>
                        <a:latin typeface="KoPub돋움체 Light"/>
                        <a:ea typeface="KoPub돋움체 Light"/>
                        <a:sym typeface="Wingdings 2"/>
                      </a:endParaRPr>
                    </a:p>
                  </a:txBody>
                  <a:tcPr marL="0" marR="0" horzOverflow="overflow">
                    <a:lnL w="12700" cap="flat" cmpd="sng" algn="ctr">
                      <a:solidFill>
                        <a:schemeClr val="tx1"/>
                      </a:solidFill>
                      <a:prstDash val="solid"/>
                      <a:round/>
                    </a:lnL>
                    <a:lnR w="12700" cap="flat" cmpd="sng" algn="ctr">
                      <a:solidFill>
                        <a:schemeClr val="tx1"/>
                      </a:solidFill>
                      <a:prstDash val="solid"/>
                      <a:round/>
                    </a:lnR>
                    <a:lnT w="12700" cap="flat" cmpd="sng" algn="ctr">
                      <a:solidFill>
                        <a:schemeClr val="tx1"/>
                      </a:solidFill>
                      <a:prstDash val="solid"/>
                      <a:round/>
                    </a:lnT>
                    <a:lnB w="6350" cap="flat" cmpd="sng" algn="ctr">
                      <a:solidFill>
                        <a:srgbClr val="7F7F7F"/>
                      </a:solidFill>
                      <a:prstDash val="solid"/>
                      <a:round/>
                    </a:lnB>
                    <a:lnTlToBr>
                      <a:noFill/>
                    </a:lnTlToBr>
                    <a:lnBlToTr>
                      <a:noFill/>
                    </a:lnBlToTr>
                    <a:solidFill>
                      <a:srgbClr val="FFFF00"/>
                    </a:solidFill>
                  </a:tcPr>
                </a:tc>
                <a:tc hMerge="1">
                  <a:txBody>
                    <a:bodyPr/>
                    <a:lstStyle/>
                    <a:p>
                      <a:pPr marL="85725" marR="0" lvl="0" indent="-85725" algn="l" defTabSz="914400" rtl="0" eaLnBrk="0" latinLnBrk="0" hangingPunct="0">
                        <a:lnSpc>
                          <a:spcPct val="110000"/>
                        </a:lnSpc>
                        <a:spcBef>
                          <a:spcPts val="300"/>
                        </a:spcBef>
                        <a:spcAft>
                          <a:spcPct val="0"/>
                        </a:spcAft>
                        <a:buClrTx/>
                        <a:buFont typeface="Wingdings"/>
                        <a:buNone/>
                        <a:defRPr/>
                      </a:pPr>
                      <a:endParaRPr kumimoji="1" lang="en-US" altLang="ko-KR" sz="800" b="0" i="0" u="none" strike="noStrike" kern="1200" cap="none" normalizeH="0" baseline="0">
                        <a:solidFill>
                          <a:schemeClr val="tx1"/>
                        </a:solidFill>
                        <a:effectLst/>
                        <a:latin typeface="나눔고딕"/>
                        <a:ea typeface="나눔고딕"/>
                        <a:cs typeface="+mn-cs"/>
                        <a:sym typeface="Wingdings"/>
                      </a:endParaRPr>
                    </a:p>
                  </a:txBody>
                  <a:tcPr marL="54000" marR="54000" marT="54000" marB="54000" horzOverflow="overflow">
                    <a:lnL w="3175" cap="flat" cmpd="sng" algn="ctr">
                      <a:solidFill>
                        <a:srgbClr val="A6A6A6"/>
                      </a:solidFill>
                      <a:prstDash val="solid"/>
                      <a:round/>
                    </a:lnL>
                    <a:lnR w="6350" cap="flat" cmpd="sng" algn="ctr">
                      <a:solidFill>
                        <a:srgbClr val="7F7F7F"/>
                      </a:solidFill>
                      <a:prstDash val="solid"/>
                      <a:round/>
                    </a:lnR>
                    <a:lnT w="6350" cap="flat" cmpd="sng" algn="ctr">
                      <a:solidFill>
                        <a:srgbClr val="7F7F7F"/>
                      </a:solidFill>
                      <a:prstDash val="solid"/>
                      <a:round/>
                    </a:lnT>
                    <a:lnB w="6350" cap="flat" cmpd="sng" algn="ctr">
                      <a:solidFill>
                        <a:srgbClr val="7F7F7F"/>
                      </a:solidFill>
                      <a:prstDash val="solid"/>
                      <a:round/>
                    </a:lnB>
                    <a:lnTlToBr>
                      <a:noFill/>
                    </a:lnTlToBr>
                    <a:lnBlToTr>
                      <a:noFill/>
                    </a:lnBlToTr>
                    <a:solidFill>
                      <a:schemeClr val="bg1"/>
                    </a:solidFill>
                  </a:tcPr>
                </a:tc>
                <a:tc hMerge="1">
                  <a:txBody>
                    <a:bodyPr/>
                    <a:lstStyle/>
                    <a:p>
                      <a:pPr latinLnBrk="1">
                        <a:defRPr/>
                      </a:pPr>
                      <a:endParaRPr lang="ko-KR" altLang="en-US"/>
                    </a:p>
                  </a:txBody>
                  <a:tcPr/>
                </a:tc>
                <a:extLst>
                  <a:ext uri="{0D108BD9-81ED-4DB2-BD59-A6C34878D82A}">
                    <a16:rowId xmlns:a16="http://schemas.microsoft.com/office/drawing/2014/main" val="10000"/>
                  </a:ext>
                </a:extLst>
              </a:tr>
              <a:tr h="175940">
                <a:tc>
                  <a:txBody>
                    <a:bodyPr/>
                    <a:lstStyle/>
                    <a:p>
                      <a:pPr marL="0" marR="0" lvl="0" indent="0" algn="ctr" defTabSz="914400" rtl="0" eaLnBrk="0" latinLnBrk="1" hangingPunct="0">
                        <a:lnSpc>
                          <a:spcPct val="100000"/>
                        </a:lnSpc>
                        <a:spcBef>
                          <a:spcPct val="0"/>
                        </a:spcBef>
                        <a:spcAft>
                          <a:spcPct val="0"/>
                        </a:spcAft>
                        <a:buClrTx/>
                        <a:buFontTx/>
                        <a:buNone/>
                        <a:defRPr/>
                      </a:pPr>
                      <a:r>
                        <a:rPr kumimoji="1" lang="ko-KR" altLang="en-US" sz="800" b="1" i="0" u="none" strike="noStrike" cap="none" normalizeH="0" baseline="0">
                          <a:solidFill>
                            <a:schemeClr val="tx1"/>
                          </a:solidFill>
                          <a:effectLst/>
                          <a:latin typeface="KoPub돋움체 Light"/>
                          <a:ea typeface="KoPub돋움체 Light"/>
                          <a:sym typeface="Wingdings 2"/>
                        </a:rPr>
                        <a:t>번호</a:t>
                      </a:r>
                      <a:endParaRPr kumimoji="1" lang="en-US" altLang="ko-KR" sz="800" b="1" i="0" u="none" strike="noStrike" cap="none" normalizeH="0" baseline="0">
                        <a:solidFill>
                          <a:schemeClr val="tx1"/>
                        </a:solidFill>
                        <a:effectLst/>
                        <a:latin typeface="KoPub돋움체 Light"/>
                        <a:ea typeface="KoPub돋움체 Light"/>
                        <a:sym typeface="Wingdings 2"/>
                      </a:endParaRPr>
                    </a:p>
                  </a:txBody>
                  <a:tcPr marL="0" marR="0" horzOverflow="overflow">
                    <a:lnL w="12700" cap="flat" cmpd="sng" algn="ctr">
                      <a:solidFill>
                        <a:schemeClr val="tx1"/>
                      </a:solidFill>
                      <a:prstDash val="solid"/>
                      <a:round/>
                    </a:lnL>
                    <a:lnR w="3175" cap="flat" cmpd="sng" algn="ctr">
                      <a:solidFill>
                        <a:srgbClr val="A6A6A6"/>
                      </a:solidFill>
                      <a:prstDash val="solid"/>
                      <a:round/>
                    </a:lnR>
                    <a:lnT w="6350" cap="flat" cmpd="sng" algn="ctr">
                      <a:solidFill>
                        <a:srgbClr val="7F7F7F"/>
                      </a:solidFill>
                      <a:prstDash val="solid"/>
                      <a:round/>
                    </a:lnT>
                    <a:lnB w="6350" cap="flat" cmpd="sng" algn="ctr">
                      <a:solidFill>
                        <a:srgbClr val="7F7F7F"/>
                      </a:solidFill>
                      <a:prstDash val="solid"/>
                      <a:round/>
                    </a:lnB>
                    <a:lnTlToBr>
                      <a:noFill/>
                    </a:lnTlToBr>
                    <a:lnBlToTr>
                      <a:noFill/>
                    </a:lnBlToTr>
                    <a:solidFill>
                      <a:schemeClr val="bg1">
                        <a:lumMod val="95000"/>
                      </a:schemeClr>
                    </a:solidFill>
                  </a:tcPr>
                </a:tc>
                <a:tc>
                  <a:txBody>
                    <a:bodyPr/>
                    <a:lstStyle/>
                    <a:p>
                      <a:pPr marL="85725" marR="0" lvl="0" indent="-85725" algn="ctr" defTabSz="914400" rtl="0" eaLnBrk="0" latinLnBrk="0" hangingPunct="0">
                        <a:lnSpc>
                          <a:spcPct val="110000"/>
                        </a:lnSpc>
                        <a:spcBef>
                          <a:spcPts val="300"/>
                        </a:spcBef>
                        <a:spcAft>
                          <a:spcPct val="0"/>
                        </a:spcAft>
                        <a:buClrTx/>
                        <a:buFont typeface="Wingdings"/>
                        <a:buNone/>
                        <a:defRPr/>
                      </a:pPr>
                      <a:r>
                        <a:rPr kumimoji="1" lang="ko-KR" altLang="en-US" sz="800" b="1" i="0" u="none" strike="noStrike" kern="1200" cap="none" normalizeH="0" baseline="0">
                          <a:solidFill>
                            <a:schemeClr val="tx1"/>
                          </a:solidFill>
                          <a:effectLst/>
                          <a:latin typeface="KoPub돋움체 Light"/>
                          <a:ea typeface="KoPub돋움체 Light"/>
                          <a:cs typeface="+mn-cs"/>
                          <a:sym typeface="Wingdings"/>
                        </a:rPr>
                        <a:t>버튼명</a:t>
                      </a:r>
                      <a:endParaRPr kumimoji="1" lang="en-US" altLang="ko-KR" sz="800" b="1" i="0" u="none" strike="noStrike" kern="1200" cap="none" normalizeH="0" baseline="0">
                        <a:solidFill>
                          <a:schemeClr val="tx1"/>
                        </a:solidFill>
                        <a:effectLst/>
                        <a:latin typeface="KoPub돋움체 Light"/>
                        <a:ea typeface="KoPub돋움체 Light"/>
                        <a:sym typeface="Wingdings"/>
                      </a:endParaRPr>
                    </a:p>
                  </a:txBody>
                  <a:tcPr marL="54000" marR="54000" marT="54000" marB="54000" horzOverflow="overflow">
                    <a:lnL w="3175" cap="flat" cmpd="sng" algn="ctr">
                      <a:solidFill>
                        <a:srgbClr val="A6A6A6"/>
                      </a:solidFill>
                      <a:prstDash val="solid"/>
                      <a:round/>
                    </a:lnL>
                    <a:lnR w="6350" cap="flat" cmpd="sng" algn="ctr">
                      <a:solidFill>
                        <a:srgbClr val="7F7F7F"/>
                      </a:solidFill>
                      <a:prstDash val="solid"/>
                      <a:round/>
                    </a:lnR>
                    <a:lnT w="6350" cap="flat" cmpd="sng" algn="ctr">
                      <a:solidFill>
                        <a:srgbClr val="7F7F7F"/>
                      </a:solidFill>
                      <a:prstDash val="solid"/>
                      <a:round/>
                    </a:lnT>
                    <a:lnB w="6350" cap="flat" cmpd="sng" algn="ctr">
                      <a:solidFill>
                        <a:srgbClr val="7F7F7F"/>
                      </a:solidFill>
                      <a:prstDash val="solid"/>
                      <a:round/>
                    </a:lnB>
                    <a:lnTlToBr>
                      <a:noFill/>
                    </a:lnTlToBr>
                    <a:lnBlToTr>
                      <a:noFill/>
                    </a:lnBlToTr>
                    <a:solidFill>
                      <a:schemeClr val="bg1">
                        <a:lumMod val="95000"/>
                      </a:schemeClr>
                    </a:solidFill>
                  </a:tcPr>
                </a:tc>
                <a:tc>
                  <a:txBody>
                    <a:bodyPr/>
                    <a:lstStyle/>
                    <a:p>
                      <a:pPr marL="85725" marR="0" lvl="0" indent="-85725" algn="ctr" defTabSz="914400" rtl="0" eaLnBrk="0" latinLnBrk="0" hangingPunct="0">
                        <a:lnSpc>
                          <a:spcPct val="110000"/>
                        </a:lnSpc>
                        <a:spcBef>
                          <a:spcPts val="300"/>
                        </a:spcBef>
                        <a:spcAft>
                          <a:spcPct val="0"/>
                        </a:spcAft>
                        <a:buClrTx/>
                        <a:buFont typeface="Wingdings"/>
                        <a:buNone/>
                        <a:defRPr/>
                      </a:pPr>
                      <a:r>
                        <a:rPr kumimoji="1" lang="ko-KR" altLang="en-US" sz="800" b="1" i="0" u="none" strike="noStrike" kern="1200" cap="none" normalizeH="0" baseline="0">
                          <a:solidFill>
                            <a:schemeClr val="tx1"/>
                          </a:solidFill>
                          <a:effectLst/>
                          <a:latin typeface="KoPub돋움체 Light"/>
                          <a:ea typeface="KoPub돋움체 Light"/>
                          <a:cs typeface="+mn-cs"/>
                          <a:sym typeface="Wingdings"/>
                        </a:rPr>
                        <a:t>기능</a:t>
                      </a:r>
                      <a:endParaRPr kumimoji="1" lang="en-US" altLang="ko-KR" sz="800" b="1" i="0" u="none" strike="noStrike" kern="1200" cap="none" normalizeH="0" baseline="0">
                        <a:solidFill>
                          <a:schemeClr val="tx1"/>
                        </a:solidFill>
                        <a:effectLst/>
                        <a:latin typeface="KoPub돋움체 Light"/>
                        <a:ea typeface="KoPub돋움체 Light"/>
                        <a:sym typeface="Wingdings"/>
                      </a:endParaRPr>
                    </a:p>
                  </a:txBody>
                  <a:tcPr marL="54000" marR="54000" marT="54000" marB="54000" horzOverflow="overflow">
                    <a:lnL w="6350" cap="flat" cmpd="sng" algn="ctr">
                      <a:solidFill>
                        <a:srgbClr val="7F7F7F"/>
                      </a:solidFill>
                      <a:prstDash val="solid"/>
                      <a:round/>
                    </a:lnL>
                    <a:lnR w="12700" cap="flat" cmpd="sng" algn="ctr">
                      <a:solidFill>
                        <a:schemeClr val="tx1"/>
                      </a:solidFill>
                      <a:prstDash val="solid"/>
                      <a:round/>
                    </a:lnR>
                    <a:lnT w="6350" cap="flat" cmpd="sng" algn="ctr">
                      <a:solidFill>
                        <a:srgbClr val="7F7F7F"/>
                      </a:solidFill>
                      <a:prstDash val="solid"/>
                      <a:round/>
                    </a:lnT>
                    <a:lnB w="6350" cap="flat" cmpd="sng" algn="ctr">
                      <a:solidFill>
                        <a:srgbClr val="7F7F7F"/>
                      </a:solidFill>
                      <a:prstDash val="solid"/>
                      <a:round/>
                    </a:lnB>
                    <a:lnTlToBr>
                      <a:noFill/>
                    </a:lnTlToBr>
                    <a:lnBlToTr>
                      <a:noFill/>
                    </a:lnBlToTr>
                    <a:solidFill>
                      <a:schemeClr val="bg1">
                        <a:lumMod val="95000"/>
                      </a:schemeClr>
                    </a:solidFill>
                  </a:tcPr>
                </a:tc>
                <a:extLst>
                  <a:ext uri="{0D108BD9-81ED-4DB2-BD59-A6C34878D82A}">
                    <a16:rowId xmlns:a16="http://schemas.microsoft.com/office/drawing/2014/main" val="10001"/>
                  </a:ext>
                </a:extLst>
              </a:tr>
              <a:tr h="259264">
                <a:tc>
                  <a:txBody>
                    <a:bodyPr/>
                    <a:lstStyle/>
                    <a:p>
                      <a:pPr marL="0" marR="0" lvl="0" indent="0" algn="ctr" defTabSz="914400" rtl="0" eaLnBrk="0" latinLnBrk="1" hangingPunct="0">
                        <a:lnSpc>
                          <a:spcPct val="100000"/>
                        </a:lnSpc>
                        <a:spcBef>
                          <a:spcPct val="0"/>
                        </a:spcBef>
                        <a:spcAft>
                          <a:spcPct val="0"/>
                        </a:spcAft>
                        <a:buClrTx/>
                        <a:buFontTx/>
                        <a:buNone/>
                        <a:defRPr/>
                      </a:pPr>
                      <a:r>
                        <a:rPr kumimoji="1" lang="en-US" altLang="ko-KR" sz="800" b="1" i="0" u="none" strike="noStrike" cap="none" normalizeH="0" baseline="0">
                          <a:solidFill>
                            <a:schemeClr val="tx1"/>
                          </a:solidFill>
                          <a:effectLst/>
                          <a:latin typeface="KoPub돋움체 Light"/>
                          <a:ea typeface="KoPub돋움체 Light"/>
                          <a:sym typeface="Wingdings 2"/>
                        </a:rPr>
                        <a:t>A1</a:t>
                      </a:r>
                      <a:endParaRPr kumimoji="1" lang="en-US" altLang="ko-KR" sz="800" b="1" i="0" u="none" strike="noStrike" cap="none" normalizeH="0" baseline="0">
                        <a:solidFill>
                          <a:schemeClr val="tx1"/>
                        </a:solidFill>
                        <a:latin typeface="KoPub돋움체 Light"/>
                        <a:ea typeface="KoPub돋움체 Light"/>
                        <a:sym typeface="Wingdings 2"/>
                      </a:endParaRPr>
                    </a:p>
                  </a:txBody>
                  <a:tcPr marL="0" marR="0" horzOverflow="overflow">
                    <a:lnL w="12700" cap="flat" cmpd="sng" algn="ctr">
                      <a:solidFill>
                        <a:schemeClr val="tx1"/>
                      </a:solidFill>
                      <a:prstDash val="solid"/>
                      <a:round/>
                    </a:lnL>
                    <a:lnR w="3175" cap="flat" cmpd="sng" algn="ctr">
                      <a:solidFill>
                        <a:srgbClr val="A6A6A6"/>
                      </a:solidFill>
                      <a:prstDash val="solid"/>
                      <a:round/>
                    </a:lnR>
                    <a:lnT w="6350" cap="flat" cmpd="sng" algn="ctr">
                      <a:solidFill>
                        <a:srgbClr val="7F7F7F"/>
                      </a:solidFill>
                      <a:prstDash val="solid"/>
                      <a:round/>
                    </a:lnT>
                    <a:lnB w="6350" cap="flat" cmpd="sng" algn="ctr">
                      <a:solidFill>
                        <a:srgbClr val="7F7F7F"/>
                      </a:solidFill>
                      <a:prstDash val="solid"/>
                      <a:round/>
                    </a:lnB>
                    <a:lnTlToBr>
                      <a:noFill/>
                    </a:lnTlToBr>
                    <a:lnBlToTr>
                      <a:noFill/>
                    </a:lnBlToTr>
                    <a:noFill/>
                  </a:tcPr>
                </a:tc>
                <a:tc>
                  <a:txBody>
                    <a:bodyPr/>
                    <a:lstStyle/>
                    <a:p>
                      <a:pPr marL="85725" marR="0" lvl="0" indent="-85725" algn="l" defTabSz="914400" rtl="0" eaLnBrk="0" latinLnBrk="0" hangingPunct="0">
                        <a:lnSpc>
                          <a:spcPct val="110000"/>
                        </a:lnSpc>
                        <a:spcBef>
                          <a:spcPts val="300"/>
                        </a:spcBef>
                        <a:spcAft>
                          <a:spcPct val="0"/>
                        </a:spcAft>
                        <a:buClrTx/>
                        <a:buFont typeface="Wingdings"/>
                        <a:buNone/>
                        <a:defRPr/>
                      </a:pPr>
                      <a:r>
                        <a:rPr kumimoji="1" lang="ko-KR" altLang="en-US" sz="800" b="0" i="0" u="none" strike="noStrike" kern="1200" cap="none" normalizeH="0" baseline="0">
                          <a:solidFill>
                            <a:schemeClr val="tx1"/>
                          </a:solidFill>
                          <a:effectLst/>
                          <a:latin typeface="KoPub돋움체 Light"/>
                          <a:ea typeface="KoPub돋움체 Light"/>
                          <a:sym typeface="Wingdings"/>
                        </a:rPr>
                        <a:t>다시 분석</a:t>
                      </a:r>
                      <a:endParaRPr kumimoji="1" lang="ko-KR" altLang="en-US" sz="800" b="0" i="0" u="none" strike="noStrike" kern="1200" cap="none" normalizeH="0" baseline="0">
                        <a:solidFill>
                          <a:schemeClr val="tx1"/>
                        </a:solidFill>
                        <a:latin typeface="KoPub돋움체 Light"/>
                        <a:ea typeface="KoPub돋움체 Light"/>
                        <a:sym typeface="Wingdings"/>
                      </a:endParaRPr>
                    </a:p>
                  </a:txBody>
                  <a:tcPr marL="54000" marR="0" marT="54000" marB="54000" horzOverflow="overflow">
                    <a:lnL w="3175" cap="flat" cmpd="sng" algn="ctr">
                      <a:solidFill>
                        <a:srgbClr val="A6A6A6"/>
                      </a:solidFill>
                      <a:prstDash val="solid"/>
                      <a:round/>
                    </a:lnL>
                    <a:lnR w="6350" cap="flat" cmpd="sng" algn="ctr">
                      <a:solidFill>
                        <a:srgbClr val="7F7F7F"/>
                      </a:solidFill>
                      <a:prstDash val="solid"/>
                      <a:round/>
                    </a:lnR>
                    <a:lnT w="6350" cap="flat" cmpd="sng" algn="ctr">
                      <a:solidFill>
                        <a:srgbClr val="7F7F7F"/>
                      </a:solidFill>
                      <a:prstDash val="solid"/>
                      <a:round/>
                    </a:lnT>
                    <a:lnB w="6350" cap="flat" cmpd="sng" algn="ctr">
                      <a:solidFill>
                        <a:srgbClr val="7F7F7F"/>
                      </a:solidFill>
                      <a:prstDash val="solid"/>
                      <a:round/>
                    </a:lnB>
                    <a:lnTlToBr>
                      <a:noFill/>
                    </a:lnTlToBr>
                    <a:lnBlToTr>
                      <a:noFill/>
                    </a:lnBlToTr>
                    <a:solidFill>
                      <a:schemeClr val="bg1"/>
                    </a:solidFill>
                  </a:tcPr>
                </a:tc>
                <a:tc>
                  <a:txBody>
                    <a:bodyPr/>
                    <a:lstStyle/>
                    <a:p>
                      <a:pPr marL="0" marR="0" lvl="0" indent="0" algn="l" defTabSz="914400" rtl="0" eaLnBrk="1" latinLnBrk="1" hangingPunct="1">
                        <a:lnSpc>
                          <a:spcPct val="100000"/>
                        </a:lnSpc>
                        <a:spcBef>
                          <a:spcPts val="0"/>
                        </a:spcBef>
                        <a:spcAft>
                          <a:spcPts val="0"/>
                        </a:spcAft>
                        <a:buClrTx/>
                        <a:buFontTx/>
                        <a:buNone/>
                        <a:defRPr/>
                      </a:pPr>
                      <a:r>
                        <a:rPr lang="ko-KR" altLang="en-US" sz="800">
                          <a:latin typeface="KoPub돋움체 Light"/>
                          <a:ea typeface="KoPub돋움체 Light"/>
                          <a:cs typeface="+mn-cs"/>
                        </a:rPr>
                        <a:t>이번 분석 결과를 저장하지 않고</a:t>
                      </a:r>
                      <a:r>
                        <a:rPr lang="en-US" altLang="ko-KR" sz="800">
                          <a:latin typeface="KoPub돋움체 Light"/>
                          <a:ea typeface="KoPub돋움체 Light"/>
                          <a:cs typeface="+mn-cs"/>
                        </a:rPr>
                        <a:t>,</a:t>
                      </a:r>
                      <a:r>
                        <a:rPr lang="ko-KR" altLang="en-US" sz="800">
                          <a:latin typeface="KoPub돋움체 Light"/>
                          <a:ea typeface="KoPub돋움체 Light"/>
                          <a:cs typeface="+mn-cs"/>
                        </a:rPr>
                        <a:t> 다른 사진으로 음식 분석을 한다</a:t>
                      </a:r>
                      <a:r>
                        <a:rPr lang="en-US" altLang="ko-KR" sz="800">
                          <a:latin typeface="KoPub돋움체 Light"/>
                          <a:ea typeface="KoPub돋움체 Light"/>
                          <a:cs typeface="+mn-cs"/>
                        </a:rPr>
                        <a:t>.</a:t>
                      </a:r>
                    </a:p>
                  </a:txBody>
                  <a:tcPr marL="54000" marR="54000" marT="54000" marB="54000" horzOverflow="overflow">
                    <a:lnL w="6350" cap="flat" cmpd="sng" algn="ctr">
                      <a:solidFill>
                        <a:srgbClr val="7F7F7F"/>
                      </a:solidFill>
                      <a:prstDash val="solid"/>
                      <a:round/>
                    </a:lnL>
                    <a:lnR w="12700" cap="flat" cmpd="sng" algn="ctr">
                      <a:solidFill>
                        <a:schemeClr val="tx1"/>
                      </a:solidFill>
                      <a:prstDash val="solid"/>
                      <a:round/>
                    </a:lnR>
                    <a:lnT w="6350" cap="flat" cmpd="sng" algn="ctr">
                      <a:solidFill>
                        <a:srgbClr val="7F7F7F"/>
                      </a:solidFill>
                      <a:prstDash val="solid"/>
                      <a:round/>
                    </a:lnT>
                    <a:lnB w="6350" cap="flat" cmpd="sng" algn="ctr">
                      <a:solidFill>
                        <a:srgbClr val="7F7F7F"/>
                      </a:solidFill>
                      <a:prstDash val="solid"/>
                      <a:round/>
                    </a:lnB>
                    <a:lnTlToBr>
                      <a:noFill/>
                    </a:lnTlToBr>
                    <a:lnBlToTr>
                      <a:noFill/>
                    </a:lnBlToTr>
                    <a:solidFill>
                      <a:schemeClr val="bg1"/>
                    </a:solidFill>
                  </a:tcPr>
                </a:tc>
                <a:extLst>
                  <a:ext uri="{0D108BD9-81ED-4DB2-BD59-A6C34878D82A}">
                    <a16:rowId xmlns:a16="http://schemas.microsoft.com/office/drawing/2014/main" val="10002"/>
                  </a:ext>
                </a:extLst>
              </a:tr>
              <a:tr h="342587">
                <a:tc>
                  <a:txBody>
                    <a:bodyPr/>
                    <a:lstStyle/>
                    <a:p>
                      <a:pPr marL="0" marR="0" lvl="0" indent="0" algn="ctr" defTabSz="914400" rtl="0" eaLnBrk="0" latinLnBrk="1" hangingPunct="0">
                        <a:lnSpc>
                          <a:spcPct val="100000"/>
                        </a:lnSpc>
                        <a:spcBef>
                          <a:spcPct val="0"/>
                        </a:spcBef>
                        <a:spcAft>
                          <a:spcPct val="0"/>
                        </a:spcAft>
                        <a:buClrTx/>
                        <a:buFontTx/>
                        <a:buNone/>
                        <a:defRPr/>
                      </a:pPr>
                      <a:r>
                        <a:rPr kumimoji="1" lang="en-US" altLang="ko-KR" sz="800" b="1" i="0" u="none" strike="noStrike" cap="none" normalizeH="0" baseline="0">
                          <a:solidFill>
                            <a:schemeClr val="tx1"/>
                          </a:solidFill>
                          <a:latin typeface="KoPub돋움체 Light"/>
                          <a:ea typeface="KoPub돋움체 Light"/>
                          <a:sym typeface="Wingdings 2"/>
                        </a:rPr>
                        <a:t>A2</a:t>
                      </a:r>
                    </a:p>
                  </a:txBody>
                  <a:tcPr marL="0" marR="0" horzOverflow="overflow">
                    <a:lnL w="12700" cap="flat" cmpd="sng" algn="ctr">
                      <a:solidFill>
                        <a:schemeClr val="tx1"/>
                      </a:solidFill>
                      <a:prstDash val="solid"/>
                      <a:round/>
                    </a:lnL>
                    <a:lnR w="3175" cap="flat" cmpd="sng" algn="ctr">
                      <a:solidFill>
                        <a:srgbClr val="A6A6A6"/>
                      </a:solidFill>
                      <a:prstDash val="solid"/>
                      <a:round/>
                    </a:lnR>
                    <a:lnT w="6350" cap="flat" cmpd="sng" algn="ctr">
                      <a:solidFill>
                        <a:srgbClr val="7F7F7F"/>
                      </a:solidFill>
                      <a:prstDash val="solid"/>
                      <a:round/>
                    </a:lnT>
                    <a:lnB w="6350" cap="flat" cmpd="sng" algn="ctr">
                      <a:solidFill>
                        <a:srgbClr val="7F7F7F"/>
                      </a:solidFill>
                      <a:prstDash val="solid"/>
                      <a:round/>
                    </a:lnB>
                    <a:lnTlToBr>
                      <a:noFill/>
                    </a:lnTlToBr>
                    <a:lnBlToTr>
                      <a:noFill/>
                    </a:lnBlToTr>
                    <a:noFill/>
                  </a:tcPr>
                </a:tc>
                <a:tc>
                  <a:txBody>
                    <a:bodyPr/>
                    <a:lstStyle/>
                    <a:p>
                      <a:pPr marL="85725" marR="0" lvl="0" indent="-85725" algn="l" defTabSz="914400" rtl="0" eaLnBrk="0" latinLnBrk="0" hangingPunct="0">
                        <a:lnSpc>
                          <a:spcPct val="110000"/>
                        </a:lnSpc>
                        <a:spcBef>
                          <a:spcPts val="300"/>
                        </a:spcBef>
                        <a:spcAft>
                          <a:spcPct val="0"/>
                        </a:spcAft>
                        <a:buClrTx/>
                        <a:buFont typeface="Wingdings"/>
                        <a:buNone/>
                        <a:defRPr/>
                      </a:pPr>
                      <a:r>
                        <a:rPr kumimoji="1" lang="ko-KR" altLang="en-US" sz="800" b="0" i="0" u="none" strike="noStrike" kern="1200" cap="none" normalizeH="0" baseline="0">
                          <a:solidFill>
                            <a:schemeClr val="tx1"/>
                          </a:solidFill>
                          <a:effectLst/>
                          <a:latin typeface="KoPub돋움체 Light"/>
                          <a:ea typeface="KoPub돋움체 Light"/>
                          <a:sym typeface="Wingdings"/>
                        </a:rPr>
                        <a:t>음식 저장</a:t>
                      </a:r>
                      <a:endParaRPr kumimoji="1" lang="ko-KR" altLang="en-US" sz="800" b="0" i="0" u="none" strike="noStrike" kern="1200" cap="none" normalizeH="0" baseline="0">
                        <a:solidFill>
                          <a:schemeClr val="tx1"/>
                        </a:solidFill>
                        <a:latin typeface="KoPub돋움체 Light"/>
                        <a:ea typeface="KoPub돋움체 Light"/>
                        <a:sym typeface="Wingdings"/>
                      </a:endParaRPr>
                    </a:p>
                  </a:txBody>
                  <a:tcPr marL="54000" marR="0" marT="54000" marB="54000" horzOverflow="overflow">
                    <a:lnL w="3175" cap="flat" cmpd="sng" algn="ctr">
                      <a:solidFill>
                        <a:srgbClr val="A6A6A6"/>
                      </a:solidFill>
                      <a:prstDash val="solid"/>
                      <a:round/>
                    </a:lnL>
                    <a:lnR w="6350" cap="flat" cmpd="sng" algn="ctr">
                      <a:solidFill>
                        <a:srgbClr val="7F7F7F"/>
                      </a:solidFill>
                      <a:prstDash val="solid"/>
                      <a:round/>
                    </a:lnR>
                    <a:lnT w="6350" cap="flat" cmpd="sng" algn="ctr">
                      <a:solidFill>
                        <a:srgbClr val="7F7F7F"/>
                      </a:solidFill>
                      <a:prstDash val="solid"/>
                      <a:round/>
                    </a:lnT>
                    <a:lnB w="6350" cap="flat" cmpd="sng" algn="ctr">
                      <a:solidFill>
                        <a:srgbClr val="7F7F7F"/>
                      </a:solidFill>
                      <a:prstDash val="solid"/>
                      <a:round/>
                    </a:lnB>
                    <a:lnTlToBr>
                      <a:noFill/>
                    </a:lnTlToBr>
                    <a:lnBlToTr>
                      <a:noFill/>
                    </a:lnBlToTr>
                    <a:solidFill>
                      <a:schemeClr val="bg1"/>
                    </a:solidFill>
                  </a:tcPr>
                </a:tc>
                <a:tc>
                  <a:txBody>
                    <a:bodyPr/>
                    <a:lstStyle/>
                    <a:p>
                      <a:pPr marL="0" marR="0" lvl="0" indent="0" algn="l" defTabSz="914400" rtl="0" eaLnBrk="1" latinLnBrk="1" hangingPunct="1">
                        <a:lnSpc>
                          <a:spcPct val="100000"/>
                        </a:lnSpc>
                        <a:spcBef>
                          <a:spcPts val="0"/>
                        </a:spcBef>
                        <a:spcAft>
                          <a:spcPts val="0"/>
                        </a:spcAft>
                        <a:buClrTx/>
                        <a:buFontTx/>
                        <a:buNone/>
                        <a:defRPr/>
                      </a:pPr>
                      <a:r>
                        <a:rPr lang="ko-KR" altLang="en-US" sz="800">
                          <a:latin typeface="KoPub돋움체 Light"/>
                          <a:ea typeface="KoPub돋움체 Light"/>
                          <a:cs typeface="+mn-cs"/>
                        </a:rPr>
                        <a:t>분석 결과가 나온 음식을 식단 추천을 위해 저장한다</a:t>
                      </a:r>
                      <a:r>
                        <a:rPr lang="en-US" altLang="ko-KR" sz="800">
                          <a:latin typeface="KoPub돋움체 Light"/>
                          <a:ea typeface="KoPub돋움체 Light"/>
                          <a:cs typeface="+mn-cs"/>
                        </a:rPr>
                        <a:t>.</a:t>
                      </a:r>
                      <a:r>
                        <a:rPr lang="ko-KR" altLang="en-US" sz="800">
                          <a:latin typeface="KoPub돋움체 Light"/>
                          <a:ea typeface="KoPub돋움체 Light"/>
                          <a:cs typeface="+mn-cs"/>
                        </a:rPr>
                        <a:t> </a:t>
                      </a:r>
                      <a:r>
                        <a:rPr lang="en-US" altLang="ko-KR" sz="800">
                          <a:latin typeface="KoPub돋움체 Light"/>
                          <a:ea typeface="KoPub돋움체 Light"/>
                          <a:cs typeface="+mn-cs"/>
                        </a:rPr>
                        <a:t>V1</a:t>
                      </a:r>
                      <a:r>
                        <a:rPr lang="ko-KR" altLang="en-US" sz="800">
                          <a:latin typeface="KoPub돋움체 Light"/>
                          <a:ea typeface="KoPub돋움체 Light"/>
                          <a:cs typeface="+mn-cs"/>
                        </a:rPr>
                        <a:t>에서 지정한 식사시간이 있을 경우</a:t>
                      </a:r>
                      <a:r>
                        <a:rPr lang="en-US" altLang="ko-KR" sz="800">
                          <a:latin typeface="KoPub돋움체 Light"/>
                          <a:ea typeface="KoPub돋움체 Light"/>
                          <a:cs typeface="+mn-cs"/>
                        </a:rPr>
                        <a:t>,</a:t>
                      </a:r>
                      <a:r>
                        <a:rPr lang="ko-KR" altLang="en-US" sz="800">
                          <a:latin typeface="KoPub돋움체 Light"/>
                          <a:ea typeface="KoPub돋움체 Light"/>
                          <a:cs typeface="+mn-cs"/>
                        </a:rPr>
                        <a:t> 그 정도보 함께 저장한다</a:t>
                      </a:r>
                      <a:r>
                        <a:rPr lang="en-US" altLang="ko-KR" sz="800">
                          <a:latin typeface="KoPub돋움체 Light"/>
                          <a:ea typeface="KoPub돋움체 Light"/>
                          <a:cs typeface="+mn-cs"/>
                        </a:rPr>
                        <a:t>.</a:t>
                      </a:r>
                    </a:p>
                  </a:txBody>
                  <a:tcPr marL="54000" marR="54000" marT="54000" marB="54000" horzOverflow="overflow">
                    <a:lnL w="6350" cap="flat" cmpd="sng" algn="ctr">
                      <a:solidFill>
                        <a:srgbClr val="7F7F7F"/>
                      </a:solidFill>
                      <a:prstDash val="solid"/>
                      <a:round/>
                    </a:lnL>
                    <a:lnR w="12700" cap="flat" cmpd="sng" algn="ctr">
                      <a:solidFill>
                        <a:schemeClr val="tx1"/>
                      </a:solidFill>
                      <a:prstDash val="solid"/>
                      <a:round/>
                    </a:lnR>
                    <a:lnT w="6350" cap="flat" cmpd="sng" algn="ctr">
                      <a:solidFill>
                        <a:srgbClr val="7F7F7F"/>
                      </a:solidFill>
                      <a:prstDash val="solid"/>
                      <a:round/>
                    </a:lnT>
                    <a:lnB w="6350" cap="flat" cmpd="sng" algn="ctr">
                      <a:solidFill>
                        <a:srgbClr val="7F7F7F"/>
                      </a:solidFill>
                      <a:prstDash val="solid"/>
                      <a:round/>
                    </a:lnB>
                    <a:lnTlToBr>
                      <a:noFill/>
                    </a:lnTlToBr>
                    <a:lnBlToTr>
                      <a:noFill/>
                    </a:lnBlToTr>
                    <a:solidFill>
                      <a:schemeClr val="bg1"/>
                    </a:solidFill>
                  </a:tcPr>
                </a:tc>
                <a:extLst>
                  <a:ext uri="{0D108BD9-81ED-4DB2-BD59-A6C34878D82A}">
                    <a16:rowId xmlns:a16="http://schemas.microsoft.com/office/drawing/2014/main" val="10003"/>
                  </a:ext>
                </a:extLst>
              </a:tr>
              <a:tr h="259264">
                <a:tc>
                  <a:txBody>
                    <a:bodyPr/>
                    <a:lstStyle/>
                    <a:p>
                      <a:pPr marL="0" marR="0" lvl="0" indent="0" algn="ctr" defTabSz="914400" rtl="0" eaLnBrk="0" latinLnBrk="1" hangingPunct="0">
                        <a:lnSpc>
                          <a:spcPct val="100000"/>
                        </a:lnSpc>
                        <a:spcBef>
                          <a:spcPct val="0"/>
                        </a:spcBef>
                        <a:spcAft>
                          <a:spcPct val="0"/>
                        </a:spcAft>
                        <a:buClrTx/>
                        <a:buFontTx/>
                        <a:buNone/>
                        <a:defRPr/>
                      </a:pPr>
                      <a:r>
                        <a:rPr kumimoji="1" lang="en-US" altLang="ko-KR" sz="800" b="1" i="0" u="none" strike="noStrike" cap="none" normalizeH="0" baseline="0">
                          <a:solidFill>
                            <a:schemeClr val="tx1"/>
                          </a:solidFill>
                          <a:effectLst/>
                          <a:latin typeface="KoPub돋움체 Light"/>
                          <a:ea typeface="KoPub돋움체 Light"/>
                          <a:sym typeface="Wingdings 2"/>
                        </a:rPr>
                        <a:t>A3</a:t>
                      </a:r>
                      <a:endParaRPr kumimoji="1" lang="en-US" altLang="ko-KR" sz="800" b="1" i="0" u="none" strike="noStrike" cap="none" normalizeH="0" baseline="0">
                        <a:solidFill>
                          <a:schemeClr val="tx1"/>
                        </a:solidFill>
                        <a:latin typeface="KoPub돋움체 Light"/>
                        <a:ea typeface="KoPub돋움체 Light"/>
                        <a:sym typeface="Wingdings 2"/>
                      </a:endParaRPr>
                    </a:p>
                  </a:txBody>
                  <a:tcPr marL="0" marR="0" horzOverflow="overflow">
                    <a:lnL w="12700" cap="flat" cmpd="sng" algn="ctr">
                      <a:solidFill>
                        <a:schemeClr val="tx1"/>
                      </a:solidFill>
                      <a:prstDash val="solid"/>
                      <a:round/>
                    </a:lnL>
                    <a:lnR w="3175" cap="flat" cmpd="sng" algn="ctr">
                      <a:solidFill>
                        <a:srgbClr val="A6A6A6"/>
                      </a:solidFill>
                      <a:prstDash val="solid"/>
                      <a:round/>
                    </a:lnR>
                    <a:lnT w="6350" cap="flat" cmpd="sng" algn="ctr">
                      <a:solidFill>
                        <a:srgbClr val="7F7F7F"/>
                      </a:solidFill>
                      <a:prstDash val="solid"/>
                      <a:round/>
                    </a:lnT>
                    <a:lnB w="12700" cap="flat" cmpd="sng" algn="ctr">
                      <a:solidFill>
                        <a:schemeClr val="tx1"/>
                      </a:solidFill>
                      <a:prstDash val="solid"/>
                      <a:round/>
                    </a:lnB>
                    <a:lnTlToBr>
                      <a:noFill/>
                    </a:lnTlToBr>
                    <a:lnBlToTr>
                      <a:noFill/>
                    </a:lnBlToTr>
                    <a:noFill/>
                  </a:tcPr>
                </a:tc>
                <a:tc>
                  <a:txBody>
                    <a:bodyPr/>
                    <a:lstStyle/>
                    <a:p>
                      <a:pPr lvl="0">
                        <a:defRPr/>
                      </a:pPr>
                      <a:r>
                        <a:rPr lang="ko-KR" altLang="en-US" sz="800">
                          <a:latin typeface="KoPub돋움체 Light"/>
                          <a:ea typeface="KoPub돋움체 Light"/>
                          <a:cs typeface="+mn-cs"/>
                        </a:rPr>
                        <a:t>음식 저장</a:t>
                      </a:r>
                    </a:p>
                    <a:p>
                      <a:pPr lvl="0">
                        <a:defRPr/>
                      </a:pPr>
                      <a:r>
                        <a:rPr lang="ko-KR" altLang="en-US" sz="800">
                          <a:latin typeface="KoPub돋움체 Light"/>
                          <a:ea typeface="KoPub돋움체 Light"/>
                          <a:cs typeface="+mn-cs"/>
                        </a:rPr>
                        <a:t>확인</a:t>
                      </a:r>
                    </a:p>
                  </a:txBody>
                  <a:tcPr marL="54000" marR="54000" marT="54000" marB="54000" horzOverflow="overflow">
                    <a:lnL w="3175" cap="flat" cmpd="sng" algn="ctr">
                      <a:solidFill>
                        <a:srgbClr val="A6A6A6"/>
                      </a:solidFill>
                      <a:prstDash val="solid"/>
                      <a:round/>
                    </a:lnL>
                    <a:lnR w="6350" cap="flat" cmpd="sng" algn="ctr">
                      <a:solidFill>
                        <a:srgbClr val="7F7F7F"/>
                      </a:solidFill>
                      <a:prstDash val="solid"/>
                      <a:round/>
                    </a:lnR>
                    <a:lnT w="6350" cap="flat" cmpd="sng" algn="ctr">
                      <a:solidFill>
                        <a:srgbClr val="7F7F7F"/>
                      </a:solidFill>
                      <a:prstDash val="solid"/>
                      <a:round/>
                    </a:lnT>
                    <a:lnB w="12700" cap="flat" cmpd="sng" algn="ctr">
                      <a:solidFill>
                        <a:schemeClr val="tx1"/>
                      </a:solidFill>
                      <a:prstDash val="solid"/>
                      <a:round/>
                    </a:lnB>
                    <a:lnTlToBr>
                      <a:noFill/>
                    </a:lnTlToBr>
                    <a:lnBlToTr>
                      <a:noFill/>
                    </a:lnBlToTr>
                    <a:solidFill>
                      <a:schemeClr val="bg1"/>
                    </a:solidFill>
                  </a:tcPr>
                </a:tc>
                <a:tc>
                  <a:txBody>
                    <a:bodyPr/>
                    <a:lstStyle/>
                    <a:p>
                      <a:pPr marL="0" marR="0" lvl="0" indent="0" algn="l" defTabSz="914400" rtl="0" eaLnBrk="1" latinLnBrk="1" hangingPunct="1">
                        <a:lnSpc>
                          <a:spcPct val="100000"/>
                        </a:lnSpc>
                        <a:spcBef>
                          <a:spcPts val="0"/>
                        </a:spcBef>
                        <a:spcAft>
                          <a:spcPts val="0"/>
                        </a:spcAft>
                        <a:buClrTx/>
                        <a:buFontTx/>
                        <a:buNone/>
                        <a:defRPr/>
                      </a:pPr>
                      <a:r>
                        <a:rPr lang="ko-KR" altLang="en-US" sz="800">
                          <a:latin typeface="KoPub돋움체 Light"/>
                          <a:ea typeface="KoPub돋움체 Light"/>
                          <a:cs typeface="+mn-cs"/>
                        </a:rPr>
                        <a:t>음식 정보가 저장되었음을 확인</a:t>
                      </a:r>
                      <a:r>
                        <a:rPr lang="en-US" altLang="ko-KR" sz="800">
                          <a:latin typeface="KoPub돋움체 Light"/>
                          <a:ea typeface="KoPub돋움체 Light"/>
                          <a:cs typeface="+mn-cs"/>
                        </a:rPr>
                        <a:t>.</a:t>
                      </a:r>
                      <a:r>
                        <a:rPr lang="ko-KR" altLang="en-US" sz="800">
                          <a:latin typeface="KoPub돋움체 Light"/>
                          <a:ea typeface="KoPub돋움체 Light"/>
                          <a:cs typeface="+mn-cs"/>
                        </a:rPr>
                        <a:t> 버튼을 누르면 식단 추천 화면으로 넘어간다</a:t>
                      </a:r>
                      <a:r>
                        <a:rPr lang="en-US" altLang="ko-KR" sz="800">
                          <a:latin typeface="KoPub돋움체 Light"/>
                          <a:ea typeface="KoPub돋움체 Light"/>
                          <a:cs typeface="+mn-cs"/>
                        </a:rPr>
                        <a:t>.</a:t>
                      </a:r>
                    </a:p>
                  </a:txBody>
                  <a:tcPr marL="54000" marR="54000" marT="54000" marB="54000" horzOverflow="overflow">
                    <a:lnL w="6350" cap="flat" cmpd="sng" algn="ctr">
                      <a:solidFill>
                        <a:srgbClr val="7F7F7F"/>
                      </a:solidFill>
                      <a:prstDash val="solid"/>
                      <a:round/>
                    </a:lnL>
                    <a:lnR w="12700" cap="flat" cmpd="sng" algn="ctr">
                      <a:solidFill>
                        <a:schemeClr val="tx1"/>
                      </a:solidFill>
                      <a:prstDash val="solid"/>
                      <a:round/>
                    </a:lnR>
                    <a:lnT w="6350" cap="flat" cmpd="sng" algn="ctr">
                      <a:solidFill>
                        <a:srgbClr val="7F7F7F"/>
                      </a:solidFill>
                      <a:prstDash val="solid"/>
                      <a:round/>
                    </a:lnT>
                    <a:lnB w="12700" cap="flat" cmpd="sng" algn="ctr">
                      <a:solidFill>
                        <a:schemeClr val="tx1"/>
                      </a:solidFill>
                      <a:prstDash val="solid"/>
                      <a:round/>
                    </a:lnB>
                    <a:lnTlToBr>
                      <a:noFill/>
                    </a:lnTlToBr>
                    <a:lnBlToTr>
                      <a:noFill/>
                    </a:lnBlToTr>
                    <a:solidFill>
                      <a:schemeClr val="bg1"/>
                    </a:solidFill>
                  </a:tcPr>
                </a:tc>
                <a:extLst>
                  <a:ext uri="{0D108BD9-81ED-4DB2-BD59-A6C34878D82A}">
                    <a16:rowId xmlns:a16="http://schemas.microsoft.com/office/drawing/2014/main" val="10004"/>
                  </a:ext>
                </a:extLst>
              </a:tr>
            </a:tbl>
          </a:graphicData>
        </a:graphic>
      </p:graphicFrame>
      <p:sp>
        <p:nvSpPr>
          <p:cNvPr id="256" name="Google Shape;68;p15"/>
          <p:cNvSpPr txBox="1">
            <a:spLocks noGrp="1"/>
          </p:cNvSpPr>
          <p:nvPr/>
        </p:nvSpPr>
        <p:spPr>
          <a:xfrm>
            <a:off x="149867" y="0"/>
            <a:ext cx="8844266" cy="295272"/>
          </a:xfrm>
          <a:prstGeom prst="rect">
            <a:avLst/>
          </a:prstGeom>
          <a:solidFill>
            <a:srgbClr val="0B0B1A"/>
          </a:solidFill>
        </p:spPr>
        <p:txBody>
          <a:bodyPr vert="horz" wrap="square" lIns="91424" tIns="91424" rIns="91424" bIns="91424" anchor="t" anchorCtr="0">
            <a:noAutofit/>
          </a:bodyPr>
          <a:lstStyle/>
          <a:p>
            <a:pPr marL="68580" lvl="0" indent="0" algn="l" defTabSz="685800" rtl="0" eaLnBrk="1" latinLnBrk="1" hangingPunct="1">
              <a:lnSpc>
                <a:spcPct val="90000"/>
              </a:lnSpc>
              <a:spcBef>
                <a:spcPts val="0"/>
              </a:spcBef>
              <a:spcAft>
                <a:spcPts val="0"/>
              </a:spcAft>
              <a:buSzPct val="100000"/>
              <a:buNone/>
              <a:defRPr/>
            </a:pPr>
            <a:r>
              <a:rPr kumimoji="0" lang="en-US" altLang="ko-KR" sz="1600" b="1" i="0" u="none" strike="noStrike" kern="1200" cap="none" spc="0" normalizeH="0" baseline="0">
                <a:solidFill>
                  <a:schemeClr val="lt1"/>
                </a:solidFill>
                <a:latin typeface="KoPub돋움체 Light"/>
                <a:ea typeface="KoPub돋움체 Light"/>
                <a:cs typeface="+mn-cs"/>
              </a:rPr>
              <a:t>10.</a:t>
            </a:r>
            <a:r>
              <a:rPr kumimoji="0" lang="ko-KR" altLang="en-US" sz="1600" b="1" i="0" u="none" strike="noStrike" kern="1200" cap="none" spc="0" normalizeH="0" baseline="0">
                <a:solidFill>
                  <a:schemeClr val="lt1"/>
                </a:solidFill>
                <a:latin typeface="KoPub돋움체 Light"/>
                <a:ea typeface="KoPub돋움체 Light"/>
                <a:cs typeface="+mn-cs"/>
              </a:rPr>
              <a:t> 주요 서비스 화면</a:t>
            </a:r>
          </a:p>
        </p:txBody>
      </p:sp>
      <p:graphicFrame>
        <p:nvGraphicFramePr>
          <p:cNvPr id="257" name="표 166"/>
          <p:cNvGraphicFramePr/>
          <p:nvPr/>
        </p:nvGraphicFramePr>
        <p:xfrm>
          <a:off x="6182338" y="4182506"/>
          <a:ext cx="2744027" cy="456615"/>
        </p:xfrm>
        <a:graphic>
          <a:graphicData uri="http://schemas.openxmlformats.org/drawingml/2006/table">
            <a:tbl>
              <a:tblPr firstRow="1" bandRow="1"/>
              <a:tblGrid>
                <a:gridCol w="330848">
                  <a:extLst>
                    <a:ext uri="{9D8B030D-6E8A-4147-A177-3AD203B41FA5}">
                      <a16:colId xmlns:a16="http://schemas.microsoft.com/office/drawing/2014/main" val="20000"/>
                    </a:ext>
                  </a:extLst>
                </a:gridCol>
                <a:gridCol w="2413179">
                  <a:extLst>
                    <a:ext uri="{9D8B030D-6E8A-4147-A177-3AD203B41FA5}">
                      <a16:colId xmlns:a16="http://schemas.microsoft.com/office/drawing/2014/main" val="20001"/>
                    </a:ext>
                  </a:extLst>
                </a:gridCol>
              </a:tblGrid>
              <a:tr h="215265">
                <a:tc gridSpan="2">
                  <a:txBody>
                    <a:bodyPr/>
                    <a:lstStyle/>
                    <a:p>
                      <a:pPr marL="0" marR="0" lvl="0" indent="0" algn="l" defTabSz="914400" rtl="0" eaLnBrk="0" latinLnBrk="1" hangingPunct="0">
                        <a:lnSpc>
                          <a:spcPct val="100000"/>
                        </a:lnSpc>
                        <a:spcBef>
                          <a:spcPct val="0"/>
                        </a:spcBef>
                        <a:spcAft>
                          <a:spcPct val="0"/>
                        </a:spcAft>
                        <a:buClrTx/>
                        <a:buFontTx/>
                        <a:buNone/>
                        <a:defRPr/>
                      </a:pPr>
                      <a:r>
                        <a:rPr kumimoji="1" lang="en-US" altLang="ko-KR" sz="800" b="0" i="0" u="none" strike="noStrike" cap="none" normalizeH="0" baseline="0">
                          <a:solidFill>
                            <a:schemeClr val="tx1"/>
                          </a:solidFill>
                          <a:effectLst/>
                          <a:latin typeface="KoPub돋움체 Light"/>
                          <a:ea typeface="KoPub돋움체 Light"/>
                          <a:sym typeface="Wingdings 2"/>
                        </a:rPr>
                        <a:t> Code</a:t>
                      </a:r>
                      <a:endParaRPr kumimoji="1" lang="en-US" altLang="ko-KR" sz="800" b="0" i="0" u="none" strike="noStrike" cap="none" normalizeH="0" baseline="0">
                        <a:solidFill>
                          <a:schemeClr val="tx1"/>
                        </a:solidFill>
                        <a:latin typeface="KoPub돋움체 Light"/>
                        <a:ea typeface="KoPub돋움체 Light"/>
                        <a:sym typeface="Wingdings 2"/>
                      </a:endParaRPr>
                    </a:p>
                  </a:txBody>
                  <a:tcPr marL="0" marR="0" horzOverflow="overflow">
                    <a:lnL w="12700" cap="flat" cmpd="sng" algn="ctr">
                      <a:solidFill>
                        <a:schemeClr val="tx1"/>
                      </a:solidFill>
                      <a:prstDash val="solid"/>
                      <a:round/>
                    </a:lnL>
                    <a:lnR w="12700" cap="flat" cmpd="sng" algn="ctr">
                      <a:solidFill>
                        <a:schemeClr val="tx1"/>
                      </a:solidFill>
                      <a:prstDash val="solid"/>
                      <a:round/>
                    </a:lnR>
                    <a:lnT w="12700" cap="flat" cmpd="sng" algn="ctr">
                      <a:solidFill>
                        <a:schemeClr val="tx1"/>
                      </a:solidFill>
                      <a:prstDash val="solid"/>
                      <a:round/>
                    </a:lnT>
                    <a:lnB w="6350" cap="flat" cmpd="sng" algn="ctr">
                      <a:solidFill>
                        <a:srgbClr val="7F7F7F"/>
                      </a:solidFill>
                      <a:prstDash val="solid"/>
                      <a:round/>
                    </a:lnB>
                    <a:lnTlToBr>
                      <a:noFill/>
                    </a:lnTlToBr>
                    <a:lnBlToTr>
                      <a:noFill/>
                    </a:lnBlToTr>
                    <a:solidFill>
                      <a:srgbClr val="BAFF1A"/>
                    </a:solidFill>
                  </a:tcPr>
                </a:tc>
                <a:tc hMerge="1">
                  <a:txBody>
                    <a:bodyPr/>
                    <a:lstStyle/>
                    <a:p>
                      <a:pPr marL="85725" marR="0" lvl="0" indent="-85725" algn="l" defTabSz="914400" rtl="0" eaLnBrk="0" latinLnBrk="0" hangingPunct="0">
                        <a:lnSpc>
                          <a:spcPct val="110000"/>
                        </a:lnSpc>
                        <a:spcBef>
                          <a:spcPts val="300"/>
                        </a:spcBef>
                        <a:spcAft>
                          <a:spcPct val="0"/>
                        </a:spcAft>
                        <a:buClrTx/>
                        <a:buFont typeface="Wingdings"/>
                        <a:buNone/>
                        <a:defRPr/>
                      </a:pPr>
                      <a:endParaRPr kumimoji="1" lang="en-US" altLang="ko-KR" sz="800" b="0" i="0" u="none" strike="noStrike" kern="1200" cap="none" normalizeH="0" baseline="0">
                        <a:solidFill>
                          <a:schemeClr val="tx1"/>
                        </a:solidFill>
                        <a:effectLst/>
                        <a:latin typeface="나눔고딕"/>
                        <a:ea typeface="나눔고딕"/>
                        <a:cs typeface="+mn-cs"/>
                        <a:sym typeface="Wingdings"/>
                      </a:endParaRPr>
                    </a:p>
                  </a:txBody>
                  <a:tcPr marL="54000" marR="54000" marT="54000" marB="54000" horzOverflow="overflow">
                    <a:lnL w="3175" cap="flat" cmpd="sng" algn="ctr">
                      <a:solidFill>
                        <a:srgbClr val="A6A6A6"/>
                      </a:solidFill>
                      <a:prstDash val="solid"/>
                      <a:round/>
                    </a:lnL>
                    <a:lnR w="6350" cap="flat" cmpd="sng" algn="ctr">
                      <a:solidFill>
                        <a:srgbClr val="7F7F7F"/>
                      </a:solidFill>
                      <a:prstDash val="solid"/>
                      <a:round/>
                    </a:lnR>
                    <a:lnT w="6350" cap="flat" cmpd="sng" algn="ctr">
                      <a:solidFill>
                        <a:srgbClr val="7F7F7F"/>
                      </a:solidFill>
                      <a:prstDash val="solid"/>
                      <a:round/>
                    </a:lnT>
                    <a:lnB w="6350" cap="flat" cmpd="sng" algn="ctr">
                      <a:solidFill>
                        <a:srgbClr val="7F7F7F"/>
                      </a:solidFill>
                      <a:prstDash val="solid"/>
                      <a:round/>
                    </a:lnB>
                    <a:lnTlToBr>
                      <a:noFill/>
                    </a:lnTlToBr>
                    <a:lnBlToTr>
                      <a:noFill/>
                    </a:lnBlToTr>
                    <a:solidFill>
                      <a:schemeClr val="bg1"/>
                    </a:solidFill>
                  </a:tcPr>
                </a:tc>
                <a:extLst>
                  <a:ext uri="{0D108BD9-81ED-4DB2-BD59-A6C34878D82A}">
                    <a16:rowId xmlns:a16="http://schemas.microsoft.com/office/drawing/2014/main" val="10000"/>
                  </a:ext>
                </a:extLst>
              </a:tr>
              <a:tr h="241350">
                <a:tc>
                  <a:txBody>
                    <a:bodyPr/>
                    <a:lstStyle/>
                    <a:p>
                      <a:pPr marL="0" marR="0" lvl="0" indent="0" algn="ctr" defTabSz="914400" rtl="0" eaLnBrk="0" latinLnBrk="1" hangingPunct="0">
                        <a:lnSpc>
                          <a:spcPct val="100000"/>
                        </a:lnSpc>
                        <a:spcBef>
                          <a:spcPct val="0"/>
                        </a:spcBef>
                        <a:spcAft>
                          <a:spcPct val="0"/>
                        </a:spcAft>
                        <a:buClrTx/>
                        <a:buFontTx/>
                        <a:buNone/>
                        <a:defRPr/>
                      </a:pPr>
                      <a:r>
                        <a:rPr kumimoji="1" lang="en-US" altLang="ko-KR" sz="800" b="1" i="0" u="none" strike="noStrike" cap="none" normalizeH="0" baseline="0">
                          <a:solidFill>
                            <a:schemeClr val="tx1"/>
                          </a:solidFill>
                          <a:effectLst/>
                          <a:latin typeface="KoPub돋움체 Light"/>
                          <a:ea typeface="KoPub돋움체 Light"/>
                          <a:sym typeface="Wingdings 2"/>
                        </a:rPr>
                        <a:t>C1</a:t>
                      </a:r>
                      <a:endParaRPr kumimoji="1" lang="en-US" altLang="ko-KR" sz="800" b="1" i="0" u="none" strike="noStrike" cap="none" normalizeH="0" baseline="0">
                        <a:solidFill>
                          <a:schemeClr val="tx1"/>
                        </a:solidFill>
                        <a:latin typeface="KoPub돋움체 Light"/>
                        <a:ea typeface="KoPub돋움체 Light"/>
                        <a:sym typeface="Wingdings 2"/>
                      </a:endParaRPr>
                    </a:p>
                  </a:txBody>
                  <a:tcPr marL="0" marR="0" horzOverflow="overflow">
                    <a:lnL w="12700" cap="flat" cmpd="sng" algn="ctr">
                      <a:solidFill>
                        <a:schemeClr val="tx1"/>
                      </a:solidFill>
                      <a:prstDash val="solid"/>
                      <a:round/>
                    </a:lnL>
                    <a:lnR w="3175" cap="flat" cmpd="sng" algn="ctr">
                      <a:solidFill>
                        <a:srgbClr val="A6A6A6"/>
                      </a:solidFill>
                      <a:prstDash val="solid"/>
                      <a:round/>
                    </a:lnR>
                    <a:lnT w="6350" cap="flat" cmpd="sng" algn="ctr">
                      <a:solidFill>
                        <a:srgbClr val="7F7F7F"/>
                      </a:solidFill>
                      <a:prstDash val="solid"/>
                      <a:round/>
                    </a:lnT>
                    <a:lnB w="12700" cap="flat" cmpd="sng" algn="ctr">
                      <a:solidFill>
                        <a:schemeClr val="tx1"/>
                      </a:solidFill>
                      <a:prstDash val="solid"/>
                      <a:round/>
                    </a:lnB>
                    <a:lnTlToBr>
                      <a:noFill/>
                    </a:lnTlToBr>
                    <a:lnBlToTr>
                      <a:noFill/>
                    </a:lnBlToTr>
                    <a:solidFill>
                      <a:schemeClr val="lt1"/>
                    </a:solidFill>
                  </a:tcPr>
                </a:tc>
                <a:tc>
                  <a:txBody>
                    <a:bodyPr/>
                    <a:lstStyle/>
                    <a:p>
                      <a:pPr marL="85725" marR="0" lvl="0" indent="-85725" algn="l" defTabSz="914400" rtl="0" eaLnBrk="0" latinLnBrk="0" hangingPunct="0">
                        <a:lnSpc>
                          <a:spcPct val="110000"/>
                        </a:lnSpc>
                        <a:spcBef>
                          <a:spcPts val="300"/>
                        </a:spcBef>
                        <a:spcAft>
                          <a:spcPct val="0"/>
                        </a:spcAft>
                        <a:buClrTx/>
                        <a:buFont typeface="Wingdings"/>
                        <a:buNone/>
                        <a:defRPr/>
                      </a:pPr>
                      <a:r>
                        <a:rPr kumimoji="1" lang="ko-KR" altLang="en-US" sz="800" b="0" i="0" u="none" strike="noStrike" kern="1200" cap="none" normalizeH="0" baseline="0">
                          <a:solidFill>
                            <a:schemeClr val="tx1"/>
                          </a:solidFill>
                          <a:effectLst/>
                          <a:latin typeface="KoPub돋움체 Light"/>
                          <a:ea typeface="KoPub돋움체 Light"/>
                          <a:sym typeface="Wingdings"/>
                        </a:rPr>
                        <a:t> 식사시간</a:t>
                      </a:r>
                      <a:r>
                        <a:rPr kumimoji="1" lang="en-US" altLang="ko-KR" sz="800" b="0" i="0" u="none" strike="noStrike" kern="1200" cap="none" normalizeH="0" baseline="0">
                          <a:solidFill>
                            <a:schemeClr val="tx1"/>
                          </a:solidFill>
                          <a:effectLst/>
                          <a:latin typeface="KoPub돋움체 Light"/>
                          <a:ea typeface="KoPub돋움체 Light"/>
                          <a:sym typeface="Wingdings"/>
                        </a:rPr>
                        <a:t>(</a:t>
                      </a:r>
                      <a:r>
                        <a:rPr kumimoji="1" lang="ko-KR" altLang="en-US" sz="800" b="0" i="0" u="none" strike="noStrike" kern="1200" cap="none" normalizeH="0" baseline="0">
                          <a:solidFill>
                            <a:schemeClr val="tx1"/>
                          </a:solidFill>
                          <a:effectLst/>
                          <a:latin typeface="KoPub돋움체 Light"/>
                          <a:ea typeface="KoPub돋움체 Light"/>
                          <a:sym typeface="Wingdings"/>
                        </a:rPr>
                        <a:t>아침</a:t>
                      </a:r>
                      <a:r>
                        <a:rPr kumimoji="1" lang="en-US" altLang="ko-KR" sz="800" b="0" i="0" u="none" strike="noStrike" kern="1200" cap="none" normalizeH="0" baseline="0">
                          <a:solidFill>
                            <a:schemeClr val="tx1"/>
                          </a:solidFill>
                          <a:effectLst/>
                          <a:latin typeface="KoPub돋움체 Light"/>
                          <a:ea typeface="KoPub돋움체 Light"/>
                          <a:sym typeface="Wingdings"/>
                        </a:rPr>
                        <a:t>/</a:t>
                      </a:r>
                      <a:r>
                        <a:rPr kumimoji="1" lang="ko-KR" altLang="en-US" sz="800" b="0" i="0" u="none" strike="noStrike" kern="1200" cap="none" normalizeH="0" baseline="0">
                          <a:solidFill>
                            <a:schemeClr val="tx1"/>
                          </a:solidFill>
                          <a:effectLst/>
                          <a:latin typeface="KoPub돋움체 Light"/>
                          <a:ea typeface="KoPub돋움체 Light"/>
                          <a:sym typeface="Wingdings"/>
                        </a:rPr>
                        <a:t>점심</a:t>
                      </a:r>
                      <a:r>
                        <a:rPr kumimoji="1" lang="en-US" altLang="ko-KR" sz="800" b="0" i="0" u="none" strike="noStrike" kern="1200" cap="none" normalizeH="0" baseline="0">
                          <a:solidFill>
                            <a:schemeClr val="tx1"/>
                          </a:solidFill>
                          <a:effectLst/>
                          <a:latin typeface="KoPub돋움체 Light"/>
                          <a:ea typeface="KoPub돋움체 Light"/>
                          <a:sym typeface="Wingdings"/>
                        </a:rPr>
                        <a:t>/</a:t>
                      </a:r>
                      <a:r>
                        <a:rPr kumimoji="1" lang="ko-KR" altLang="en-US" sz="800" b="0" i="0" u="none" strike="noStrike" kern="1200" cap="none" normalizeH="0" baseline="0">
                          <a:solidFill>
                            <a:schemeClr val="tx1"/>
                          </a:solidFill>
                          <a:effectLst/>
                          <a:latin typeface="KoPub돋움체 Light"/>
                          <a:ea typeface="KoPub돋움체 Light"/>
                          <a:sym typeface="Wingdings"/>
                        </a:rPr>
                        <a:t>저녁</a:t>
                      </a:r>
                      <a:r>
                        <a:rPr kumimoji="1" lang="en-US" altLang="ko-KR" sz="800" b="0" i="0" u="none" strike="noStrike" kern="1200" cap="none" normalizeH="0" baseline="0">
                          <a:solidFill>
                            <a:schemeClr val="tx1"/>
                          </a:solidFill>
                          <a:effectLst/>
                          <a:latin typeface="KoPub돋움체 Light"/>
                          <a:ea typeface="KoPub돋움체 Light"/>
                          <a:sym typeface="Wingdings"/>
                        </a:rPr>
                        <a:t>)</a:t>
                      </a:r>
                      <a:endParaRPr kumimoji="1" lang="en-US" altLang="ko-KR" sz="800" b="0" i="0" u="none" strike="noStrike" kern="1200" cap="none" normalizeH="0" baseline="0">
                        <a:solidFill>
                          <a:schemeClr val="tx1"/>
                        </a:solidFill>
                        <a:latin typeface="KoPub돋움체 Light"/>
                        <a:ea typeface="KoPub돋움체 Light"/>
                        <a:sym typeface="Wingdings"/>
                      </a:endParaRPr>
                    </a:p>
                  </a:txBody>
                  <a:tcPr marL="36000" marR="36000" marT="54000" marB="54000" horzOverflow="overflow">
                    <a:lnL w="3175" cap="flat" cmpd="sng" algn="ctr">
                      <a:solidFill>
                        <a:srgbClr val="A6A6A6"/>
                      </a:solidFill>
                      <a:prstDash val="solid"/>
                      <a:round/>
                    </a:lnL>
                    <a:lnR w="12700" cap="flat" cmpd="sng" algn="ctr">
                      <a:solidFill>
                        <a:schemeClr val="tx1"/>
                      </a:solidFill>
                      <a:prstDash val="solid"/>
                      <a:round/>
                    </a:lnR>
                    <a:lnT w="6350" cap="flat" cmpd="sng" algn="ctr">
                      <a:solidFill>
                        <a:srgbClr val="7F7F7F"/>
                      </a:solidFill>
                      <a:prstDash val="solid"/>
                      <a:round/>
                    </a:lnT>
                    <a:lnB w="12700" cap="flat" cmpd="sng" algn="ctr">
                      <a:solidFill>
                        <a:schemeClr val="tx1"/>
                      </a:solidFill>
                      <a:prstDash val="solid"/>
                      <a:round/>
                    </a:lnB>
                    <a:lnTlToBr>
                      <a:noFill/>
                    </a:lnTlToBr>
                    <a:lnBlToTr>
                      <a:noFill/>
                    </a:lnBlToTr>
                    <a:solidFill>
                      <a:schemeClr val="lt1"/>
                    </a:solidFill>
                  </a:tcPr>
                </a:tc>
                <a:extLst>
                  <a:ext uri="{0D108BD9-81ED-4DB2-BD59-A6C34878D82A}">
                    <a16:rowId xmlns:a16="http://schemas.microsoft.com/office/drawing/2014/main" val="10001"/>
                  </a:ext>
                </a:extLst>
              </a:tr>
            </a:tbl>
          </a:graphicData>
        </a:graphic>
      </p:graphicFrame>
      <p:sp>
        <p:nvSpPr>
          <p:cNvPr id="258" name="직사각형 178"/>
          <p:cNvSpPr/>
          <p:nvPr/>
        </p:nvSpPr>
        <p:spPr>
          <a:xfrm>
            <a:off x="1348223" y="4297291"/>
            <a:ext cx="313307" cy="158480"/>
          </a:xfrm>
          <a:prstGeom prst="rect">
            <a:avLst/>
          </a:prstGeom>
          <a:solidFill>
            <a:srgbClr val="BAFF1A">
              <a:alpha val="100000"/>
            </a:srgbClr>
          </a:solidFill>
          <a:ln w="19050" cap="flat" cmpd="sng" algn="ctr">
            <a:solidFill>
              <a:srgbClr val="4F5812">
                <a:alpha val="100000"/>
              </a:srgbClr>
            </a:solidFill>
            <a:prstDash val="solid"/>
          </a:ln>
        </p:spPr>
        <p:txBody>
          <a:bodyPr anchor="ctr"/>
          <a:lstStyle/>
          <a:p>
            <a:pPr marL="0" indent="0" algn="ctr" defTabSz="457200" rtl="0" eaLnBrk="1" latinLnBrk="0" hangingPunct="1">
              <a:lnSpc>
                <a:spcPct val="100000"/>
              </a:lnSpc>
              <a:spcBef>
                <a:spcPct val="0"/>
              </a:spcBef>
              <a:spcAft>
                <a:spcPts val="0"/>
              </a:spcAft>
              <a:buNone/>
              <a:defRPr/>
            </a:pPr>
            <a:r>
              <a:rPr kumimoji="0" lang="en-US" altLang="ko-KR" sz="800" b="0" i="0" u="none" strike="noStrike" kern="1200" cap="none" spc="0" normalizeH="0" baseline="0">
                <a:solidFill>
                  <a:srgbClr val="000000"/>
                </a:solidFill>
                <a:latin typeface="KoPub돋움체 Light"/>
                <a:ea typeface="KoPub돋움체 Light"/>
                <a:cs typeface="Corbel"/>
              </a:rPr>
              <a:t>C1</a:t>
            </a:r>
          </a:p>
        </p:txBody>
      </p:sp>
    </p:spTree>
  </p:cSld>
  <p:clrMapOvr>
    <a:masterClrMapping/>
  </p:clrMapOvr>
  <mc:AlternateContent xmlns:mc="http://schemas.openxmlformats.org/markup-compatibility/2006" xmlns:p14="http://schemas.microsoft.com/office/powerpoint/2010/main">
    <mc:Choice Requires="p14">
      <p:transition/>
    </mc:Choice>
    <mc:Fallback xmlns="" xmlns:c="http://schemas.openxmlformats.org/drawingml/2006/chart" xmlns:dgm="http://schemas.openxmlformats.org/drawingml/2006/diagram" xmlns:dsp="http://schemas.microsoft.com/office/drawing/2008/diagram">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5" name="Google Shape;135;p24"/>
          <p:cNvSpPr txBox="1">
            <a:spLocks noGrp="1"/>
          </p:cNvSpPr>
          <p:nvPr>
            <p:ph type="sldNum" idx="12"/>
          </p:nvPr>
        </p:nvSpPr>
        <p:spPr>
          <a:prstGeom prst="rect">
            <a:avLst/>
          </a:prstGeom>
        </p:spPr>
        <p:txBody>
          <a:bodyPr wrap="square" lIns="91424" tIns="91424" rIns="91424" bIns="91424" anchor="ctr" anchorCtr="0">
            <a:normAutofit/>
          </a:bodyPr>
          <a:lstStyle/>
          <a:p>
            <a:pPr marL="0" lvl="0" indent="0" algn="r" rtl="0">
              <a:spcBef>
                <a:spcPts val="0"/>
              </a:spcBef>
              <a:spcAft>
                <a:spcPts val="0"/>
              </a:spcAft>
              <a:buNone/>
              <a:defRPr/>
            </a:pPr>
            <a:fld id="{00000000-1234-1234-1234-123412341234}" type="slidenum">
              <a:rPr lang="en-US" altLang="ko">
                <a:latin typeface="KoPub돋움체 Light"/>
                <a:ea typeface="KoPub돋움체 Light"/>
                <a:cs typeface="+mn-cs"/>
              </a:rPr>
              <a:pPr marL="0" lvl="0" indent="0" algn="r" rtl="0">
                <a:spcBef>
                  <a:spcPts val="0"/>
                </a:spcBef>
                <a:spcAft>
                  <a:spcPts val="0"/>
                </a:spcAft>
                <a:buNone/>
                <a:defRPr/>
              </a:pPr>
              <a:t>27</a:t>
            </a:fld>
            <a:endParaRPr lang="en-US" altLang="ko">
              <a:latin typeface="KoPub돋움체 Light"/>
              <a:ea typeface="KoPub돋움체 Light"/>
              <a:cs typeface="+mn-cs"/>
            </a:endParaRPr>
          </a:p>
        </p:txBody>
      </p:sp>
      <p:graphicFrame>
        <p:nvGraphicFramePr>
          <p:cNvPr id="221" name="Group 253"/>
          <p:cNvGraphicFramePr>
            <a:graphicFrameLocks noGrp="1"/>
          </p:cNvGraphicFramePr>
          <p:nvPr/>
        </p:nvGraphicFramePr>
        <p:xfrm>
          <a:off x="206775" y="322763"/>
          <a:ext cx="5885382" cy="391650"/>
        </p:xfrm>
        <a:graphic>
          <a:graphicData uri="http://schemas.openxmlformats.org/drawingml/2006/table">
            <a:tbl>
              <a:tblPr firstRow="1" bandRow="1"/>
              <a:tblGrid>
                <a:gridCol w="530880">
                  <a:extLst>
                    <a:ext uri="{9D8B030D-6E8A-4147-A177-3AD203B41FA5}">
                      <a16:colId xmlns:a16="http://schemas.microsoft.com/office/drawing/2014/main" val="20000"/>
                    </a:ext>
                  </a:extLst>
                </a:gridCol>
                <a:gridCol w="1974237">
                  <a:extLst>
                    <a:ext uri="{9D8B030D-6E8A-4147-A177-3AD203B41FA5}">
                      <a16:colId xmlns:a16="http://schemas.microsoft.com/office/drawing/2014/main" val="20001"/>
                    </a:ext>
                  </a:extLst>
                </a:gridCol>
                <a:gridCol w="378632">
                  <a:extLst>
                    <a:ext uri="{9D8B030D-6E8A-4147-A177-3AD203B41FA5}">
                      <a16:colId xmlns:a16="http://schemas.microsoft.com/office/drawing/2014/main" val="20002"/>
                    </a:ext>
                  </a:extLst>
                </a:gridCol>
                <a:gridCol w="1419001">
                  <a:extLst>
                    <a:ext uri="{9D8B030D-6E8A-4147-A177-3AD203B41FA5}">
                      <a16:colId xmlns:a16="http://schemas.microsoft.com/office/drawing/2014/main" val="20003"/>
                    </a:ext>
                  </a:extLst>
                </a:gridCol>
                <a:gridCol w="489796">
                  <a:extLst>
                    <a:ext uri="{9D8B030D-6E8A-4147-A177-3AD203B41FA5}">
                      <a16:colId xmlns:a16="http://schemas.microsoft.com/office/drawing/2014/main" val="20004"/>
                    </a:ext>
                  </a:extLst>
                </a:gridCol>
                <a:gridCol w="1092836">
                  <a:extLst>
                    <a:ext uri="{9D8B030D-6E8A-4147-A177-3AD203B41FA5}">
                      <a16:colId xmlns:a16="http://schemas.microsoft.com/office/drawing/2014/main" val="20005"/>
                    </a:ext>
                  </a:extLst>
                </a:gridCol>
              </a:tblGrid>
              <a:tr h="195825">
                <a:tc>
                  <a:txBody>
                    <a:bodyPr/>
                    <a:lstStyle/>
                    <a:p>
                      <a:pPr marL="0" marR="0" lvl="0" indent="0" algn="ctr" defTabSz="914400" rtl="0" eaLnBrk="1" latinLnBrk="1" hangingPunct="1">
                        <a:lnSpc>
                          <a:spcPct val="100000"/>
                        </a:lnSpc>
                        <a:spcBef>
                          <a:spcPct val="20000"/>
                        </a:spcBef>
                        <a:spcAft>
                          <a:spcPct val="0"/>
                        </a:spcAft>
                        <a:buClrTx/>
                        <a:buFontTx/>
                        <a:buNone/>
                        <a:defRPr/>
                      </a:pPr>
                      <a:r>
                        <a:rPr kumimoji="1" lang="ko-KR" altLang="en-US" sz="800" b="0" i="0" u="none" strike="noStrike" cap="none" normalizeH="0" baseline="0">
                          <a:solidFill>
                            <a:schemeClr val="tx1"/>
                          </a:solidFill>
                          <a:effectLst/>
                          <a:latin typeface="KoPub돋움체 Light"/>
                          <a:ea typeface="KoPub돋움체 Light"/>
                          <a:cs typeface="+mn-cs"/>
                        </a:rPr>
                        <a:t>프로젝트명</a:t>
                      </a:r>
                      <a:endParaRPr kumimoji="1" lang="ko-KR" altLang="en-US" sz="800" b="0" i="0" u="none" strike="noStrike" cap="none" normalizeH="0" baseline="0">
                        <a:solidFill>
                          <a:schemeClr val="tx1"/>
                        </a:solidFill>
                        <a:latin typeface="KoPub돋움체 Light"/>
                        <a:ea typeface="KoPub돋움체 Light"/>
                        <a:cs typeface="+mn-cs"/>
                      </a:endParaRPr>
                    </a:p>
                  </a:txBody>
                  <a:tcPr marL="36000" marR="36000" marT="36000" marB="36000" anchor="ctr" horzOverflow="overflow">
                    <a:lnL w="3175" cap="flat" cmpd="sng" algn="ctr">
                      <a:solidFill>
                        <a:srgbClr val="808080"/>
                      </a:solidFill>
                      <a:prstDash val="solid"/>
                      <a:round/>
                    </a:lnL>
                    <a:lnR w="3175" cap="flat" cmpd="sng" algn="ctr">
                      <a:solidFill>
                        <a:srgbClr val="808080"/>
                      </a:solidFill>
                      <a:prstDash val="solid"/>
                      <a:round/>
                    </a:lnR>
                    <a:lnT w="3175" cap="flat" cmpd="sng" algn="ctr">
                      <a:solidFill>
                        <a:srgbClr val="808080"/>
                      </a:solidFill>
                      <a:prstDash val="solid"/>
                      <a:round/>
                    </a:lnT>
                    <a:lnB w="3175" cap="flat" cmpd="sng" algn="ctr">
                      <a:solidFill>
                        <a:srgbClr val="808080"/>
                      </a:solidFill>
                      <a:prstDash val="solid"/>
                      <a:round/>
                    </a:lnB>
                    <a:lnTlToBr>
                      <a:noFill/>
                    </a:lnTlToBr>
                    <a:lnBlToTr>
                      <a:noFill/>
                    </a:lnBlToTr>
                    <a:solidFill>
                      <a:srgbClr val="DDDDDD"/>
                    </a:solidFill>
                  </a:tcPr>
                </a:tc>
                <a:tc>
                  <a:txBody>
                    <a:bodyPr/>
                    <a:lstStyle/>
                    <a:p>
                      <a:pPr marL="0" marR="0" lvl="0" indent="0" algn="l" defTabSz="914400" rtl="0" eaLnBrk="1" latinLnBrk="1" hangingPunct="1">
                        <a:lnSpc>
                          <a:spcPct val="100000"/>
                        </a:lnSpc>
                        <a:spcBef>
                          <a:spcPct val="20000"/>
                        </a:spcBef>
                        <a:spcAft>
                          <a:spcPct val="0"/>
                        </a:spcAft>
                        <a:buClrTx/>
                        <a:buFontTx/>
                        <a:buNone/>
                        <a:defRPr/>
                      </a:pPr>
                      <a:r>
                        <a:rPr kumimoji="1" lang="ko-KR" altLang="ko-KR" sz="800" b="0" i="0" u="none" strike="noStrike" cap="none" normalizeH="0" baseline="0">
                          <a:solidFill>
                            <a:schemeClr val="tx1"/>
                          </a:solidFill>
                          <a:effectLst/>
                          <a:latin typeface="KoPub돋움체 Light"/>
                          <a:ea typeface="KoPub돋움체 Light"/>
                          <a:cs typeface="+mn-cs"/>
                        </a:rPr>
                        <a:t>스마트 음식 영양 분석 &amp; 식단 추천 프로젝트</a:t>
                      </a:r>
                      <a:endParaRPr kumimoji="1" lang="ko-KR" altLang="ko-KR" sz="800" b="0" i="0" u="none" strike="noStrike" cap="none" normalizeH="0" baseline="0">
                        <a:solidFill>
                          <a:schemeClr val="tx1"/>
                        </a:solidFill>
                        <a:latin typeface="KoPub돋움체 Light"/>
                        <a:ea typeface="KoPub돋움체 Light"/>
                        <a:cs typeface="+mn-cs"/>
                      </a:endParaRPr>
                    </a:p>
                  </a:txBody>
                  <a:tcPr marL="36000" marR="36000" marT="36000" marB="36000" anchor="ctr" horzOverflow="overflow">
                    <a:lnL w="3175" cap="flat" cmpd="sng" algn="ctr">
                      <a:solidFill>
                        <a:srgbClr val="808080"/>
                      </a:solidFill>
                      <a:prstDash val="solid"/>
                      <a:round/>
                    </a:lnL>
                    <a:lnR w="3175" cap="flat" cmpd="sng" algn="ctr">
                      <a:solidFill>
                        <a:srgbClr val="808080"/>
                      </a:solidFill>
                      <a:prstDash val="solid"/>
                      <a:round/>
                    </a:lnR>
                    <a:lnT w="3175" cap="flat" cmpd="sng" algn="ctr">
                      <a:solidFill>
                        <a:srgbClr val="808080"/>
                      </a:solidFill>
                      <a:prstDash val="solid"/>
                      <a:round/>
                    </a:lnT>
                    <a:lnB w="3175" cap="flat" cmpd="sng" algn="ctr">
                      <a:solidFill>
                        <a:srgbClr val="808080"/>
                      </a:solidFill>
                      <a:prstDash val="solid"/>
                      <a:round/>
                    </a:lnB>
                    <a:lnTlToBr>
                      <a:noFill/>
                    </a:lnTlToBr>
                    <a:lnBlToTr>
                      <a:noFill/>
                    </a:lnBlToTr>
                    <a:noFill/>
                  </a:tcPr>
                </a:tc>
                <a:tc>
                  <a:txBody>
                    <a:bodyPr/>
                    <a:lstStyle/>
                    <a:p>
                      <a:pPr marL="0" marR="0" lvl="0" indent="0" algn="ctr" defTabSz="914400" rtl="0" eaLnBrk="1" latinLnBrk="1" hangingPunct="1">
                        <a:lnSpc>
                          <a:spcPct val="100000"/>
                        </a:lnSpc>
                        <a:spcBef>
                          <a:spcPct val="20000"/>
                        </a:spcBef>
                        <a:spcAft>
                          <a:spcPct val="0"/>
                        </a:spcAft>
                        <a:buClrTx/>
                        <a:buFontTx/>
                        <a:buNone/>
                        <a:defRPr/>
                      </a:pPr>
                      <a:r>
                        <a:rPr kumimoji="1" lang="ko-KR" altLang="en-US" sz="800" b="0" i="0" u="none" strike="noStrike" cap="none" normalizeH="0" baseline="0">
                          <a:solidFill>
                            <a:schemeClr val="tx1"/>
                          </a:solidFill>
                          <a:effectLst/>
                          <a:latin typeface="KoPub돋움체 Light"/>
                          <a:ea typeface="KoPub돋움체 Light"/>
                          <a:cs typeface="+mn-cs"/>
                        </a:rPr>
                        <a:t>화면명</a:t>
                      </a:r>
                      <a:endParaRPr kumimoji="1" lang="ko-KR" altLang="en-US" sz="800" b="0" i="0" u="none" strike="noStrike" cap="none" normalizeH="0" baseline="0">
                        <a:solidFill>
                          <a:schemeClr val="tx1"/>
                        </a:solidFill>
                        <a:latin typeface="KoPub돋움체 Light"/>
                        <a:ea typeface="KoPub돋움체 Light"/>
                        <a:cs typeface="+mn-cs"/>
                      </a:endParaRPr>
                    </a:p>
                  </a:txBody>
                  <a:tcPr marL="36000" marR="36000" marT="36000" marB="36000" anchor="ctr" horzOverflow="overflow">
                    <a:lnL w="3175" cap="flat" cmpd="sng" algn="ctr">
                      <a:solidFill>
                        <a:srgbClr val="808080"/>
                      </a:solidFill>
                      <a:prstDash val="solid"/>
                      <a:round/>
                    </a:lnL>
                    <a:lnR w="3175" cap="flat" cmpd="sng" algn="ctr">
                      <a:solidFill>
                        <a:srgbClr val="808080"/>
                      </a:solidFill>
                      <a:prstDash val="solid"/>
                      <a:round/>
                    </a:lnR>
                    <a:lnT w="3175" cap="flat" cmpd="sng" algn="ctr">
                      <a:solidFill>
                        <a:srgbClr val="808080"/>
                      </a:solidFill>
                      <a:prstDash val="solid"/>
                      <a:round/>
                    </a:lnT>
                    <a:lnB w="3175" cap="flat" cmpd="sng" algn="ctr">
                      <a:solidFill>
                        <a:srgbClr val="808080"/>
                      </a:solidFill>
                      <a:prstDash val="solid"/>
                      <a:round/>
                    </a:lnB>
                    <a:lnTlToBr>
                      <a:noFill/>
                    </a:lnTlToBr>
                    <a:lnBlToTr>
                      <a:noFill/>
                    </a:lnBlToTr>
                    <a:solidFill>
                      <a:srgbClr val="DDDDDD"/>
                    </a:solidFill>
                  </a:tcPr>
                </a:tc>
                <a:tc>
                  <a:txBody>
                    <a:bodyPr/>
                    <a:lstStyle/>
                    <a:p>
                      <a:pPr marL="0" marR="0" lvl="0" indent="0" algn="l" defTabSz="914400" rtl="0" eaLnBrk="1" latinLnBrk="1" hangingPunct="1">
                        <a:lnSpc>
                          <a:spcPct val="100000"/>
                        </a:lnSpc>
                        <a:spcBef>
                          <a:spcPct val="20000"/>
                        </a:spcBef>
                        <a:spcAft>
                          <a:spcPct val="0"/>
                        </a:spcAft>
                        <a:buClrTx/>
                        <a:buFontTx/>
                        <a:buNone/>
                        <a:defRPr/>
                      </a:pPr>
                      <a:r>
                        <a:rPr kumimoji="1" lang="ko-KR" altLang="en-US" sz="800" b="0" i="0" u="none" strike="noStrike" cap="none" normalizeH="0" baseline="0">
                          <a:solidFill>
                            <a:schemeClr val="tx1"/>
                          </a:solidFill>
                          <a:effectLst/>
                          <a:latin typeface="KoPub돋움체 Light"/>
                          <a:ea typeface="KoPub돋움체 Light"/>
                          <a:cs typeface="+mn-cs"/>
                        </a:rPr>
                        <a:t>식단추천</a:t>
                      </a:r>
                      <a:r>
                        <a:rPr kumimoji="1" lang="en-US" altLang="ko-KR" sz="800" b="0" i="0" u="none" strike="noStrike" cap="none" normalizeH="0" baseline="0">
                          <a:solidFill>
                            <a:schemeClr val="tx1"/>
                          </a:solidFill>
                          <a:effectLst/>
                          <a:latin typeface="KoPub돋움체 Light"/>
                          <a:ea typeface="KoPub돋움체 Light"/>
                          <a:cs typeface="+mn-cs"/>
                        </a:rPr>
                        <a:t> </a:t>
                      </a:r>
                      <a:r>
                        <a:rPr kumimoji="1" lang="ko-KR" altLang="en-US" sz="800" b="0" i="0" u="none" strike="noStrike" cap="none" normalizeH="0" baseline="0">
                          <a:solidFill>
                            <a:schemeClr val="tx1"/>
                          </a:solidFill>
                          <a:effectLst/>
                          <a:latin typeface="KoPub돋움체 Light"/>
                          <a:ea typeface="KoPub돋움체 Light"/>
                          <a:cs typeface="+mn-cs"/>
                        </a:rPr>
                        <a:t>결과</a:t>
                      </a:r>
                      <a:endParaRPr kumimoji="1" lang="ko-KR" altLang="en-US" sz="800" b="0" i="0" u="none" strike="noStrike" cap="none" normalizeH="0" baseline="0">
                        <a:solidFill>
                          <a:schemeClr val="tx1"/>
                        </a:solidFill>
                        <a:latin typeface="KoPub돋움체 Light"/>
                        <a:ea typeface="KoPub돋움체 Light"/>
                        <a:cs typeface="+mn-cs"/>
                      </a:endParaRPr>
                    </a:p>
                  </a:txBody>
                  <a:tcPr marL="36000" marR="36000" marT="36000" marB="36000" anchor="ctr" horzOverflow="overflow">
                    <a:lnL w="3175" cap="flat" cmpd="sng" algn="ctr">
                      <a:solidFill>
                        <a:srgbClr val="808080"/>
                      </a:solidFill>
                      <a:prstDash val="solid"/>
                      <a:round/>
                    </a:lnL>
                    <a:lnR w="3175" cap="flat" cmpd="sng" algn="ctr">
                      <a:solidFill>
                        <a:srgbClr val="808080"/>
                      </a:solidFill>
                      <a:prstDash val="solid"/>
                      <a:round/>
                    </a:lnR>
                    <a:lnT w="3175" cap="flat" cmpd="sng" algn="ctr">
                      <a:solidFill>
                        <a:srgbClr val="808080"/>
                      </a:solidFill>
                      <a:prstDash val="solid"/>
                      <a:round/>
                    </a:lnT>
                    <a:lnB w="3175" cap="flat" cmpd="sng" algn="ctr">
                      <a:solidFill>
                        <a:srgbClr val="808080"/>
                      </a:solidFill>
                      <a:prstDash val="solid"/>
                      <a:round/>
                    </a:lnB>
                    <a:lnTlToBr>
                      <a:noFill/>
                    </a:lnTlToBr>
                    <a:lnBlToTr>
                      <a:noFill/>
                    </a:lnBlToTr>
                    <a:noFill/>
                  </a:tcPr>
                </a:tc>
                <a:tc>
                  <a:txBody>
                    <a:bodyPr/>
                    <a:lstStyle/>
                    <a:p>
                      <a:pPr marL="0" marR="0" lvl="0" indent="0" algn="ctr" defTabSz="914400" rtl="0" eaLnBrk="1" latinLnBrk="1" hangingPunct="1">
                        <a:lnSpc>
                          <a:spcPct val="100000"/>
                        </a:lnSpc>
                        <a:spcBef>
                          <a:spcPct val="20000"/>
                        </a:spcBef>
                        <a:spcAft>
                          <a:spcPct val="0"/>
                        </a:spcAft>
                        <a:buClrTx/>
                        <a:buFontTx/>
                        <a:buNone/>
                        <a:defRPr/>
                      </a:pPr>
                      <a:r>
                        <a:rPr kumimoji="1" lang="ko-KR" altLang="en-US" sz="800" b="0" i="0" u="none" strike="noStrike" cap="none" normalizeH="0" baseline="0">
                          <a:solidFill>
                            <a:schemeClr val="tx1"/>
                          </a:solidFill>
                          <a:effectLst/>
                          <a:latin typeface="KoPub돋움체 Light"/>
                          <a:ea typeface="KoPub돋움체 Light"/>
                          <a:cs typeface="+mn-cs"/>
                        </a:rPr>
                        <a:t>화면 </a:t>
                      </a:r>
                      <a:r>
                        <a:rPr kumimoji="1" lang="en-US" altLang="ko-KR" sz="800" b="0" i="0" u="none" strike="noStrike" cap="none" normalizeH="0" baseline="0">
                          <a:solidFill>
                            <a:schemeClr val="tx1"/>
                          </a:solidFill>
                          <a:effectLst/>
                          <a:latin typeface="KoPub돋움체 Light"/>
                          <a:ea typeface="KoPub돋움체 Light"/>
                          <a:cs typeface="+mn-cs"/>
                        </a:rPr>
                        <a:t>ID</a:t>
                      </a:r>
                      <a:endParaRPr kumimoji="1" lang="en-US" altLang="ko-KR" sz="800" b="0" i="0" u="none" strike="noStrike" cap="none" normalizeH="0" baseline="0">
                        <a:solidFill>
                          <a:schemeClr val="tx1"/>
                        </a:solidFill>
                        <a:latin typeface="KoPub돋움체 Light"/>
                        <a:ea typeface="KoPub돋움체 Light"/>
                        <a:cs typeface="+mn-cs"/>
                      </a:endParaRPr>
                    </a:p>
                  </a:txBody>
                  <a:tcPr marL="36000" marR="36000" marT="36000" marB="36000" anchor="ctr" horzOverflow="overflow">
                    <a:lnL w="3175" cap="flat" cmpd="sng" algn="ctr">
                      <a:solidFill>
                        <a:srgbClr val="808080"/>
                      </a:solidFill>
                      <a:prstDash val="solid"/>
                      <a:round/>
                    </a:lnL>
                    <a:lnR w="3175" cap="flat" cmpd="sng" algn="ctr">
                      <a:solidFill>
                        <a:srgbClr val="808080"/>
                      </a:solidFill>
                      <a:prstDash val="solid"/>
                      <a:round/>
                    </a:lnR>
                    <a:lnT w="3175" cap="flat" cmpd="sng" algn="ctr">
                      <a:solidFill>
                        <a:srgbClr val="808080"/>
                      </a:solidFill>
                      <a:prstDash val="solid"/>
                      <a:round/>
                    </a:lnT>
                    <a:lnB w="3175" cap="flat" cmpd="sng" algn="ctr">
                      <a:solidFill>
                        <a:srgbClr val="808080"/>
                      </a:solidFill>
                      <a:prstDash val="solid"/>
                      <a:round/>
                    </a:lnB>
                    <a:lnTlToBr>
                      <a:noFill/>
                    </a:lnTlToBr>
                    <a:lnBlToTr>
                      <a:noFill/>
                    </a:lnBlToTr>
                    <a:solidFill>
                      <a:srgbClr val="DDDDDD"/>
                    </a:solidFill>
                  </a:tcPr>
                </a:tc>
                <a:tc>
                  <a:txBody>
                    <a:bodyPr/>
                    <a:lstStyle/>
                    <a:p>
                      <a:pPr marL="0" marR="0" lvl="0" indent="0" algn="l" defTabSz="914400" rtl="0" eaLnBrk="1" latinLnBrk="1" hangingPunct="1">
                        <a:lnSpc>
                          <a:spcPct val="100000"/>
                        </a:lnSpc>
                        <a:spcBef>
                          <a:spcPct val="20000"/>
                        </a:spcBef>
                        <a:spcAft>
                          <a:spcPct val="0"/>
                        </a:spcAft>
                        <a:buClrTx/>
                        <a:buFontTx/>
                        <a:buNone/>
                        <a:defRPr/>
                      </a:pPr>
                      <a:r>
                        <a:rPr kumimoji="1" lang="en-US" altLang="ko-KR" sz="800" b="0" i="0" u="none" strike="noStrike" cap="none" normalizeH="0" baseline="0">
                          <a:solidFill>
                            <a:schemeClr val="tx1"/>
                          </a:solidFill>
                          <a:effectLst/>
                          <a:latin typeface="KoPub돋움체 Light"/>
                          <a:ea typeface="KoPub돋움체 Light"/>
                          <a:cs typeface="+mn-cs"/>
                        </a:rPr>
                        <a:t>DP-3020</a:t>
                      </a:r>
                      <a:endParaRPr kumimoji="1" lang="en-US" altLang="ko-KR" sz="800" b="0" i="0" u="none" strike="noStrike" cap="none" normalizeH="0" baseline="0">
                        <a:solidFill>
                          <a:schemeClr val="tx1"/>
                        </a:solidFill>
                        <a:latin typeface="KoPub돋움체 Light"/>
                        <a:ea typeface="KoPub돋움체 Light"/>
                        <a:cs typeface="+mn-cs"/>
                      </a:endParaRPr>
                    </a:p>
                  </a:txBody>
                  <a:tcPr marL="36000" marR="36000" marT="36000" marB="36000" anchor="ctr" horzOverflow="overflow">
                    <a:lnL w="3175" cap="flat" cmpd="sng" algn="ctr">
                      <a:solidFill>
                        <a:srgbClr val="808080"/>
                      </a:solidFill>
                      <a:prstDash val="solid"/>
                      <a:round/>
                    </a:lnL>
                    <a:lnR w="3175" cap="flat" cmpd="sng" algn="ctr">
                      <a:solidFill>
                        <a:srgbClr val="808080"/>
                      </a:solidFill>
                      <a:prstDash val="solid"/>
                      <a:round/>
                    </a:lnR>
                    <a:lnT w="3175" cap="flat" cmpd="sng" algn="ctr">
                      <a:solidFill>
                        <a:srgbClr val="808080"/>
                      </a:solidFill>
                      <a:prstDash val="solid"/>
                      <a:round/>
                    </a:lnT>
                    <a:lnB w="3175" cap="flat" cmpd="sng" algn="ctr">
                      <a:solidFill>
                        <a:srgbClr val="808080"/>
                      </a:solidFill>
                      <a:prstDash val="solid"/>
                      <a:round/>
                    </a:lnB>
                    <a:lnTlToBr>
                      <a:noFill/>
                    </a:lnTlToBr>
                    <a:lnBlToTr>
                      <a:noFill/>
                    </a:lnBlToTr>
                    <a:noFill/>
                  </a:tcPr>
                </a:tc>
                <a:extLst>
                  <a:ext uri="{0D108BD9-81ED-4DB2-BD59-A6C34878D82A}">
                    <a16:rowId xmlns:a16="http://schemas.microsoft.com/office/drawing/2014/main" val="10000"/>
                  </a:ext>
                </a:extLst>
              </a:tr>
              <a:tr h="195825">
                <a:tc>
                  <a:txBody>
                    <a:bodyPr/>
                    <a:lstStyle/>
                    <a:p>
                      <a:pPr marL="0" marR="0" lvl="0" indent="0" algn="ctr" defTabSz="914400" rtl="0" eaLnBrk="1" latinLnBrk="1" hangingPunct="1">
                        <a:lnSpc>
                          <a:spcPct val="100000"/>
                        </a:lnSpc>
                        <a:spcBef>
                          <a:spcPct val="20000"/>
                        </a:spcBef>
                        <a:spcAft>
                          <a:spcPct val="0"/>
                        </a:spcAft>
                        <a:buClrTx/>
                        <a:buFontTx/>
                        <a:buNone/>
                        <a:defRPr/>
                      </a:pPr>
                      <a:r>
                        <a:rPr kumimoji="1" lang="ko-KR" altLang="en-US" sz="800" b="0" i="0" u="none" strike="noStrike" cap="none" normalizeH="0" baseline="0">
                          <a:solidFill>
                            <a:schemeClr val="tx1"/>
                          </a:solidFill>
                          <a:effectLst/>
                          <a:latin typeface="KoPub돋움체 Light"/>
                          <a:ea typeface="KoPub돋움체 Light"/>
                          <a:cs typeface="+mn-cs"/>
                        </a:rPr>
                        <a:t>위   치</a:t>
                      </a:r>
                      <a:endParaRPr kumimoji="1" lang="ko-KR" altLang="en-US" sz="800" b="0" i="0" u="none" strike="noStrike" cap="none" normalizeH="0" baseline="0">
                        <a:solidFill>
                          <a:schemeClr val="tx1"/>
                        </a:solidFill>
                        <a:latin typeface="KoPub돋움체 Light"/>
                        <a:ea typeface="KoPub돋움체 Light"/>
                        <a:cs typeface="+mn-cs"/>
                      </a:endParaRPr>
                    </a:p>
                  </a:txBody>
                  <a:tcPr marL="36000" marR="36000" marT="36000" marB="36000" anchor="ctr" horzOverflow="overflow">
                    <a:lnL w="3175" cap="flat" cmpd="sng" algn="ctr">
                      <a:solidFill>
                        <a:srgbClr val="808080"/>
                      </a:solidFill>
                      <a:prstDash val="solid"/>
                      <a:round/>
                    </a:lnL>
                    <a:lnR w="3175" cap="flat" cmpd="sng" algn="ctr">
                      <a:solidFill>
                        <a:srgbClr val="808080"/>
                      </a:solidFill>
                      <a:prstDash val="solid"/>
                      <a:round/>
                    </a:lnR>
                    <a:lnT w="3175" cap="flat" cmpd="sng" algn="ctr">
                      <a:solidFill>
                        <a:srgbClr val="808080"/>
                      </a:solidFill>
                      <a:prstDash val="solid"/>
                      <a:round/>
                    </a:lnT>
                    <a:lnB w="3175" cap="flat" cmpd="sng" algn="ctr">
                      <a:solidFill>
                        <a:srgbClr val="808080"/>
                      </a:solidFill>
                      <a:prstDash val="solid"/>
                      <a:round/>
                    </a:lnB>
                    <a:lnTlToBr>
                      <a:noFill/>
                    </a:lnTlToBr>
                    <a:lnBlToTr>
                      <a:noFill/>
                    </a:lnBlToTr>
                    <a:solidFill>
                      <a:srgbClr val="DDDDDD"/>
                    </a:solidFill>
                  </a:tcPr>
                </a:tc>
                <a:tc>
                  <a:txBody>
                    <a:bodyPr/>
                    <a:lstStyle/>
                    <a:p>
                      <a:pPr marL="0" marR="0" lvl="0" indent="0" algn="l" defTabSz="914400" rtl="0" eaLnBrk="1" latinLnBrk="1" hangingPunct="1">
                        <a:lnSpc>
                          <a:spcPct val="100000"/>
                        </a:lnSpc>
                        <a:spcBef>
                          <a:spcPct val="20000"/>
                        </a:spcBef>
                        <a:spcAft>
                          <a:spcPct val="0"/>
                        </a:spcAft>
                        <a:buClrTx/>
                        <a:buFontTx/>
                        <a:buNone/>
                        <a:defRPr/>
                      </a:pPr>
                      <a:r>
                        <a:rPr kumimoji="1" lang="ko-KR" altLang="en-US" sz="800" b="0" i="0" u="none" strike="noStrike" cap="none" normalizeH="0" baseline="0">
                          <a:solidFill>
                            <a:schemeClr val="tx1"/>
                          </a:solidFill>
                          <a:effectLst/>
                          <a:latin typeface="KoPub돋움체 Light"/>
                          <a:ea typeface="KoPub돋움체 Light"/>
                          <a:cs typeface="+mn-cs"/>
                        </a:rPr>
                        <a:t>홈 </a:t>
                      </a:r>
                      <a:r>
                        <a:rPr kumimoji="1" lang="en-US" altLang="ko-KR" sz="800" b="0" i="0" u="none" strike="noStrike" cap="none" normalizeH="0" baseline="0">
                          <a:solidFill>
                            <a:schemeClr val="tx1"/>
                          </a:solidFill>
                          <a:effectLst/>
                          <a:latin typeface="KoPub돋움체 Light"/>
                          <a:ea typeface="KoPub돋움체 Light"/>
                          <a:cs typeface="+mn-cs"/>
                        </a:rPr>
                        <a:t>&gt;</a:t>
                      </a:r>
                      <a:r>
                        <a:rPr kumimoji="1" lang="ko-KR" altLang="en-US" sz="800" b="0" i="0" u="none" strike="noStrike" cap="none" normalizeH="0" baseline="0">
                          <a:solidFill>
                            <a:schemeClr val="tx1"/>
                          </a:solidFill>
                          <a:effectLst/>
                          <a:latin typeface="KoPub돋움체 Light"/>
                          <a:ea typeface="KoPub돋움체 Light"/>
                          <a:cs typeface="+mn-cs"/>
                        </a:rPr>
                        <a:t> 식단추천 </a:t>
                      </a:r>
                      <a:r>
                        <a:rPr kumimoji="1" lang="en-US" altLang="ko-KR" sz="800" b="0" i="0" u="none" strike="noStrike" cap="none" normalizeH="0" baseline="0">
                          <a:solidFill>
                            <a:schemeClr val="tx1"/>
                          </a:solidFill>
                          <a:effectLst/>
                          <a:latin typeface="KoPub돋움체 Light"/>
                          <a:ea typeface="KoPub돋움체 Light"/>
                          <a:cs typeface="+mn-cs"/>
                        </a:rPr>
                        <a:t>&gt;</a:t>
                      </a:r>
                      <a:r>
                        <a:rPr kumimoji="1" lang="ko-KR" altLang="en-US" sz="800" b="0" i="0" u="none" strike="noStrike" cap="none" normalizeH="0" baseline="0">
                          <a:solidFill>
                            <a:schemeClr val="tx1"/>
                          </a:solidFill>
                          <a:effectLst/>
                          <a:latin typeface="KoPub돋움체 Light"/>
                          <a:ea typeface="KoPub돋움체 Light"/>
                          <a:cs typeface="+mn-cs"/>
                        </a:rPr>
                        <a:t> 추천결과</a:t>
                      </a:r>
                      <a:endParaRPr kumimoji="1" lang="ko-KR" altLang="en-US" sz="800" b="0" i="0" u="none" strike="noStrike" cap="none" normalizeH="0" baseline="0">
                        <a:solidFill>
                          <a:schemeClr val="tx1"/>
                        </a:solidFill>
                        <a:latin typeface="KoPub돋움체 Light"/>
                        <a:ea typeface="KoPub돋움체 Light"/>
                        <a:cs typeface="+mn-cs"/>
                      </a:endParaRPr>
                    </a:p>
                  </a:txBody>
                  <a:tcPr marL="36000" marR="36000" marT="36000" marB="36000" anchor="ctr" horzOverflow="overflow">
                    <a:lnL w="3175" cap="flat" cmpd="sng" algn="ctr">
                      <a:solidFill>
                        <a:srgbClr val="808080"/>
                      </a:solidFill>
                      <a:prstDash val="solid"/>
                      <a:round/>
                    </a:lnL>
                    <a:lnR w="3175" cap="flat" cmpd="sng" algn="ctr">
                      <a:solidFill>
                        <a:srgbClr val="808080"/>
                      </a:solidFill>
                      <a:prstDash val="solid"/>
                      <a:round/>
                    </a:lnR>
                    <a:lnT w="3175" cap="flat" cmpd="sng" algn="ctr">
                      <a:solidFill>
                        <a:srgbClr val="808080"/>
                      </a:solidFill>
                      <a:prstDash val="solid"/>
                      <a:round/>
                    </a:lnT>
                    <a:lnB w="3175" cap="flat" cmpd="sng" algn="ctr">
                      <a:solidFill>
                        <a:srgbClr val="808080"/>
                      </a:solidFill>
                      <a:prstDash val="solid"/>
                      <a:round/>
                    </a:lnB>
                    <a:lnTlToBr>
                      <a:noFill/>
                    </a:lnTlToBr>
                    <a:lnBlToTr>
                      <a:noFill/>
                    </a:lnBlToTr>
                    <a:noFill/>
                  </a:tcPr>
                </a:tc>
                <a:tc>
                  <a:txBody>
                    <a:bodyPr/>
                    <a:lstStyle/>
                    <a:p>
                      <a:pPr marL="0" marR="0" lvl="0" indent="0" algn="ctr" defTabSz="914400" rtl="0" eaLnBrk="1" latinLnBrk="1" hangingPunct="1">
                        <a:lnSpc>
                          <a:spcPct val="100000"/>
                        </a:lnSpc>
                        <a:spcBef>
                          <a:spcPct val="20000"/>
                        </a:spcBef>
                        <a:spcAft>
                          <a:spcPct val="0"/>
                        </a:spcAft>
                        <a:buClrTx/>
                        <a:buFontTx/>
                        <a:buNone/>
                        <a:defRPr/>
                      </a:pPr>
                      <a:r>
                        <a:rPr kumimoji="1" lang="ko-KR" altLang="en-US" sz="800" b="0" i="0" u="none" strike="noStrike" cap="none" normalizeH="0" baseline="0">
                          <a:solidFill>
                            <a:schemeClr val="tx1"/>
                          </a:solidFill>
                          <a:effectLst/>
                          <a:latin typeface="KoPub돋움체 Light"/>
                          <a:ea typeface="KoPub돋움체 Light"/>
                          <a:cs typeface="+mn-cs"/>
                        </a:rPr>
                        <a:t>파일명</a:t>
                      </a:r>
                      <a:endParaRPr kumimoji="1" lang="ko-KR" altLang="en-US" sz="800" b="0" i="0" u="none" strike="noStrike" cap="none" normalizeH="0" baseline="0">
                        <a:solidFill>
                          <a:schemeClr val="tx1"/>
                        </a:solidFill>
                        <a:latin typeface="KoPub돋움체 Light"/>
                        <a:ea typeface="KoPub돋움체 Light"/>
                        <a:cs typeface="+mn-cs"/>
                      </a:endParaRPr>
                    </a:p>
                  </a:txBody>
                  <a:tcPr marL="36000" marR="36000" marT="36000" marB="36000" anchor="ctr" horzOverflow="overflow">
                    <a:lnL w="3175" cap="flat" cmpd="sng" algn="ctr">
                      <a:solidFill>
                        <a:srgbClr val="808080"/>
                      </a:solidFill>
                      <a:prstDash val="solid"/>
                      <a:round/>
                    </a:lnL>
                    <a:lnR w="3175" cap="flat" cmpd="sng" algn="ctr">
                      <a:solidFill>
                        <a:srgbClr val="808080"/>
                      </a:solidFill>
                      <a:prstDash val="solid"/>
                      <a:round/>
                    </a:lnR>
                    <a:lnT w="3175" cap="flat" cmpd="sng" algn="ctr">
                      <a:solidFill>
                        <a:srgbClr val="808080"/>
                      </a:solidFill>
                      <a:prstDash val="solid"/>
                      <a:round/>
                    </a:lnT>
                    <a:lnB w="3175" cap="flat" cmpd="sng" algn="ctr">
                      <a:solidFill>
                        <a:srgbClr val="808080"/>
                      </a:solidFill>
                      <a:prstDash val="solid"/>
                      <a:round/>
                    </a:lnB>
                    <a:lnTlToBr>
                      <a:noFill/>
                    </a:lnTlToBr>
                    <a:lnBlToTr>
                      <a:noFill/>
                    </a:lnBlToTr>
                    <a:solidFill>
                      <a:srgbClr val="DDDDDD"/>
                    </a:solidFill>
                  </a:tcPr>
                </a:tc>
                <a:tc>
                  <a:txBody>
                    <a:bodyPr/>
                    <a:lstStyle/>
                    <a:p>
                      <a:pPr marL="0" marR="0" lvl="0" indent="0" algn="l" defTabSz="914400" rtl="0" eaLnBrk="1" latinLnBrk="1" hangingPunct="1">
                        <a:lnSpc>
                          <a:spcPct val="100000"/>
                        </a:lnSpc>
                        <a:spcBef>
                          <a:spcPct val="20000"/>
                        </a:spcBef>
                        <a:spcAft>
                          <a:spcPct val="0"/>
                        </a:spcAft>
                        <a:buClrTx/>
                        <a:buFontTx/>
                        <a:buNone/>
                        <a:defRPr/>
                      </a:pPr>
                      <a:r>
                        <a:rPr kumimoji="1" lang="en-US" altLang="ko-KR" sz="800" b="0" i="0" u="none" strike="noStrike" cap="none" normalizeH="0" baseline="0">
                          <a:solidFill>
                            <a:schemeClr val="tx1"/>
                          </a:solidFill>
                          <a:effectLst/>
                          <a:latin typeface="KoPub돋움체 Light"/>
                          <a:ea typeface="KoPub돋움체 Light"/>
                          <a:cs typeface="+mn-cs"/>
                        </a:rPr>
                        <a:t>meal/result.html</a:t>
                      </a:r>
                      <a:endParaRPr kumimoji="1" lang="en-US" altLang="ko-KR" sz="800" b="0" i="0" u="none" strike="noStrike" cap="none" normalizeH="0" baseline="0">
                        <a:solidFill>
                          <a:schemeClr val="tx1"/>
                        </a:solidFill>
                        <a:latin typeface="KoPub돋움체 Light"/>
                        <a:ea typeface="KoPub돋움체 Light"/>
                        <a:cs typeface="+mn-cs"/>
                      </a:endParaRPr>
                    </a:p>
                  </a:txBody>
                  <a:tcPr marL="36000" marR="36000" marT="36000" marB="36000" anchor="ctr" horzOverflow="overflow">
                    <a:lnL w="3175" cap="flat" cmpd="sng" algn="ctr">
                      <a:solidFill>
                        <a:srgbClr val="808080"/>
                      </a:solidFill>
                      <a:prstDash val="solid"/>
                      <a:round/>
                    </a:lnL>
                    <a:lnR w="3175" cap="flat" cmpd="sng" algn="ctr">
                      <a:solidFill>
                        <a:srgbClr val="808080"/>
                      </a:solidFill>
                      <a:prstDash val="solid"/>
                      <a:round/>
                    </a:lnR>
                    <a:lnT w="3175" cap="flat" cmpd="sng" algn="ctr">
                      <a:solidFill>
                        <a:srgbClr val="808080"/>
                      </a:solidFill>
                      <a:prstDash val="solid"/>
                      <a:round/>
                    </a:lnT>
                    <a:lnB w="3175" cap="flat" cmpd="sng" algn="ctr">
                      <a:solidFill>
                        <a:srgbClr val="808080"/>
                      </a:solidFill>
                      <a:prstDash val="solid"/>
                      <a:round/>
                    </a:lnB>
                    <a:lnTlToBr>
                      <a:noFill/>
                    </a:lnTlToBr>
                    <a:lnBlToTr>
                      <a:noFill/>
                    </a:lnBlToTr>
                    <a:noFill/>
                  </a:tcPr>
                </a:tc>
                <a:tc>
                  <a:txBody>
                    <a:bodyPr/>
                    <a:lstStyle/>
                    <a:p>
                      <a:pPr marL="0" marR="0" lvl="0" indent="0" algn="ctr" defTabSz="914400" rtl="0" eaLnBrk="1" latinLnBrk="1" hangingPunct="1">
                        <a:lnSpc>
                          <a:spcPct val="100000"/>
                        </a:lnSpc>
                        <a:spcBef>
                          <a:spcPct val="20000"/>
                        </a:spcBef>
                        <a:spcAft>
                          <a:spcPct val="0"/>
                        </a:spcAft>
                        <a:buClrTx/>
                        <a:buFontTx/>
                        <a:buNone/>
                        <a:defRPr/>
                      </a:pPr>
                      <a:r>
                        <a:rPr kumimoji="1" lang="ko-KR" altLang="en-US" sz="800" b="0" i="0" u="none" strike="noStrike" cap="none" normalizeH="0" baseline="0">
                          <a:solidFill>
                            <a:schemeClr val="tx1"/>
                          </a:solidFill>
                          <a:effectLst/>
                          <a:latin typeface="KoPub돋움체 Light"/>
                          <a:ea typeface="KoPub돋움체 Light"/>
                          <a:cs typeface="+mn-cs"/>
                        </a:rPr>
                        <a:t>버전</a:t>
                      </a:r>
                      <a:r>
                        <a:rPr kumimoji="1" lang="en-US" altLang="ko-KR" sz="800" b="0" i="0" u="none" strike="noStrike" cap="none" normalizeH="0" baseline="0">
                          <a:solidFill>
                            <a:schemeClr val="tx1"/>
                          </a:solidFill>
                          <a:effectLst/>
                          <a:latin typeface="KoPub돋움체 Light"/>
                          <a:ea typeface="KoPub돋움체 Light"/>
                          <a:cs typeface="+mn-cs"/>
                        </a:rPr>
                        <a:t>/</a:t>
                      </a:r>
                      <a:r>
                        <a:rPr kumimoji="1" lang="ko-KR" altLang="en-US" sz="800" b="0" i="0" u="none" strike="noStrike" cap="none" normalizeH="0" baseline="0">
                          <a:solidFill>
                            <a:schemeClr val="tx1"/>
                          </a:solidFill>
                          <a:effectLst/>
                          <a:latin typeface="KoPub돋움체 Light"/>
                          <a:ea typeface="KoPub돋움체 Light"/>
                          <a:cs typeface="+mn-cs"/>
                        </a:rPr>
                        <a:t>날짜</a:t>
                      </a:r>
                      <a:endParaRPr kumimoji="1" lang="ko-KR" altLang="en-US" sz="800" b="0" i="0" u="none" strike="noStrike" cap="none" normalizeH="0" baseline="0">
                        <a:solidFill>
                          <a:schemeClr val="tx1"/>
                        </a:solidFill>
                        <a:latin typeface="KoPub돋움체 Light"/>
                        <a:ea typeface="KoPub돋움체 Light"/>
                        <a:cs typeface="+mn-cs"/>
                      </a:endParaRPr>
                    </a:p>
                  </a:txBody>
                  <a:tcPr marL="36000" marR="36000" marT="36000" marB="36000" anchor="ctr" horzOverflow="overflow">
                    <a:lnL w="3175" cap="flat" cmpd="sng" algn="ctr">
                      <a:solidFill>
                        <a:srgbClr val="808080"/>
                      </a:solidFill>
                      <a:prstDash val="solid"/>
                      <a:round/>
                    </a:lnL>
                    <a:lnR w="3175" cap="flat" cmpd="sng" algn="ctr">
                      <a:solidFill>
                        <a:srgbClr val="808080"/>
                      </a:solidFill>
                      <a:prstDash val="solid"/>
                      <a:round/>
                    </a:lnR>
                    <a:lnT w="3175" cap="flat" cmpd="sng" algn="ctr">
                      <a:solidFill>
                        <a:srgbClr val="808080"/>
                      </a:solidFill>
                      <a:prstDash val="solid"/>
                      <a:round/>
                    </a:lnT>
                    <a:lnB w="3175" cap="flat" cmpd="sng" algn="ctr">
                      <a:solidFill>
                        <a:srgbClr val="808080"/>
                      </a:solidFill>
                      <a:prstDash val="solid"/>
                      <a:round/>
                    </a:lnB>
                    <a:lnTlToBr>
                      <a:noFill/>
                    </a:lnTlToBr>
                    <a:lnBlToTr>
                      <a:noFill/>
                    </a:lnBlToTr>
                    <a:solidFill>
                      <a:srgbClr val="DDDDDD"/>
                    </a:solidFill>
                  </a:tcPr>
                </a:tc>
                <a:tc>
                  <a:txBody>
                    <a:bodyPr/>
                    <a:lstStyle/>
                    <a:p>
                      <a:pPr marL="0" marR="0" lvl="0" indent="0" algn="l" defTabSz="914400" rtl="0" eaLnBrk="1" latinLnBrk="1" hangingPunct="1">
                        <a:lnSpc>
                          <a:spcPct val="100000"/>
                        </a:lnSpc>
                        <a:spcBef>
                          <a:spcPct val="20000"/>
                        </a:spcBef>
                        <a:spcAft>
                          <a:spcPct val="0"/>
                        </a:spcAft>
                        <a:buClrTx/>
                        <a:buFontTx/>
                        <a:buNone/>
                        <a:defRPr/>
                      </a:pPr>
                      <a:r>
                        <a:rPr kumimoji="1" lang="en-US" altLang="ko-KR" sz="800" b="0" i="0" u="none" strike="noStrike" cap="none" normalizeH="0" baseline="0">
                          <a:solidFill>
                            <a:schemeClr val="tx1"/>
                          </a:solidFill>
                          <a:effectLst/>
                          <a:latin typeface="KoPub돋움체 Light"/>
                          <a:ea typeface="KoPub돋움체 Light"/>
                          <a:cs typeface="+mn-cs"/>
                        </a:rPr>
                        <a:t>2025-09-12</a:t>
                      </a:r>
                      <a:endParaRPr kumimoji="1" lang="en-US" altLang="ko-KR" sz="800" b="0" i="0" u="none" strike="noStrike" cap="none" normalizeH="0" baseline="0">
                        <a:solidFill>
                          <a:schemeClr val="tx1"/>
                        </a:solidFill>
                        <a:latin typeface="KoPub돋움체 Light"/>
                        <a:ea typeface="KoPub돋움체 Light"/>
                        <a:cs typeface="+mn-cs"/>
                      </a:endParaRPr>
                    </a:p>
                  </a:txBody>
                  <a:tcPr marL="36000" marR="36000" marT="36000" marB="36000" anchor="ctr" horzOverflow="overflow">
                    <a:lnL w="3175" cap="flat" cmpd="sng" algn="ctr">
                      <a:solidFill>
                        <a:srgbClr val="808080"/>
                      </a:solidFill>
                      <a:prstDash val="solid"/>
                      <a:round/>
                    </a:lnL>
                    <a:lnR w="3175" cap="flat" cmpd="sng" algn="ctr">
                      <a:solidFill>
                        <a:srgbClr val="808080"/>
                      </a:solidFill>
                      <a:prstDash val="solid"/>
                      <a:round/>
                    </a:lnR>
                    <a:lnT w="3175" cap="flat" cmpd="sng" algn="ctr">
                      <a:solidFill>
                        <a:srgbClr val="808080"/>
                      </a:solidFill>
                      <a:prstDash val="solid"/>
                      <a:round/>
                    </a:lnT>
                    <a:lnB w="3175" cap="flat" cmpd="sng" algn="ctr">
                      <a:solidFill>
                        <a:srgbClr val="808080"/>
                      </a:solidFill>
                      <a:prstDash val="solid"/>
                      <a:round/>
                    </a:lnB>
                    <a:lnTlToBr>
                      <a:noFill/>
                    </a:lnTlToBr>
                    <a:lnBlToTr>
                      <a:noFill/>
                    </a:lnBlToTr>
                    <a:noFill/>
                  </a:tcPr>
                </a:tc>
                <a:extLst>
                  <a:ext uri="{0D108BD9-81ED-4DB2-BD59-A6C34878D82A}">
                    <a16:rowId xmlns:a16="http://schemas.microsoft.com/office/drawing/2014/main" val="10001"/>
                  </a:ext>
                </a:extLst>
              </a:tr>
            </a:tbl>
          </a:graphicData>
        </a:graphic>
      </p:graphicFrame>
      <p:graphicFrame>
        <p:nvGraphicFramePr>
          <p:cNvPr id="226" name="Group 369"/>
          <p:cNvGraphicFramePr>
            <a:graphicFrameLocks noGrp="1"/>
          </p:cNvGraphicFramePr>
          <p:nvPr/>
        </p:nvGraphicFramePr>
        <p:xfrm>
          <a:off x="6187558" y="326042"/>
          <a:ext cx="2748792" cy="1538982"/>
        </p:xfrm>
        <a:graphic>
          <a:graphicData uri="http://schemas.openxmlformats.org/drawingml/2006/table">
            <a:tbl>
              <a:tblPr firstRow="1" bandRow="1"/>
              <a:tblGrid>
                <a:gridCol w="316692">
                  <a:extLst>
                    <a:ext uri="{9D8B030D-6E8A-4147-A177-3AD203B41FA5}">
                      <a16:colId xmlns:a16="http://schemas.microsoft.com/office/drawing/2014/main" val="20000"/>
                    </a:ext>
                  </a:extLst>
                </a:gridCol>
                <a:gridCol w="2432100">
                  <a:extLst>
                    <a:ext uri="{9D8B030D-6E8A-4147-A177-3AD203B41FA5}">
                      <a16:colId xmlns:a16="http://schemas.microsoft.com/office/drawing/2014/main" val="20001"/>
                    </a:ext>
                  </a:extLst>
                </a:gridCol>
              </a:tblGrid>
              <a:tr h="0">
                <a:tc gridSpan="2">
                  <a:txBody>
                    <a:bodyPr/>
                    <a:lstStyle/>
                    <a:p>
                      <a:pPr marL="0" marR="0" lvl="0" indent="0" algn="l" defTabSz="914400" rtl="0" eaLnBrk="0" latinLnBrk="1" hangingPunct="0">
                        <a:lnSpc>
                          <a:spcPct val="100000"/>
                        </a:lnSpc>
                        <a:spcBef>
                          <a:spcPct val="0"/>
                        </a:spcBef>
                        <a:spcAft>
                          <a:spcPct val="0"/>
                        </a:spcAft>
                        <a:buClrTx/>
                        <a:buFontTx/>
                        <a:buNone/>
                        <a:defRPr/>
                      </a:pPr>
                      <a:r>
                        <a:rPr kumimoji="1" lang="en-US" altLang="ko-KR" sz="800" b="0" i="0" u="none" strike="noStrike" cap="none" normalizeH="0" baseline="0">
                          <a:solidFill>
                            <a:schemeClr val="lt1"/>
                          </a:solidFill>
                          <a:effectLst/>
                          <a:latin typeface="KoPub돋움체 Light"/>
                          <a:ea typeface="KoPub돋움체 Light"/>
                          <a:sym typeface="Wingdings 2"/>
                        </a:rPr>
                        <a:t> Description</a:t>
                      </a:r>
                      <a:endParaRPr kumimoji="1" lang="en-US" altLang="ko-KR" sz="800" b="0" i="0" u="none" strike="noStrike" cap="none" normalizeH="0" baseline="0">
                        <a:solidFill>
                          <a:schemeClr val="lt1"/>
                        </a:solidFill>
                        <a:latin typeface="KoPub돋움체 Light"/>
                        <a:ea typeface="KoPub돋움체 Light"/>
                        <a:sym typeface="Wingdings 2"/>
                      </a:endParaRPr>
                    </a:p>
                  </a:txBody>
                  <a:tcPr marL="0" marR="0" horzOverflow="overflow">
                    <a:lnL w="12700" cap="flat" cmpd="sng" algn="ctr">
                      <a:solidFill>
                        <a:schemeClr val="tx1"/>
                      </a:solidFill>
                      <a:prstDash val="solid"/>
                      <a:round/>
                    </a:lnL>
                    <a:lnR w="12700" cap="flat" cmpd="sng" algn="ctr">
                      <a:solidFill>
                        <a:schemeClr val="tx1"/>
                      </a:solidFill>
                      <a:prstDash val="solid"/>
                      <a:round/>
                    </a:lnR>
                    <a:lnT w="12700" cap="flat" cmpd="sng" algn="ctr">
                      <a:solidFill>
                        <a:schemeClr val="tx1"/>
                      </a:solidFill>
                      <a:prstDash val="solid"/>
                      <a:round/>
                    </a:lnT>
                    <a:lnB w="12700" cap="flat" cmpd="sng" algn="ctr">
                      <a:solidFill>
                        <a:schemeClr val="tx1"/>
                      </a:solidFill>
                      <a:prstDash val="solid"/>
                      <a:round/>
                    </a:lnB>
                    <a:lnTlToBr>
                      <a:noFill/>
                    </a:lnTlToBr>
                    <a:lnBlToTr>
                      <a:noFill/>
                    </a:lnBlToTr>
                    <a:solidFill>
                      <a:srgbClr val="808080"/>
                    </a:solidFill>
                  </a:tcPr>
                </a:tc>
                <a:tc hMerge="1">
                  <a:txBody>
                    <a:bodyPr/>
                    <a:lstStyle/>
                    <a:p>
                      <a:pPr marL="0" marR="0" lvl="0" indent="0" algn="l" defTabSz="914400" rtl="0" eaLnBrk="0" latinLnBrk="0" hangingPunct="0">
                        <a:lnSpc>
                          <a:spcPct val="110000"/>
                        </a:lnSpc>
                        <a:spcBef>
                          <a:spcPts val="300"/>
                        </a:spcBef>
                        <a:spcAft>
                          <a:spcPct val="0"/>
                        </a:spcAft>
                        <a:buClrTx/>
                        <a:buFont typeface="Wingdings"/>
                        <a:buNone/>
                        <a:defRPr/>
                      </a:pPr>
                      <a:endParaRPr kumimoji="1" lang="en-US" altLang="ko-KR" sz="800" b="0" i="0" u="none" strike="noStrike" kern="1200" cap="none" normalizeH="0" baseline="0">
                        <a:solidFill>
                          <a:schemeClr val="tx1"/>
                        </a:solidFill>
                        <a:effectLst/>
                        <a:latin typeface="나눔고딕"/>
                        <a:ea typeface="나눔고딕"/>
                        <a:cs typeface="+mn-cs"/>
                        <a:sym typeface="Wingdings"/>
                      </a:endParaRPr>
                    </a:p>
                  </a:txBody>
                  <a:tcPr marL="54000" marR="54000" marT="54000" marB="54000" horzOverflow="overflow">
                    <a:lnL w="3175" cap="flat" cmpd="sng" algn="ctr">
                      <a:solidFill>
                        <a:srgbClr val="A6A6A6"/>
                      </a:solidFill>
                      <a:prstDash val="solid"/>
                      <a:round/>
                    </a:lnL>
                    <a:lnR w="6350" cap="flat" cmpd="sng" algn="ctr">
                      <a:solidFill>
                        <a:srgbClr val="7F7F7F"/>
                      </a:solidFill>
                      <a:prstDash val="solid"/>
                      <a:round/>
                    </a:lnR>
                    <a:lnT w="6350" cap="flat" cmpd="sng" algn="ctr">
                      <a:solidFill>
                        <a:srgbClr val="7F7F7F"/>
                      </a:solidFill>
                      <a:prstDash val="solid"/>
                      <a:round/>
                    </a:lnT>
                    <a:lnB w="6350" cap="flat" cmpd="sng" algn="ctr">
                      <a:solidFill>
                        <a:srgbClr val="7F7F7F"/>
                      </a:solidFill>
                      <a:prstDash val="solid"/>
                      <a:round/>
                    </a:lnB>
                    <a:lnTlToBr>
                      <a:noFill/>
                    </a:lnTlToBr>
                    <a:lnBlToTr>
                      <a:noFill/>
                    </a:lnBlToTr>
                    <a:solidFill>
                      <a:schemeClr val="bg1"/>
                    </a:solidFill>
                  </a:tcPr>
                </a:tc>
                <a:extLst>
                  <a:ext uri="{0D108BD9-81ED-4DB2-BD59-A6C34878D82A}">
                    <a16:rowId xmlns:a16="http://schemas.microsoft.com/office/drawing/2014/main" val="10000"/>
                  </a:ext>
                </a:extLst>
              </a:tr>
              <a:tr h="0">
                <a:tc>
                  <a:txBody>
                    <a:bodyPr/>
                    <a:lstStyle/>
                    <a:p>
                      <a:pPr marL="0" marR="0" lvl="0" indent="0" algn="ctr" defTabSz="914400" rtl="0" eaLnBrk="0" latinLnBrk="1" hangingPunct="0">
                        <a:lnSpc>
                          <a:spcPct val="100000"/>
                        </a:lnSpc>
                        <a:spcBef>
                          <a:spcPct val="0"/>
                        </a:spcBef>
                        <a:spcAft>
                          <a:spcPct val="0"/>
                        </a:spcAft>
                        <a:buClrTx/>
                        <a:buFontTx/>
                        <a:buNone/>
                        <a:defRPr/>
                      </a:pPr>
                      <a:r>
                        <a:rPr kumimoji="1" lang="en-US" altLang="ko-KR" sz="800" b="1" i="0" u="none" strike="noStrike" cap="none" normalizeH="0" baseline="0">
                          <a:solidFill>
                            <a:schemeClr val="tx1"/>
                          </a:solidFill>
                          <a:effectLst/>
                          <a:latin typeface="KoPub돋움체 Light"/>
                          <a:ea typeface="KoPub돋움체 Light"/>
                          <a:sym typeface="Wingdings 2"/>
                        </a:rPr>
                        <a:t>D1</a:t>
                      </a:r>
                      <a:endParaRPr kumimoji="1" lang="en-US" altLang="ko-KR" sz="800" b="1" i="0" u="none" strike="noStrike" cap="none" normalizeH="0" baseline="0">
                        <a:solidFill>
                          <a:schemeClr val="tx1"/>
                        </a:solidFill>
                        <a:latin typeface="KoPub돋움체 Light"/>
                        <a:ea typeface="KoPub돋움체 Light"/>
                        <a:sym typeface="Wingdings 2"/>
                      </a:endParaRPr>
                    </a:p>
                  </a:txBody>
                  <a:tcPr marL="0" marR="0" horzOverflow="overflow">
                    <a:lnL w="12700" cap="flat" cmpd="sng" algn="ctr">
                      <a:solidFill>
                        <a:schemeClr val="tx1"/>
                      </a:solidFill>
                      <a:prstDash val="solid"/>
                      <a:round/>
                    </a:lnL>
                    <a:lnR w="3175" cap="flat" cmpd="sng" algn="ctr">
                      <a:solidFill>
                        <a:srgbClr val="A6A6A6"/>
                      </a:solidFill>
                      <a:prstDash val="solid"/>
                      <a:round/>
                    </a:lnR>
                    <a:lnT w="12700" cap="flat" cmpd="sng" algn="ctr">
                      <a:solidFill>
                        <a:schemeClr val="tx1"/>
                      </a:solidFill>
                      <a:prstDash val="solid"/>
                      <a:round/>
                    </a:lnT>
                    <a:lnB w="6350" cap="flat" cmpd="sng" algn="ctr">
                      <a:solidFill>
                        <a:srgbClr val="7F7F7F"/>
                      </a:solidFill>
                      <a:prstDash val="solid"/>
                      <a:round/>
                    </a:lnB>
                    <a:lnTlToBr>
                      <a:noFill/>
                    </a:lnTlToBr>
                    <a:lnBlToTr>
                      <a:noFill/>
                    </a:lnBlToTr>
                    <a:solidFill>
                      <a:srgbClr val="F2F2F2"/>
                    </a:solidFill>
                  </a:tcPr>
                </a:tc>
                <a:tc>
                  <a:txBody>
                    <a:bodyPr/>
                    <a:lstStyle/>
                    <a:p>
                      <a:pPr marL="0" marR="0" lvl="0" indent="0" algn="l" defTabSz="914400" rtl="0" eaLnBrk="0" latinLnBrk="0" hangingPunct="0">
                        <a:lnSpc>
                          <a:spcPct val="110000"/>
                        </a:lnSpc>
                        <a:spcBef>
                          <a:spcPts val="300"/>
                        </a:spcBef>
                        <a:spcAft>
                          <a:spcPct val="0"/>
                        </a:spcAft>
                        <a:buClrTx/>
                        <a:buFontTx/>
                        <a:buNone/>
                        <a:defRPr/>
                      </a:pPr>
                      <a:r>
                        <a:rPr kumimoji="1" lang="ko-KR" altLang="en-US" sz="800" b="0" i="0" u="none" strike="noStrike" kern="1200" cap="none" normalizeH="0" baseline="0">
                          <a:solidFill>
                            <a:schemeClr val="tx1"/>
                          </a:solidFill>
                          <a:effectLst/>
                          <a:latin typeface="KoPub돋움체 Light"/>
                          <a:ea typeface="KoPub돋움체 Light"/>
                          <a:cs typeface="+mn-cs"/>
                          <a:sym typeface="Wingdings"/>
                        </a:rPr>
                        <a:t>회원의 닉네임을 불러온다</a:t>
                      </a:r>
                      <a:r>
                        <a:rPr kumimoji="1" lang="en-US" altLang="ko-KR" sz="800" b="0" i="0" u="none" strike="noStrike" kern="1200" cap="none" normalizeH="0" baseline="0">
                          <a:solidFill>
                            <a:schemeClr val="tx1"/>
                          </a:solidFill>
                          <a:effectLst/>
                          <a:latin typeface="KoPub돋움체 Light"/>
                          <a:ea typeface="KoPub돋움체 Light"/>
                          <a:cs typeface="+mn-cs"/>
                          <a:sym typeface="Wingdings"/>
                        </a:rPr>
                        <a:t>.</a:t>
                      </a:r>
                      <a:endParaRPr kumimoji="1" lang="en-US" altLang="ko-KR" sz="800" b="0" i="0" u="none" strike="noStrike" kern="1200" cap="none" normalizeH="0" baseline="0">
                        <a:solidFill>
                          <a:schemeClr val="tx1"/>
                        </a:solidFill>
                        <a:latin typeface="KoPub돋움체 Light"/>
                        <a:ea typeface="KoPub돋움체 Light"/>
                        <a:cs typeface="+mn-cs"/>
                        <a:sym typeface="Wingdings"/>
                      </a:endParaRPr>
                    </a:p>
                  </a:txBody>
                  <a:tcPr marL="54000" marR="54000" marT="54000" marB="54000" horzOverflow="overflow">
                    <a:lnL w="3175" cap="flat" cmpd="sng" algn="ctr">
                      <a:solidFill>
                        <a:srgbClr val="A6A6A6"/>
                      </a:solidFill>
                      <a:prstDash val="solid"/>
                      <a:round/>
                    </a:lnL>
                    <a:lnR w="12700" cap="flat" cmpd="sng" algn="ctr">
                      <a:solidFill>
                        <a:schemeClr val="tx1"/>
                      </a:solidFill>
                      <a:prstDash val="solid"/>
                      <a:round/>
                    </a:lnR>
                    <a:lnT w="12700" cap="flat" cmpd="sng" algn="ctr">
                      <a:solidFill>
                        <a:schemeClr val="tx1"/>
                      </a:solidFill>
                      <a:prstDash val="solid"/>
                      <a:round/>
                    </a:lnT>
                    <a:lnB w="6350" cap="flat" cmpd="sng" algn="ctr">
                      <a:solidFill>
                        <a:srgbClr val="7F7F7F"/>
                      </a:solidFill>
                      <a:prstDash val="solid"/>
                      <a:round/>
                    </a:lnB>
                    <a:lnTlToBr>
                      <a:noFill/>
                    </a:lnTlToBr>
                    <a:lnBlToTr>
                      <a:noFill/>
                    </a:lnBlToTr>
                    <a:solidFill>
                      <a:schemeClr val="bg1"/>
                    </a:solidFill>
                  </a:tcPr>
                </a:tc>
                <a:extLst>
                  <a:ext uri="{0D108BD9-81ED-4DB2-BD59-A6C34878D82A}">
                    <a16:rowId xmlns:a16="http://schemas.microsoft.com/office/drawing/2014/main" val="10001"/>
                  </a:ext>
                </a:extLst>
              </a:tr>
              <a:tr h="241350">
                <a:tc>
                  <a:txBody>
                    <a:bodyPr/>
                    <a:lstStyle/>
                    <a:p>
                      <a:pPr marL="0" marR="0" lvl="0" indent="0" algn="ctr" defTabSz="914400" rtl="0" eaLnBrk="0" latinLnBrk="1" hangingPunct="0">
                        <a:lnSpc>
                          <a:spcPct val="100000"/>
                        </a:lnSpc>
                        <a:spcBef>
                          <a:spcPct val="0"/>
                        </a:spcBef>
                        <a:spcAft>
                          <a:spcPct val="0"/>
                        </a:spcAft>
                        <a:buClrTx/>
                        <a:buFontTx/>
                        <a:buNone/>
                        <a:defRPr/>
                      </a:pPr>
                      <a:r>
                        <a:rPr kumimoji="1" lang="en-US" altLang="ko-KR" sz="800" b="1" i="0" u="none" strike="noStrike" cap="none" normalizeH="0" baseline="0">
                          <a:solidFill>
                            <a:schemeClr val="tx1"/>
                          </a:solidFill>
                          <a:latin typeface="KoPub돋움체 Light"/>
                          <a:ea typeface="KoPub돋움체 Light"/>
                          <a:sym typeface="Wingdings 2"/>
                        </a:rPr>
                        <a:t>D2</a:t>
                      </a:r>
                    </a:p>
                  </a:txBody>
                  <a:tcPr marL="0" marR="0" horzOverflow="overflow">
                    <a:lnL w="12700" cap="flat" cmpd="sng" algn="ctr">
                      <a:solidFill>
                        <a:schemeClr val="tx1"/>
                      </a:solidFill>
                      <a:prstDash val="solid"/>
                      <a:round/>
                    </a:lnL>
                    <a:lnR w="3175" cap="flat" cmpd="sng" algn="ctr">
                      <a:solidFill>
                        <a:srgbClr val="A6A6A6"/>
                      </a:solidFill>
                      <a:prstDash val="solid"/>
                      <a:round/>
                    </a:lnR>
                    <a:lnT w="6350" cap="flat" cmpd="sng" algn="ctr">
                      <a:solidFill>
                        <a:srgbClr val="7F7F7F"/>
                      </a:solidFill>
                      <a:prstDash val="solid"/>
                      <a:round/>
                    </a:lnT>
                    <a:lnB w="6350" cap="flat" cmpd="sng" algn="ctr">
                      <a:solidFill>
                        <a:srgbClr val="7F7F7F"/>
                      </a:solidFill>
                      <a:prstDash val="solid"/>
                      <a:round/>
                    </a:lnB>
                    <a:lnTlToBr>
                      <a:noFill/>
                    </a:lnTlToBr>
                    <a:lnBlToTr>
                      <a:noFill/>
                    </a:lnBlToTr>
                    <a:solidFill>
                      <a:srgbClr val="F2F2F2"/>
                    </a:solidFill>
                  </a:tcPr>
                </a:tc>
                <a:tc>
                  <a:txBody>
                    <a:bodyPr/>
                    <a:lstStyle/>
                    <a:p>
                      <a:pPr marL="0" marR="0" lvl="0" indent="0" algn="l" defTabSz="914400" rtl="0" eaLnBrk="0" latinLnBrk="0" hangingPunct="0">
                        <a:lnSpc>
                          <a:spcPct val="110000"/>
                        </a:lnSpc>
                        <a:spcBef>
                          <a:spcPts val="300"/>
                        </a:spcBef>
                        <a:spcAft>
                          <a:spcPct val="0"/>
                        </a:spcAft>
                        <a:buClrTx/>
                        <a:buFontTx/>
                        <a:buNone/>
                        <a:defRPr/>
                      </a:pPr>
                      <a:r>
                        <a:rPr kumimoji="1" lang="ko-KR" altLang="en-US" sz="800" b="0" i="0" u="none" strike="noStrike" kern="1200" cap="none" normalizeH="0" baseline="0">
                          <a:solidFill>
                            <a:schemeClr val="tx1"/>
                          </a:solidFill>
                          <a:latin typeface="KoPub돋움체 Light"/>
                          <a:ea typeface="KoPub돋움체 Light"/>
                          <a:cs typeface="+mn-cs"/>
                          <a:sym typeface="Wingdings"/>
                        </a:rPr>
                        <a:t>하루 권장 섭취량을 넘지 않을 경우 추천 식단 알림 표시</a:t>
                      </a:r>
                    </a:p>
                  </a:txBody>
                  <a:tcPr marL="54000" marR="54000" marT="54000" marB="54000" horzOverflow="overflow">
                    <a:lnL w="3175" cap="flat" cmpd="sng" algn="ctr">
                      <a:solidFill>
                        <a:srgbClr val="A6A6A6"/>
                      </a:solidFill>
                      <a:prstDash val="solid"/>
                      <a:round/>
                    </a:lnL>
                    <a:lnR w="12700" cap="flat" cmpd="sng" algn="ctr">
                      <a:solidFill>
                        <a:schemeClr val="tx1"/>
                      </a:solidFill>
                      <a:prstDash val="solid"/>
                      <a:round/>
                    </a:lnR>
                    <a:lnT w="6350" cap="flat" cmpd="sng" algn="ctr">
                      <a:solidFill>
                        <a:srgbClr val="7F7F7F"/>
                      </a:solidFill>
                      <a:prstDash val="solid"/>
                      <a:round/>
                    </a:lnT>
                    <a:lnB w="6350" cap="flat" cmpd="sng" algn="ctr">
                      <a:solidFill>
                        <a:srgbClr val="7F7F7F"/>
                      </a:solidFill>
                      <a:prstDash val="solid"/>
                      <a:round/>
                    </a:lnB>
                    <a:lnTlToBr>
                      <a:noFill/>
                    </a:lnTlToBr>
                    <a:lnBlToTr>
                      <a:noFill/>
                    </a:lnBlToTr>
                    <a:solidFill>
                      <a:schemeClr val="bg1"/>
                    </a:solidFill>
                  </a:tcPr>
                </a:tc>
                <a:extLst>
                  <a:ext uri="{0D108BD9-81ED-4DB2-BD59-A6C34878D82A}">
                    <a16:rowId xmlns:a16="http://schemas.microsoft.com/office/drawing/2014/main" val="10002"/>
                  </a:ext>
                </a:extLst>
              </a:tr>
              <a:tr h="241350">
                <a:tc>
                  <a:txBody>
                    <a:bodyPr/>
                    <a:lstStyle/>
                    <a:p>
                      <a:pPr marL="0" marR="0" lvl="0" indent="0" algn="ctr" defTabSz="914400" rtl="0" eaLnBrk="0" latinLnBrk="1" hangingPunct="0">
                        <a:lnSpc>
                          <a:spcPct val="100000"/>
                        </a:lnSpc>
                        <a:spcBef>
                          <a:spcPct val="0"/>
                        </a:spcBef>
                        <a:spcAft>
                          <a:spcPct val="0"/>
                        </a:spcAft>
                        <a:buClrTx/>
                        <a:buFontTx/>
                        <a:buNone/>
                        <a:defRPr/>
                      </a:pPr>
                      <a:r>
                        <a:rPr kumimoji="1" lang="en-US" altLang="ko-KR" sz="800" b="1" i="0" u="none" strike="noStrike" cap="none" normalizeH="0" baseline="0">
                          <a:solidFill>
                            <a:schemeClr val="tx1"/>
                          </a:solidFill>
                          <a:latin typeface="KoPub돋움체 Light"/>
                          <a:ea typeface="KoPub돋움체 Light"/>
                          <a:sym typeface="Wingdings 2"/>
                        </a:rPr>
                        <a:t>D3</a:t>
                      </a:r>
                    </a:p>
                  </a:txBody>
                  <a:tcPr marL="0" marR="0" horzOverflow="overflow">
                    <a:lnL w="12700" cap="flat" cmpd="sng" algn="ctr">
                      <a:solidFill>
                        <a:schemeClr val="tx1"/>
                      </a:solidFill>
                      <a:prstDash val="solid"/>
                      <a:round/>
                    </a:lnL>
                    <a:lnR w="3175" cap="flat" cmpd="sng" algn="ctr">
                      <a:solidFill>
                        <a:srgbClr val="A6A6A6"/>
                      </a:solidFill>
                      <a:prstDash val="solid"/>
                      <a:round/>
                    </a:lnR>
                    <a:lnT w="6350" cap="flat" cmpd="sng" algn="ctr">
                      <a:solidFill>
                        <a:srgbClr val="7F7F7F"/>
                      </a:solidFill>
                      <a:prstDash val="solid"/>
                      <a:round/>
                    </a:lnT>
                    <a:lnB w="6350" cap="flat" cmpd="sng" algn="ctr">
                      <a:solidFill>
                        <a:srgbClr val="7F7F7F"/>
                      </a:solidFill>
                      <a:prstDash val="solid"/>
                      <a:round/>
                    </a:lnB>
                    <a:lnTlToBr>
                      <a:noFill/>
                    </a:lnTlToBr>
                    <a:lnBlToTr>
                      <a:noFill/>
                    </a:lnBlToTr>
                    <a:solidFill>
                      <a:srgbClr val="F2F2F2"/>
                    </a:solidFill>
                  </a:tcPr>
                </a:tc>
                <a:tc>
                  <a:txBody>
                    <a:bodyPr/>
                    <a:lstStyle/>
                    <a:p>
                      <a:pPr marL="0" marR="0" lvl="0" indent="0" algn="l" defTabSz="914400" rtl="0" eaLnBrk="0" latinLnBrk="0" hangingPunct="0">
                        <a:lnSpc>
                          <a:spcPct val="110000"/>
                        </a:lnSpc>
                        <a:spcBef>
                          <a:spcPts val="300"/>
                        </a:spcBef>
                        <a:spcAft>
                          <a:spcPct val="0"/>
                        </a:spcAft>
                        <a:buClrTx/>
                        <a:buFontTx/>
                        <a:buNone/>
                        <a:defRPr/>
                      </a:pPr>
                      <a:r>
                        <a:rPr kumimoji="1" lang="ko-KR" altLang="en-US" sz="800" b="0" i="0" u="none" strike="noStrike" kern="1200" cap="none" normalizeH="0" baseline="0">
                          <a:solidFill>
                            <a:schemeClr val="tx1"/>
                          </a:solidFill>
                          <a:latin typeface="KoPub돋움체 Light"/>
                          <a:ea typeface="KoPub돋움체 Light"/>
                          <a:cs typeface="+mn-cs"/>
                          <a:sym typeface="Wingdings"/>
                        </a:rPr>
                        <a:t>하루 권장 섭취량을 넘을 경우</a:t>
                      </a:r>
                      <a:r>
                        <a:rPr kumimoji="1" lang="en-US" altLang="ko-KR" sz="800" b="0" i="0" u="none" strike="noStrike" kern="1200" cap="none" normalizeH="0" baseline="0">
                          <a:solidFill>
                            <a:schemeClr val="tx1"/>
                          </a:solidFill>
                          <a:latin typeface="KoPub돋움체 Light"/>
                          <a:ea typeface="KoPub돋움체 Light"/>
                          <a:cs typeface="+mn-cs"/>
                          <a:sym typeface="Wingdings"/>
                        </a:rPr>
                        <a:t>,</a:t>
                      </a:r>
                      <a:r>
                        <a:rPr kumimoji="1" lang="ko-KR" altLang="en-US" sz="800" b="0" i="0" u="none" strike="noStrike" kern="1200" cap="none" normalizeH="0" baseline="0">
                          <a:solidFill>
                            <a:schemeClr val="tx1"/>
                          </a:solidFill>
                          <a:latin typeface="KoPub돋움체 Light"/>
                          <a:ea typeface="KoPub돋움체 Light"/>
                          <a:cs typeface="+mn-cs"/>
                          <a:sym typeface="Wingdings"/>
                        </a:rPr>
                        <a:t> 다이어트 권고 알림 표시</a:t>
                      </a:r>
                    </a:p>
                  </a:txBody>
                  <a:tcPr marL="54000" marR="54000" marT="54000" marB="54000" horzOverflow="overflow">
                    <a:lnL w="3175" cap="flat" cmpd="sng" algn="ctr">
                      <a:solidFill>
                        <a:srgbClr val="A6A6A6"/>
                      </a:solidFill>
                      <a:prstDash val="solid"/>
                      <a:round/>
                    </a:lnL>
                    <a:lnR w="12700" cap="flat" cmpd="sng" algn="ctr">
                      <a:solidFill>
                        <a:schemeClr val="tx1"/>
                      </a:solidFill>
                      <a:prstDash val="solid"/>
                      <a:round/>
                    </a:lnR>
                    <a:lnT w="6350" cap="flat" cmpd="sng" algn="ctr">
                      <a:solidFill>
                        <a:srgbClr val="7F7F7F"/>
                      </a:solidFill>
                      <a:prstDash val="solid"/>
                      <a:round/>
                    </a:lnT>
                    <a:lnB w="6350" cap="flat" cmpd="sng" algn="ctr">
                      <a:solidFill>
                        <a:srgbClr val="7F7F7F"/>
                      </a:solidFill>
                      <a:prstDash val="solid"/>
                      <a:round/>
                    </a:lnB>
                    <a:lnTlToBr>
                      <a:noFill/>
                    </a:lnTlToBr>
                    <a:lnBlToTr>
                      <a:noFill/>
                    </a:lnBlToTr>
                    <a:solidFill>
                      <a:schemeClr val="bg1"/>
                    </a:solidFill>
                  </a:tcPr>
                </a:tc>
                <a:extLst>
                  <a:ext uri="{0D108BD9-81ED-4DB2-BD59-A6C34878D82A}">
                    <a16:rowId xmlns:a16="http://schemas.microsoft.com/office/drawing/2014/main" val="10003"/>
                  </a:ext>
                </a:extLst>
              </a:tr>
              <a:tr h="241350">
                <a:tc>
                  <a:txBody>
                    <a:bodyPr/>
                    <a:lstStyle/>
                    <a:p>
                      <a:pPr marL="0" marR="0" lvl="0" indent="0" algn="ctr" defTabSz="914400" rtl="0" eaLnBrk="0" latinLnBrk="1" hangingPunct="0">
                        <a:lnSpc>
                          <a:spcPct val="100000"/>
                        </a:lnSpc>
                        <a:spcBef>
                          <a:spcPct val="0"/>
                        </a:spcBef>
                        <a:spcAft>
                          <a:spcPct val="0"/>
                        </a:spcAft>
                        <a:buClrTx/>
                        <a:buFontTx/>
                        <a:buNone/>
                        <a:defRPr/>
                      </a:pPr>
                      <a:r>
                        <a:rPr kumimoji="1" lang="en-US" altLang="ko-KR" sz="800" b="1" i="0" u="none" strike="noStrike" cap="none" normalizeH="0" baseline="0">
                          <a:solidFill>
                            <a:schemeClr val="tx1"/>
                          </a:solidFill>
                          <a:latin typeface="KoPub돋움체 Light"/>
                          <a:ea typeface="KoPub돋움체 Light"/>
                          <a:sym typeface="Wingdings 2"/>
                        </a:rPr>
                        <a:t>D4</a:t>
                      </a:r>
                    </a:p>
                  </a:txBody>
                  <a:tcPr marL="0" marR="0" horzOverflow="overflow">
                    <a:lnL w="12700" cap="flat" cmpd="sng" algn="ctr">
                      <a:solidFill>
                        <a:schemeClr val="tx1"/>
                      </a:solidFill>
                      <a:prstDash val="solid"/>
                      <a:round/>
                    </a:lnL>
                    <a:lnR w="3175" cap="flat" cmpd="sng" algn="ctr">
                      <a:solidFill>
                        <a:srgbClr val="A6A6A6"/>
                      </a:solidFill>
                      <a:prstDash val="solid"/>
                      <a:round/>
                    </a:lnR>
                    <a:lnT w="6350" cap="flat" cmpd="sng" algn="ctr">
                      <a:solidFill>
                        <a:srgbClr val="7F7F7F"/>
                      </a:solidFill>
                      <a:prstDash val="solid"/>
                      <a:round/>
                    </a:lnT>
                    <a:lnB w="6350" cap="flat" cmpd="sng" algn="ctr">
                      <a:solidFill>
                        <a:srgbClr val="7F7F7F"/>
                      </a:solidFill>
                      <a:prstDash val="solid"/>
                      <a:round/>
                    </a:lnB>
                    <a:lnTlToBr>
                      <a:noFill/>
                    </a:lnTlToBr>
                    <a:lnBlToTr>
                      <a:noFill/>
                    </a:lnBlToTr>
                    <a:solidFill>
                      <a:srgbClr val="F2F2F2"/>
                    </a:solidFill>
                  </a:tcPr>
                </a:tc>
                <a:tc>
                  <a:txBody>
                    <a:bodyPr/>
                    <a:lstStyle/>
                    <a:p>
                      <a:pPr marL="0" marR="0" lvl="0" indent="0" algn="l" defTabSz="914400" rtl="0" eaLnBrk="0" latinLnBrk="0" hangingPunct="0">
                        <a:lnSpc>
                          <a:spcPct val="110000"/>
                        </a:lnSpc>
                        <a:spcBef>
                          <a:spcPts val="300"/>
                        </a:spcBef>
                        <a:spcAft>
                          <a:spcPct val="0"/>
                        </a:spcAft>
                        <a:buClrTx/>
                        <a:buFontTx/>
                        <a:buNone/>
                        <a:defRPr/>
                      </a:pPr>
                      <a:r>
                        <a:rPr kumimoji="1" lang="ko-KR" altLang="en-US" sz="800" b="0" i="0" u="none" strike="noStrike" kern="1200" cap="none" normalizeH="0" baseline="0">
                          <a:solidFill>
                            <a:schemeClr val="tx1"/>
                          </a:solidFill>
                          <a:latin typeface="KoPub돋움체 Light"/>
                          <a:ea typeface="KoPub돋움체 Light"/>
                          <a:cs typeface="+mn-cs"/>
                          <a:sym typeface="Wingdings"/>
                        </a:rPr>
                        <a:t>현재 하루 권장 섭취량과</a:t>
                      </a:r>
                      <a:r>
                        <a:rPr kumimoji="1" lang="en-US" altLang="ko-KR" sz="800" b="0" i="0" u="none" strike="noStrike" kern="1200" cap="none" normalizeH="0" baseline="0">
                          <a:solidFill>
                            <a:schemeClr val="tx1"/>
                          </a:solidFill>
                          <a:latin typeface="KoPub돋움체 Light"/>
                          <a:ea typeface="KoPub돋움체 Light"/>
                          <a:cs typeface="+mn-cs"/>
                          <a:sym typeface="Wingdings"/>
                        </a:rPr>
                        <a:t>,</a:t>
                      </a:r>
                      <a:r>
                        <a:rPr kumimoji="1" lang="ko-KR" altLang="en-US" sz="800" b="0" i="0" u="none" strike="noStrike" kern="1200" cap="none" normalizeH="0" baseline="0">
                          <a:solidFill>
                            <a:schemeClr val="tx1"/>
                          </a:solidFill>
                          <a:latin typeface="KoPub돋움체 Light"/>
                          <a:ea typeface="KoPub돋움체 Light"/>
                          <a:cs typeface="+mn-cs"/>
                          <a:sym typeface="Wingdings"/>
                        </a:rPr>
                        <a:t> 지금까지 섭취량을 비교하여 표시</a:t>
                      </a:r>
                    </a:p>
                  </a:txBody>
                  <a:tcPr marL="54000" marR="54000" marT="54000" marB="54000" horzOverflow="overflow">
                    <a:lnL w="3175" cap="flat" cmpd="sng" algn="ctr">
                      <a:solidFill>
                        <a:srgbClr val="A6A6A6"/>
                      </a:solidFill>
                      <a:prstDash val="solid"/>
                      <a:round/>
                    </a:lnL>
                    <a:lnR w="12700" cap="flat" cmpd="sng" algn="ctr">
                      <a:solidFill>
                        <a:schemeClr val="tx1"/>
                      </a:solidFill>
                      <a:prstDash val="solid"/>
                      <a:round/>
                    </a:lnR>
                    <a:lnT w="6350" cap="flat" cmpd="sng" algn="ctr">
                      <a:solidFill>
                        <a:srgbClr val="7F7F7F"/>
                      </a:solidFill>
                      <a:prstDash val="solid"/>
                      <a:round/>
                    </a:lnT>
                    <a:lnB w="6350" cap="flat" cmpd="sng" algn="ctr">
                      <a:solidFill>
                        <a:srgbClr val="7F7F7F"/>
                      </a:solidFill>
                      <a:prstDash val="solid"/>
                      <a:round/>
                    </a:lnB>
                    <a:lnTlToBr>
                      <a:noFill/>
                    </a:lnTlToBr>
                    <a:lnBlToTr>
                      <a:noFill/>
                    </a:lnBlToTr>
                    <a:solidFill>
                      <a:schemeClr val="bg1"/>
                    </a:solidFill>
                  </a:tcPr>
                </a:tc>
                <a:extLst>
                  <a:ext uri="{0D108BD9-81ED-4DB2-BD59-A6C34878D82A}">
                    <a16:rowId xmlns:a16="http://schemas.microsoft.com/office/drawing/2014/main" val="10004"/>
                  </a:ext>
                </a:extLst>
              </a:tr>
              <a:tr h="0">
                <a:tc>
                  <a:txBody>
                    <a:bodyPr/>
                    <a:lstStyle/>
                    <a:p>
                      <a:pPr marL="0" marR="0" lvl="0" indent="0" algn="ctr" defTabSz="914400" rtl="0" eaLnBrk="0" latinLnBrk="1" hangingPunct="0">
                        <a:lnSpc>
                          <a:spcPct val="100000"/>
                        </a:lnSpc>
                        <a:spcBef>
                          <a:spcPct val="0"/>
                        </a:spcBef>
                        <a:spcAft>
                          <a:spcPct val="0"/>
                        </a:spcAft>
                        <a:buClrTx/>
                        <a:buFontTx/>
                        <a:buNone/>
                        <a:defRPr/>
                      </a:pPr>
                      <a:r>
                        <a:rPr kumimoji="1" lang="en-US" altLang="ko-KR" sz="800" b="1" i="0" u="none" strike="noStrike" cap="none" normalizeH="0" baseline="0">
                          <a:solidFill>
                            <a:schemeClr val="tx1"/>
                          </a:solidFill>
                          <a:latin typeface="KoPub돋움체 Light"/>
                          <a:ea typeface="KoPub돋움체 Light"/>
                          <a:sym typeface="Wingdings 2"/>
                        </a:rPr>
                        <a:t>D5</a:t>
                      </a:r>
                    </a:p>
                  </a:txBody>
                  <a:tcPr marL="0" marR="0" horzOverflow="overflow">
                    <a:lnL w="12700" cap="flat" cmpd="sng" algn="ctr">
                      <a:solidFill>
                        <a:schemeClr val="tx1"/>
                      </a:solidFill>
                      <a:prstDash val="solid"/>
                      <a:round/>
                    </a:lnL>
                    <a:lnR w="3175" cap="flat" cmpd="sng" algn="ctr">
                      <a:solidFill>
                        <a:srgbClr val="A6A6A6"/>
                      </a:solidFill>
                      <a:prstDash val="solid"/>
                      <a:round/>
                    </a:lnR>
                    <a:lnT w="6350" cap="flat" cmpd="sng" algn="ctr">
                      <a:solidFill>
                        <a:srgbClr val="7F7F7F"/>
                      </a:solidFill>
                      <a:prstDash val="solid"/>
                      <a:round/>
                    </a:lnT>
                    <a:lnB w="12700" cap="flat" cmpd="sng" algn="ctr">
                      <a:solidFill>
                        <a:schemeClr val="tx1"/>
                      </a:solidFill>
                      <a:prstDash val="solid"/>
                      <a:round/>
                    </a:lnB>
                    <a:lnTlToBr>
                      <a:noFill/>
                    </a:lnTlToBr>
                    <a:lnBlToTr>
                      <a:noFill/>
                    </a:lnBlToTr>
                    <a:solidFill>
                      <a:srgbClr val="F2F2F2"/>
                    </a:solidFill>
                  </a:tcPr>
                </a:tc>
                <a:tc>
                  <a:txBody>
                    <a:bodyPr/>
                    <a:lstStyle/>
                    <a:p>
                      <a:pPr marL="0" marR="0" lvl="0" indent="0" algn="l" defTabSz="914400" rtl="0" eaLnBrk="0" latinLnBrk="0" hangingPunct="0">
                        <a:lnSpc>
                          <a:spcPct val="110000"/>
                        </a:lnSpc>
                        <a:spcBef>
                          <a:spcPts val="300"/>
                        </a:spcBef>
                        <a:spcAft>
                          <a:spcPct val="0"/>
                        </a:spcAft>
                        <a:buClrTx/>
                        <a:buFontTx/>
                        <a:buNone/>
                        <a:defRPr/>
                      </a:pPr>
                      <a:r>
                        <a:rPr kumimoji="1" lang="ko-KR" altLang="en-US" sz="800" b="0" i="0" u="none" strike="noStrike" kern="1200" cap="none" normalizeH="0" baseline="0">
                          <a:solidFill>
                            <a:schemeClr val="tx1"/>
                          </a:solidFill>
                          <a:effectLst/>
                          <a:latin typeface="KoPub돋움체 Light"/>
                          <a:ea typeface="KoPub돋움체 Light"/>
                          <a:cs typeface="+mn-cs"/>
                          <a:sym typeface="Wingdings"/>
                        </a:rPr>
                        <a:t>추천 식단</a:t>
                      </a:r>
                      <a:r>
                        <a:rPr kumimoji="1" lang="en-US" altLang="ko-KR" sz="800" b="0" i="0" u="none" strike="noStrike" kern="1200" cap="none" normalizeH="0" baseline="0">
                          <a:solidFill>
                            <a:schemeClr val="tx1"/>
                          </a:solidFill>
                          <a:effectLst/>
                          <a:latin typeface="KoPub돋움체 Light"/>
                          <a:ea typeface="KoPub돋움체 Light"/>
                          <a:cs typeface="+mn-cs"/>
                          <a:sym typeface="Wingdings"/>
                        </a:rPr>
                        <a:t>(</a:t>
                      </a:r>
                      <a:r>
                        <a:rPr kumimoji="1" lang="ko-KR" altLang="en-US" sz="800" b="0" i="0" u="none" strike="noStrike" kern="1200" cap="none" normalizeH="0" baseline="0">
                          <a:solidFill>
                            <a:schemeClr val="tx1"/>
                          </a:solidFill>
                          <a:effectLst/>
                          <a:latin typeface="KoPub돋움체 Light"/>
                          <a:ea typeface="KoPub돋움체 Light"/>
                          <a:cs typeface="+mn-cs"/>
                          <a:sym typeface="Wingdings"/>
                        </a:rPr>
                        <a:t>메뉴</a:t>
                      </a:r>
                      <a:r>
                        <a:rPr kumimoji="1" lang="en-US" altLang="ko-KR" sz="800" b="0" i="0" u="none" strike="noStrike" kern="1200" cap="none" normalizeH="0" baseline="0">
                          <a:solidFill>
                            <a:schemeClr val="tx1"/>
                          </a:solidFill>
                          <a:effectLst/>
                          <a:latin typeface="KoPub돋움체 Light"/>
                          <a:ea typeface="KoPub돋움체 Light"/>
                          <a:cs typeface="+mn-cs"/>
                          <a:sym typeface="Wingdings"/>
                        </a:rPr>
                        <a:t>,</a:t>
                      </a:r>
                      <a:r>
                        <a:rPr kumimoji="1" lang="ko-KR" altLang="en-US" sz="800" b="0" i="0" u="none" strike="noStrike" kern="1200" cap="none" normalizeH="0" baseline="0">
                          <a:solidFill>
                            <a:schemeClr val="tx1"/>
                          </a:solidFill>
                          <a:effectLst/>
                          <a:latin typeface="KoPub돋움체 Light"/>
                          <a:ea typeface="KoPub돋움체 Light"/>
                          <a:cs typeface="+mn-cs"/>
                          <a:sym typeface="Wingdings"/>
                        </a:rPr>
                        <a:t> 영양성분</a:t>
                      </a:r>
                      <a:r>
                        <a:rPr kumimoji="1" lang="en-US" altLang="ko-KR" sz="800" b="0" i="0" u="none" strike="noStrike" kern="1200" cap="none" normalizeH="0" baseline="0">
                          <a:solidFill>
                            <a:schemeClr val="tx1"/>
                          </a:solidFill>
                          <a:effectLst/>
                          <a:latin typeface="KoPub돋움체 Light"/>
                          <a:ea typeface="KoPub돋움체 Light"/>
                          <a:cs typeface="+mn-cs"/>
                          <a:sym typeface="Wingdings"/>
                        </a:rPr>
                        <a:t>,</a:t>
                      </a:r>
                      <a:r>
                        <a:rPr kumimoji="1" lang="ko-KR" altLang="en-US" sz="800" b="0" i="0" u="none" strike="noStrike" kern="1200" cap="none" normalizeH="0" baseline="0">
                          <a:solidFill>
                            <a:schemeClr val="tx1"/>
                          </a:solidFill>
                          <a:effectLst/>
                          <a:latin typeface="KoPub돋움체 Light"/>
                          <a:ea typeface="KoPub돋움체 Light"/>
                          <a:cs typeface="+mn-cs"/>
                          <a:sym typeface="Wingdings"/>
                        </a:rPr>
                        <a:t> 칼로리</a:t>
                      </a:r>
                      <a:r>
                        <a:rPr kumimoji="1" lang="en-US" altLang="ko-KR" sz="800" b="0" i="0" u="none" strike="noStrike" kern="1200" cap="none" normalizeH="0" baseline="0">
                          <a:solidFill>
                            <a:schemeClr val="tx1"/>
                          </a:solidFill>
                          <a:effectLst/>
                          <a:latin typeface="KoPub돋움체 Light"/>
                          <a:ea typeface="KoPub돋움체 Light"/>
                          <a:cs typeface="+mn-cs"/>
                          <a:sym typeface="Wingdings"/>
                        </a:rPr>
                        <a:t>)</a:t>
                      </a:r>
                      <a:r>
                        <a:rPr kumimoji="1" lang="ko-KR" altLang="en-US" sz="800" b="0" i="0" u="none" strike="noStrike" kern="1200" cap="none" normalizeH="0" baseline="0">
                          <a:solidFill>
                            <a:schemeClr val="tx1"/>
                          </a:solidFill>
                          <a:effectLst/>
                          <a:latin typeface="KoPub돋움체 Light"/>
                          <a:ea typeface="KoPub돋움체 Light"/>
                          <a:cs typeface="+mn-cs"/>
                          <a:sym typeface="Wingdings"/>
                        </a:rPr>
                        <a:t> 표시</a:t>
                      </a:r>
                      <a:r>
                        <a:rPr kumimoji="1" lang="en-US" altLang="ko-KR" sz="800" b="0" i="0" u="none" strike="noStrike" kern="1200" cap="none" normalizeH="0" baseline="0">
                          <a:solidFill>
                            <a:schemeClr val="tx1"/>
                          </a:solidFill>
                          <a:effectLst/>
                          <a:latin typeface="KoPub돋움체 Light"/>
                          <a:ea typeface="KoPub돋움체 Light"/>
                          <a:cs typeface="+mn-cs"/>
                          <a:sym typeface="Wingdings"/>
                        </a:rPr>
                        <a:t>.</a:t>
                      </a:r>
                      <a:endParaRPr kumimoji="1" lang="en-US" altLang="ko-KR" sz="800" b="0" i="0" u="none" strike="noStrike" kern="1200" cap="none" normalizeH="0" baseline="0">
                        <a:solidFill>
                          <a:schemeClr val="tx1"/>
                        </a:solidFill>
                        <a:latin typeface="KoPub돋움체 Light"/>
                        <a:ea typeface="KoPub돋움체 Light"/>
                        <a:cs typeface="+mn-cs"/>
                        <a:sym typeface="Wingdings"/>
                      </a:endParaRPr>
                    </a:p>
                  </a:txBody>
                  <a:tcPr marL="54000" marR="54000" marT="54000" marB="54000" horzOverflow="overflow">
                    <a:lnL w="3175" cap="flat" cmpd="sng" algn="ctr">
                      <a:solidFill>
                        <a:srgbClr val="A6A6A6"/>
                      </a:solidFill>
                      <a:prstDash val="solid"/>
                      <a:round/>
                    </a:lnL>
                    <a:lnR w="12700" cap="flat" cmpd="sng" algn="ctr">
                      <a:solidFill>
                        <a:schemeClr val="tx1"/>
                      </a:solidFill>
                      <a:prstDash val="solid"/>
                      <a:round/>
                    </a:lnR>
                    <a:lnT w="6350" cap="flat" cmpd="sng" algn="ctr">
                      <a:solidFill>
                        <a:srgbClr val="7F7F7F"/>
                      </a:solidFill>
                      <a:prstDash val="solid"/>
                      <a:round/>
                    </a:lnT>
                    <a:lnB w="12700" cap="flat" cmpd="sng" algn="ctr">
                      <a:solidFill>
                        <a:schemeClr val="tx1"/>
                      </a:solidFill>
                      <a:prstDash val="solid"/>
                      <a:round/>
                    </a:lnB>
                    <a:lnTlToBr>
                      <a:noFill/>
                    </a:lnTlToBr>
                    <a:lnBlToTr>
                      <a:noFill/>
                    </a:lnBlToTr>
                    <a:solidFill>
                      <a:schemeClr val="bg1"/>
                    </a:solidFill>
                  </a:tcPr>
                </a:tc>
                <a:extLst>
                  <a:ext uri="{0D108BD9-81ED-4DB2-BD59-A6C34878D82A}">
                    <a16:rowId xmlns:a16="http://schemas.microsoft.com/office/drawing/2014/main" val="10005"/>
                  </a:ext>
                </a:extLst>
              </a:tr>
            </a:tbl>
          </a:graphicData>
        </a:graphic>
      </p:graphicFrame>
      <p:sp>
        <p:nvSpPr>
          <p:cNvPr id="228" name="Google Shape;68;p15"/>
          <p:cNvSpPr txBox="1">
            <a:spLocks noGrp="1"/>
          </p:cNvSpPr>
          <p:nvPr/>
        </p:nvSpPr>
        <p:spPr>
          <a:xfrm>
            <a:off x="149867" y="0"/>
            <a:ext cx="8844266" cy="295272"/>
          </a:xfrm>
          <a:prstGeom prst="rect">
            <a:avLst/>
          </a:prstGeom>
          <a:solidFill>
            <a:srgbClr val="0B0B1A"/>
          </a:solidFill>
        </p:spPr>
        <p:txBody>
          <a:bodyPr vert="horz" wrap="square" lIns="91424" tIns="91424" rIns="91424" bIns="91424" anchor="t" anchorCtr="0">
            <a:noAutofit/>
          </a:bodyPr>
          <a:lstStyle/>
          <a:p>
            <a:pPr marL="68580" lvl="0" indent="0" algn="l" defTabSz="685800" rtl="0" eaLnBrk="1" latinLnBrk="1" hangingPunct="1">
              <a:lnSpc>
                <a:spcPct val="90000"/>
              </a:lnSpc>
              <a:spcBef>
                <a:spcPts val="0"/>
              </a:spcBef>
              <a:spcAft>
                <a:spcPts val="0"/>
              </a:spcAft>
              <a:buSzPct val="100000"/>
              <a:buNone/>
              <a:defRPr/>
            </a:pPr>
            <a:r>
              <a:rPr kumimoji="0" lang="en-US" altLang="ko-KR" sz="1600" b="1" i="0" u="none" strike="noStrike" kern="1200" cap="none" spc="0" normalizeH="0" baseline="0">
                <a:solidFill>
                  <a:schemeClr val="lt1"/>
                </a:solidFill>
                <a:latin typeface="KoPub돋움체 Light"/>
                <a:ea typeface="KoPub돋움체 Light"/>
                <a:cs typeface="+mn-cs"/>
              </a:rPr>
              <a:t>10.</a:t>
            </a:r>
            <a:r>
              <a:rPr kumimoji="0" lang="ko-KR" altLang="en-US" sz="1600" b="1" i="0" u="none" strike="noStrike" kern="1200" cap="none" spc="0" normalizeH="0" baseline="0">
                <a:solidFill>
                  <a:schemeClr val="lt1"/>
                </a:solidFill>
                <a:latin typeface="KoPub돋움체 Light"/>
                <a:ea typeface="KoPub돋움체 Light"/>
                <a:cs typeface="+mn-cs"/>
              </a:rPr>
              <a:t> 주요 서비스 화면</a:t>
            </a:r>
          </a:p>
        </p:txBody>
      </p:sp>
      <p:pic>
        <p:nvPicPr>
          <p:cNvPr id="229" name="그림 228"/>
          <p:cNvPicPr>
            <a:picLocks noChangeAspect="1"/>
          </p:cNvPicPr>
          <p:nvPr/>
        </p:nvPicPr>
        <p:blipFill rotWithShape="1">
          <a:blip r:embed="rId3"/>
          <a:stretch>
            <a:fillRect/>
          </a:stretch>
        </p:blipFill>
        <p:spPr>
          <a:xfrm>
            <a:off x="205136" y="767548"/>
            <a:ext cx="4984883" cy="4135515"/>
          </a:xfrm>
          <a:prstGeom prst="rect">
            <a:avLst/>
          </a:prstGeom>
        </p:spPr>
      </p:pic>
      <p:sp>
        <p:nvSpPr>
          <p:cNvPr id="230" name="직사각형 163"/>
          <p:cNvSpPr/>
          <p:nvPr/>
        </p:nvSpPr>
        <p:spPr>
          <a:xfrm>
            <a:off x="331524" y="1452454"/>
            <a:ext cx="313307" cy="156099"/>
          </a:xfrm>
          <a:prstGeom prst="rect">
            <a:avLst/>
          </a:prstGeom>
          <a:solidFill>
            <a:srgbClr val="808080">
              <a:alpha val="100000"/>
            </a:srgbClr>
          </a:solidFill>
          <a:ln w="19050" cap="flat" cmpd="sng" algn="ctr">
            <a:solidFill>
              <a:srgbClr val="4F5812">
                <a:alpha val="100000"/>
              </a:srgbClr>
            </a:solidFill>
            <a:prstDash val="solid"/>
          </a:ln>
        </p:spPr>
        <p:txBody>
          <a:bodyPr anchor="ctr"/>
          <a:lstStyle/>
          <a:p>
            <a:pPr marL="0" indent="0" algn="ctr" defTabSz="457200" rtl="0" eaLnBrk="1" latinLnBrk="0" hangingPunct="1">
              <a:lnSpc>
                <a:spcPct val="100000"/>
              </a:lnSpc>
              <a:spcBef>
                <a:spcPct val="0"/>
              </a:spcBef>
              <a:spcAft>
                <a:spcPts val="0"/>
              </a:spcAft>
              <a:buNone/>
              <a:defRPr/>
            </a:pPr>
            <a:r>
              <a:rPr kumimoji="0" lang="en-US" altLang="ko-KR" sz="800" b="0" i="0" u="none" strike="noStrike" kern="1200" cap="none" spc="0" normalizeH="0" baseline="0">
                <a:solidFill>
                  <a:srgbClr val="FFFFFF"/>
                </a:solidFill>
                <a:latin typeface="KoPub돋움체 Light"/>
                <a:ea typeface="KoPub돋움체 Light"/>
                <a:cs typeface="Corbel"/>
              </a:rPr>
              <a:t>D2</a:t>
            </a:r>
          </a:p>
        </p:txBody>
      </p:sp>
      <p:sp>
        <p:nvSpPr>
          <p:cNvPr id="231" name="직사각형 169"/>
          <p:cNvSpPr/>
          <p:nvPr/>
        </p:nvSpPr>
        <p:spPr>
          <a:xfrm>
            <a:off x="1670589" y="4684697"/>
            <a:ext cx="313307" cy="156099"/>
          </a:xfrm>
          <a:prstGeom prst="rect">
            <a:avLst/>
          </a:prstGeom>
          <a:solidFill>
            <a:srgbClr val="FFFF00">
              <a:alpha val="100000"/>
            </a:srgbClr>
          </a:solidFill>
          <a:ln w="19050" cap="flat" cmpd="sng" algn="ctr">
            <a:solidFill>
              <a:srgbClr val="4F5812">
                <a:alpha val="100000"/>
              </a:srgbClr>
            </a:solidFill>
            <a:prstDash val="solid"/>
          </a:ln>
        </p:spPr>
        <p:txBody>
          <a:bodyPr anchor="ctr"/>
          <a:lstStyle/>
          <a:p>
            <a:pPr marL="0" indent="0" algn="ctr" defTabSz="457200" rtl="0" eaLnBrk="1" latinLnBrk="0" hangingPunct="1">
              <a:lnSpc>
                <a:spcPct val="100000"/>
              </a:lnSpc>
              <a:spcBef>
                <a:spcPct val="0"/>
              </a:spcBef>
              <a:spcAft>
                <a:spcPts val="0"/>
              </a:spcAft>
              <a:buNone/>
              <a:defRPr/>
            </a:pPr>
            <a:r>
              <a:rPr kumimoji="0" lang="en-US" altLang="ko-KR" sz="800" b="0" i="0" u="none" strike="noStrike" kern="1200" cap="none" spc="0" normalizeH="0" baseline="0">
                <a:solidFill>
                  <a:srgbClr val="000000"/>
                </a:solidFill>
                <a:latin typeface="KoPub돋움체 Light"/>
                <a:ea typeface="KoPub돋움체 Light"/>
                <a:cs typeface="Corbel"/>
              </a:rPr>
              <a:t>A1</a:t>
            </a:r>
          </a:p>
        </p:txBody>
      </p:sp>
      <p:sp>
        <p:nvSpPr>
          <p:cNvPr id="232" name="직사각형 163"/>
          <p:cNvSpPr/>
          <p:nvPr/>
        </p:nvSpPr>
        <p:spPr>
          <a:xfrm>
            <a:off x="336841" y="1057467"/>
            <a:ext cx="313307" cy="156099"/>
          </a:xfrm>
          <a:prstGeom prst="rect">
            <a:avLst/>
          </a:prstGeom>
          <a:solidFill>
            <a:srgbClr val="808080">
              <a:alpha val="100000"/>
            </a:srgbClr>
          </a:solidFill>
          <a:ln w="19050" cap="flat" cmpd="sng" algn="ctr">
            <a:solidFill>
              <a:srgbClr val="4F5812">
                <a:alpha val="100000"/>
              </a:srgbClr>
            </a:solidFill>
            <a:prstDash val="solid"/>
          </a:ln>
        </p:spPr>
        <p:txBody>
          <a:bodyPr anchor="ctr"/>
          <a:lstStyle/>
          <a:p>
            <a:pPr marL="0" indent="0" algn="ctr" defTabSz="457200" rtl="0" eaLnBrk="1" latinLnBrk="0" hangingPunct="1">
              <a:lnSpc>
                <a:spcPct val="100000"/>
              </a:lnSpc>
              <a:spcBef>
                <a:spcPct val="0"/>
              </a:spcBef>
              <a:spcAft>
                <a:spcPts val="0"/>
              </a:spcAft>
              <a:buNone/>
              <a:defRPr/>
            </a:pPr>
            <a:r>
              <a:rPr kumimoji="0" lang="en-US" altLang="ko-KR" sz="800" b="0" i="0" u="none" strike="noStrike" kern="1200" cap="none" spc="0" normalizeH="0" baseline="0">
                <a:solidFill>
                  <a:srgbClr val="FFFFFF"/>
                </a:solidFill>
                <a:latin typeface="KoPub돋움체 Light"/>
                <a:ea typeface="KoPub돋움체 Light"/>
                <a:cs typeface="Corbel"/>
              </a:rPr>
              <a:t>D1</a:t>
            </a:r>
          </a:p>
        </p:txBody>
      </p:sp>
      <p:sp>
        <p:nvSpPr>
          <p:cNvPr id="233" name="직사각형 169"/>
          <p:cNvSpPr/>
          <p:nvPr/>
        </p:nvSpPr>
        <p:spPr>
          <a:xfrm>
            <a:off x="3404324" y="4689135"/>
            <a:ext cx="313307" cy="156099"/>
          </a:xfrm>
          <a:prstGeom prst="rect">
            <a:avLst/>
          </a:prstGeom>
          <a:solidFill>
            <a:srgbClr val="FFFF00">
              <a:alpha val="100000"/>
            </a:srgbClr>
          </a:solidFill>
          <a:ln w="19050" cap="flat" cmpd="sng" algn="ctr">
            <a:solidFill>
              <a:srgbClr val="4F5812">
                <a:alpha val="100000"/>
              </a:srgbClr>
            </a:solidFill>
            <a:prstDash val="solid"/>
          </a:ln>
        </p:spPr>
        <p:txBody>
          <a:bodyPr anchor="ctr"/>
          <a:lstStyle/>
          <a:p>
            <a:pPr marL="0" indent="0" algn="ctr" defTabSz="457200" rtl="0" eaLnBrk="1" latinLnBrk="0" hangingPunct="1">
              <a:lnSpc>
                <a:spcPct val="100000"/>
              </a:lnSpc>
              <a:spcBef>
                <a:spcPct val="0"/>
              </a:spcBef>
              <a:spcAft>
                <a:spcPts val="0"/>
              </a:spcAft>
              <a:buNone/>
              <a:defRPr/>
            </a:pPr>
            <a:r>
              <a:rPr kumimoji="0" lang="en-US" altLang="ko-KR" sz="800" b="0" i="0" u="none" strike="noStrike" kern="1200" cap="none" spc="0" normalizeH="0" baseline="0">
                <a:solidFill>
                  <a:srgbClr val="000000"/>
                </a:solidFill>
                <a:latin typeface="KoPub돋움체 Light"/>
                <a:ea typeface="KoPub돋움체 Light"/>
                <a:cs typeface="Corbel"/>
              </a:rPr>
              <a:t>A2</a:t>
            </a:r>
          </a:p>
        </p:txBody>
      </p:sp>
      <p:pic>
        <p:nvPicPr>
          <p:cNvPr id="235" name="그림 234"/>
          <p:cNvPicPr>
            <a:picLocks noChangeAspect="1"/>
          </p:cNvPicPr>
          <p:nvPr/>
        </p:nvPicPr>
        <p:blipFill rotWithShape="1">
          <a:blip r:embed="rId4"/>
          <a:stretch>
            <a:fillRect/>
          </a:stretch>
        </p:blipFill>
        <p:spPr>
          <a:xfrm>
            <a:off x="1673811" y="1746131"/>
            <a:ext cx="3974605" cy="243424"/>
          </a:xfrm>
          <a:prstGeom prst="rect">
            <a:avLst/>
          </a:prstGeom>
          <a:ln w="28575">
            <a:solidFill>
              <a:schemeClr val="accent1"/>
            </a:solidFill>
          </a:ln>
        </p:spPr>
      </p:pic>
      <p:cxnSp>
        <p:nvCxnSpPr>
          <p:cNvPr id="236" name="직선 연결선 184"/>
          <p:cNvCxnSpPr/>
          <p:nvPr/>
        </p:nvCxnSpPr>
        <p:spPr>
          <a:xfrm rot="16200000" flipV="1">
            <a:off x="3011681" y="1626393"/>
            <a:ext cx="122030" cy="94872"/>
          </a:xfrm>
          <a:prstGeom prst="line">
            <a:avLst/>
          </a:prstGeom>
          <a:noFill/>
          <a:ln w="28575" cap="flat" cmpd="sng" algn="ctr">
            <a:solidFill>
              <a:srgbClr val="A5B622">
                <a:alpha val="100000"/>
              </a:srgbClr>
            </a:solidFill>
            <a:prstDash val="solid"/>
            <a:tailEnd type="triangle"/>
          </a:ln>
        </p:spPr>
      </p:cxnSp>
      <p:sp>
        <p:nvSpPr>
          <p:cNvPr id="237" name="직사각형 163"/>
          <p:cNvSpPr/>
          <p:nvPr/>
        </p:nvSpPr>
        <p:spPr>
          <a:xfrm>
            <a:off x="4839531" y="1549369"/>
            <a:ext cx="313307" cy="156099"/>
          </a:xfrm>
          <a:prstGeom prst="rect">
            <a:avLst/>
          </a:prstGeom>
          <a:solidFill>
            <a:srgbClr val="808080">
              <a:alpha val="100000"/>
            </a:srgbClr>
          </a:solidFill>
          <a:ln w="19050" cap="flat" cmpd="sng" algn="ctr">
            <a:solidFill>
              <a:srgbClr val="4F5812">
                <a:alpha val="100000"/>
              </a:srgbClr>
            </a:solidFill>
            <a:prstDash val="solid"/>
          </a:ln>
        </p:spPr>
        <p:txBody>
          <a:bodyPr anchor="ctr"/>
          <a:lstStyle/>
          <a:p>
            <a:pPr marL="0" indent="0" algn="ctr" defTabSz="457200" rtl="0" eaLnBrk="1" latinLnBrk="0" hangingPunct="1">
              <a:lnSpc>
                <a:spcPct val="100000"/>
              </a:lnSpc>
              <a:spcBef>
                <a:spcPct val="0"/>
              </a:spcBef>
              <a:spcAft>
                <a:spcPts val="0"/>
              </a:spcAft>
              <a:buNone/>
              <a:defRPr/>
            </a:pPr>
            <a:r>
              <a:rPr kumimoji="0" lang="en-US" altLang="ko-KR" sz="800" b="0" i="0" u="none" strike="noStrike" kern="1200" cap="none" spc="0" normalizeH="0" baseline="0">
                <a:solidFill>
                  <a:srgbClr val="FFFFFF"/>
                </a:solidFill>
                <a:latin typeface="KoPub돋움체 Light"/>
                <a:ea typeface="KoPub돋움체 Light"/>
                <a:cs typeface="Corbel"/>
              </a:rPr>
              <a:t>D3</a:t>
            </a:r>
          </a:p>
        </p:txBody>
      </p:sp>
      <p:sp>
        <p:nvSpPr>
          <p:cNvPr id="238" name="직사각형 163"/>
          <p:cNvSpPr/>
          <p:nvPr/>
        </p:nvSpPr>
        <p:spPr>
          <a:xfrm>
            <a:off x="321906" y="1877472"/>
            <a:ext cx="313307" cy="156099"/>
          </a:xfrm>
          <a:prstGeom prst="rect">
            <a:avLst/>
          </a:prstGeom>
          <a:solidFill>
            <a:srgbClr val="808080">
              <a:alpha val="100000"/>
            </a:srgbClr>
          </a:solidFill>
          <a:ln w="19050" cap="flat" cmpd="sng" algn="ctr">
            <a:solidFill>
              <a:srgbClr val="4F5812">
                <a:alpha val="100000"/>
              </a:srgbClr>
            </a:solidFill>
            <a:prstDash val="solid"/>
          </a:ln>
        </p:spPr>
        <p:txBody>
          <a:bodyPr anchor="ctr"/>
          <a:lstStyle/>
          <a:p>
            <a:pPr marL="0" indent="0" algn="ctr" defTabSz="457200" rtl="0" eaLnBrk="1" latinLnBrk="0" hangingPunct="1">
              <a:lnSpc>
                <a:spcPct val="100000"/>
              </a:lnSpc>
              <a:spcBef>
                <a:spcPct val="0"/>
              </a:spcBef>
              <a:spcAft>
                <a:spcPts val="0"/>
              </a:spcAft>
              <a:buNone/>
              <a:defRPr/>
            </a:pPr>
            <a:r>
              <a:rPr kumimoji="0" lang="en-US" altLang="ko-KR" sz="800" b="0" i="0" u="none" strike="noStrike" kern="1200" cap="none" spc="0" normalizeH="0" baseline="0">
                <a:solidFill>
                  <a:srgbClr val="FFFFFF"/>
                </a:solidFill>
                <a:latin typeface="KoPub돋움체 Light"/>
                <a:ea typeface="KoPub돋움체 Light"/>
                <a:cs typeface="Corbel"/>
              </a:rPr>
              <a:t>D4</a:t>
            </a:r>
          </a:p>
        </p:txBody>
      </p:sp>
      <p:sp>
        <p:nvSpPr>
          <p:cNvPr id="239" name="직사각형 163"/>
          <p:cNvSpPr/>
          <p:nvPr/>
        </p:nvSpPr>
        <p:spPr>
          <a:xfrm>
            <a:off x="747293" y="2571750"/>
            <a:ext cx="313307" cy="156099"/>
          </a:xfrm>
          <a:prstGeom prst="rect">
            <a:avLst/>
          </a:prstGeom>
          <a:solidFill>
            <a:srgbClr val="808080">
              <a:alpha val="100000"/>
            </a:srgbClr>
          </a:solidFill>
          <a:ln w="19050" cap="flat" cmpd="sng" algn="ctr">
            <a:solidFill>
              <a:srgbClr val="4F5812">
                <a:alpha val="100000"/>
              </a:srgbClr>
            </a:solidFill>
            <a:prstDash val="solid"/>
          </a:ln>
        </p:spPr>
        <p:txBody>
          <a:bodyPr anchor="ctr"/>
          <a:lstStyle/>
          <a:p>
            <a:pPr marL="0" indent="0" algn="ctr" defTabSz="457200" rtl="0" eaLnBrk="1" latinLnBrk="0" hangingPunct="1">
              <a:lnSpc>
                <a:spcPct val="100000"/>
              </a:lnSpc>
              <a:spcBef>
                <a:spcPct val="0"/>
              </a:spcBef>
              <a:spcAft>
                <a:spcPts val="0"/>
              </a:spcAft>
              <a:buNone/>
              <a:defRPr/>
            </a:pPr>
            <a:r>
              <a:rPr kumimoji="0" lang="en-US" altLang="ko-KR" sz="800" b="0" i="0" u="none" strike="noStrike" kern="1200" cap="none" spc="0" normalizeH="0" baseline="0">
                <a:solidFill>
                  <a:srgbClr val="FFFFFF"/>
                </a:solidFill>
                <a:latin typeface="KoPub돋움체 Light"/>
                <a:ea typeface="KoPub돋움체 Light"/>
                <a:cs typeface="Corbel"/>
              </a:rPr>
              <a:t>D5</a:t>
            </a:r>
          </a:p>
        </p:txBody>
      </p:sp>
      <p:graphicFrame>
        <p:nvGraphicFramePr>
          <p:cNvPr id="240" name="Group 369"/>
          <p:cNvGraphicFramePr>
            <a:graphicFrameLocks noGrp="1"/>
          </p:cNvGraphicFramePr>
          <p:nvPr/>
        </p:nvGraphicFramePr>
        <p:xfrm>
          <a:off x="6187003" y="2049704"/>
          <a:ext cx="2744428" cy="1031390"/>
        </p:xfrm>
        <a:graphic>
          <a:graphicData uri="http://schemas.openxmlformats.org/drawingml/2006/table">
            <a:tbl>
              <a:tblPr firstRow="1" bandRow="1"/>
              <a:tblGrid>
                <a:gridCol w="323184">
                  <a:extLst>
                    <a:ext uri="{9D8B030D-6E8A-4147-A177-3AD203B41FA5}">
                      <a16:colId xmlns:a16="http://schemas.microsoft.com/office/drawing/2014/main" val="20000"/>
                    </a:ext>
                  </a:extLst>
                </a:gridCol>
                <a:gridCol w="646369">
                  <a:extLst>
                    <a:ext uri="{9D8B030D-6E8A-4147-A177-3AD203B41FA5}">
                      <a16:colId xmlns:a16="http://schemas.microsoft.com/office/drawing/2014/main" val="20001"/>
                    </a:ext>
                  </a:extLst>
                </a:gridCol>
                <a:gridCol w="1774875">
                  <a:extLst>
                    <a:ext uri="{9D8B030D-6E8A-4147-A177-3AD203B41FA5}">
                      <a16:colId xmlns:a16="http://schemas.microsoft.com/office/drawing/2014/main" val="20002"/>
                    </a:ext>
                  </a:extLst>
                </a:gridCol>
              </a:tblGrid>
              <a:tr h="0">
                <a:tc gridSpan="3">
                  <a:txBody>
                    <a:bodyPr/>
                    <a:lstStyle/>
                    <a:p>
                      <a:pPr marL="0" marR="0" lvl="0" indent="0" algn="l" defTabSz="914400" rtl="0" eaLnBrk="0" latinLnBrk="1" hangingPunct="0">
                        <a:lnSpc>
                          <a:spcPct val="100000"/>
                        </a:lnSpc>
                        <a:spcBef>
                          <a:spcPct val="0"/>
                        </a:spcBef>
                        <a:spcAft>
                          <a:spcPct val="0"/>
                        </a:spcAft>
                        <a:buClrTx/>
                        <a:buFontTx/>
                        <a:buNone/>
                        <a:defRPr/>
                      </a:pPr>
                      <a:r>
                        <a:rPr kumimoji="1" lang="en-US" altLang="ko-KR" sz="800" b="0" i="0" u="none" strike="noStrike" cap="none" normalizeH="0" baseline="0">
                          <a:solidFill>
                            <a:schemeClr val="tx1"/>
                          </a:solidFill>
                          <a:effectLst/>
                          <a:latin typeface="KoPub돋움체 Light"/>
                          <a:ea typeface="KoPub돋움체 Light"/>
                          <a:sym typeface="Wingdings 2"/>
                        </a:rPr>
                        <a:t> Action</a:t>
                      </a:r>
                      <a:endParaRPr kumimoji="1" lang="en-US" altLang="ko-KR" sz="800" b="0" i="0" u="none" strike="noStrike" cap="none" normalizeH="0" baseline="0">
                        <a:solidFill>
                          <a:schemeClr val="tx1"/>
                        </a:solidFill>
                        <a:latin typeface="KoPub돋움체 Light"/>
                        <a:ea typeface="KoPub돋움체 Light"/>
                        <a:sym typeface="Wingdings 2"/>
                      </a:endParaRPr>
                    </a:p>
                  </a:txBody>
                  <a:tcPr marL="0" marR="0" horzOverflow="overflow">
                    <a:lnL w="12700" cap="flat" cmpd="sng" algn="ctr">
                      <a:solidFill>
                        <a:schemeClr val="tx1"/>
                      </a:solidFill>
                      <a:prstDash val="solid"/>
                      <a:round/>
                    </a:lnL>
                    <a:lnR w="12700" cap="flat" cmpd="sng" algn="ctr">
                      <a:solidFill>
                        <a:schemeClr val="tx1"/>
                      </a:solidFill>
                      <a:prstDash val="solid"/>
                      <a:round/>
                    </a:lnR>
                    <a:lnT w="12700" cap="flat" cmpd="sng" algn="ctr">
                      <a:solidFill>
                        <a:schemeClr val="tx1"/>
                      </a:solidFill>
                      <a:prstDash val="solid"/>
                      <a:round/>
                    </a:lnT>
                    <a:lnB w="6350" cap="flat" cmpd="sng" algn="ctr">
                      <a:solidFill>
                        <a:srgbClr val="7F7F7F"/>
                      </a:solidFill>
                      <a:prstDash val="solid"/>
                      <a:round/>
                    </a:lnB>
                    <a:lnTlToBr>
                      <a:noFill/>
                    </a:lnTlToBr>
                    <a:lnBlToTr>
                      <a:noFill/>
                    </a:lnBlToTr>
                    <a:solidFill>
                      <a:srgbClr val="FFFF00"/>
                    </a:solidFill>
                  </a:tcPr>
                </a:tc>
                <a:tc hMerge="1">
                  <a:txBody>
                    <a:bodyPr/>
                    <a:lstStyle/>
                    <a:p>
                      <a:pPr marL="85725" marR="0" lvl="0" indent="-85725" algn="l" defTabSz="914400" rtl="0" eaLnBrk="0" latinLnBrk="0" hangingPunct="0">
                        <a:lnSpc>
                          <a:spcPct val="110000"/>
                        </a:lnSpc>
                        <a:spcBef>
                          <a:spcPts val="300"/>
                        </a:spcBef>
                        <a:spcAft>
                          <a:spcPct val="0"/>
                        </a:spcAft>
                        <a:buClrTx/>
                        <a:buFont typeface="Wingdings"/>
                        <a:buNone/>
                        <a:defRPr/>
                      </a:pPr>
                      <a:endParaRPr kumimoji="1" lang="en-US" altLang="ko-KR" sz="800" b="0" i="0" u="none" strike="noStrike" kern="1200" cap="none" normalizeH="0" baseline="0">
                        <a:solidFill>
                          <a:schemeClr val="tx1"/>
                        </a:solidFill>
                        <a:effectLst/>
                        <a:latin typeface="나눔고딕"/>
                        <a:ea typeface="나눔고딕"/>
                        <a:cs typeface="+mn-cs"/>
                        <a:sym typeface="Wingdings"/>
                      </a:endParaRPr>
                    </a:p>
                  </a:txBody>
                  <a:tcPr marL="54000" marR="54000" marT="54000" marB="54000" horzOverflow="overflow">
                    <a:lnL w="3175" cap="flat" cmpd="sng" algn="ctr">
                      <a:solidFill>
                        <a:srgbClr val="A6A6A6"/>
                      </a:solidFill>
                      <a:prstDash val="solid"/>
                      <a:round/>
                    </a:lnL>
                    <a:lnR w="6350" cap="flat" cmpd="sng" algn="ctr">
                      <a:solidFill>
                        <a:srgbClr val="7F7F7F"/>
                      </a:solidFill>
                      <a:prstDash val="solid"/>
                      <a:round/>
                    </a:lnR>
                    <a:lnT w="6350" cap="flat" cmpd="sng" algn="ctr">
                      <a:solidFill>
                        <a:srgbClr val="7F7F7F"/>
                      </a:solidFill>
                      <a:prstDash val="solid"/>
                      <a:round/>
                    </a:lnT>
                    <a:lnB w="6350" cap="flat" cmpd="sng" algn="ctr">
                      <a:solidFill>
                        <a:srgbClr val="7F7F7F"/>
                      </a:solidFill>
                      <a:prstDash val="solid"/>
                      <a:round/>
                    </a:lnB>
                    <a:lnTlToBr>
                      <a:noFill/>
                    </a:lnTlToBr>
                    <a:lnBlToTr>
                      <a:noFill/>
                    </a:lnBlToTr>
                    <a:solidFill>
                      <a:schemeClr val="bg1"/>
                    </a:solidFill>
                  </a:tcPr>
                </a:tc>
                <a:tc hMerge="1">
                  <a:txBody>
                    <a:bodyPr/>
                    <a:lstStyle/>
                    <a:p>
                      <a:pPr latinLnBrk="1">
                        <a:defRPr/>
                      </a:pPr>
                      <a:endParaRPr lang="ko-KR" altLang="en-US"/>
                    </a:p>
                  </a:txBody>
                  <a:tcPr/>
                </a:tc>
                <a:extLst>
                  <a:ext uri="{0D108BD9-81ED-4DB2-BD59-A6C34878D82A}">
                    <a16:rowId xmlns:a16="http://schemas.microsoft.com/office/drawing/2014/main" val="10000"/>
                  </a:ext>
                </a:extLst>
              </a:tr>
              <a:tr h="0">
                <a:tc>
                  <a:txBody>
                    <a:bodyPr/>
                    <a:lstStyle/>
                    <a:p>
                      <a:pPr marL="0" marR="0" lvl="0" indent="0" algn="ctr" defTabSz="914400" rtl="0" eaLnBrk="0" latinLnBrk="1" hangingPunct="0">
                        <a:lnSpc>
                          <a:spcPct val="100000"/>
                        </a:lnSpc>
                        <a:spcBef>
                          <a:spcPct val="0"/>
                        </a:spcBef>
                        <a:spcAft>
                          <a:spcPct val="0"/>
                        </a:spcAft>
                        <a:buClrTx/>
                        <a:buFontTx/>
                        <a:buNone/>
                        <a:defRPr/>
                      </a:pPr>
                      <a:r>
                        <a:rPr kumimoji="1" lang="ko-KR" altLang="en-US" sz="800" b="1" i="0" u="none" strike="noStrike" cap="none" normalizeH="0" baseline="0">
                          <a:solidFill>
                            <a:schemeClr val="tx1"/>
                          </a:solidFill>
                          <a:effectLst/>
                          <a:latin typeface="KoPub돋움체 Light"/>
                          <a:ea typeface="KoPub돋움체 Light"/>
                          <a:sym typeface="Wingdings 2"/>
                        </a:rPr>
                        <a:t>번호</a:t>
                      </a:r>
                      <a:endParaRPr kumimoji="1" lang="en-US" altLang="ko-KR" sz="800" b="1" i="0" u="none" strike="noStrike" cap="none" normalizeH="0" baseline="0">
                        <a:solidFill>
                          <a:schemeClr val="tx1"/>
                        </a:solidFill>
                        <a:effectLst/>
                        <a:latin typeface="KoPub돋움체 Light"/>
                        <a:ea typeface="KoPub돋움체 Light"/>
                        <a:sym typeface="Wingdings 2"/>
                      </a:endParaRPr>
                    </a:p>
                  </a:txBody>
                  <a:tcPr marL="0" marR="0" horzOverflow="overflow">
                    <a:lnL w="12700" cap="flat" cmpd="sng" algn="ctr">
                      <a:solidFill>
                        <a:schemeClr val="tx1"/>
                      </a:solidFill>
                      <a:prstDash val="solid"/>
                      <a:round/>
                    </a:lnL>
                    <a:lnR w="3175" cap="flat" cmpd="sng" algn="ctr">
                      <a:solidFill>
                        <a:srgbClr val="A6A6A6"/>
                      </a:solidFill>
                      <a:prstDash val="solid"/>
                      <a:round/>
                    </a:lnR>
                    <a:lnT w="6350" cap="flat" cmpd="sng" algn="ctr">
                      <a:solidFill>
                        <a:srgbClr val="7F7F7F"/>
                      </a:solidFill>
                      <a:prstDash val="solid"/>
                      <a:round/>
                    </a:lnT>
                    <a:lnB w="6350" cap="flat" cmpd="sng" algn="ctr">
                      <a:solidFill>
                        <a:srgbClr val="7F7F7F"/>
                      </a:solidFill>
                      <a:prstDash val="solid"/>
                      <a:round/>
                    </a:lnB>
                    <a:lnTlToBr>
                      <a:noFill/>
                    </a:lnTlToBr>
                    <a:lnBlToTr>
                      <a:noFill/>
                    </a:lnBlToTr>
                    <a:solidFill>
                      <a:schemeClr val="bg1">
                        <a:lumMod val="95000"/>
                      </a:schemeClr>
                    </a:solidFill>
                  </a:tcPr>
                </a:tc>
                <a:tc>
                  <a:txBody>
                    <a:bodyPr/>
                    <a:lstStyle/>
                    <a:p>
                      <a:pPr marL="85725" marR="0" lvl="0" indent="-85725" algn="ctr" defTabSz="914400" rtl="0" eaLnBrk="0" latinLnBrk="0" hangingPunct="0">
                        <a:lnSpc>
                          <a:spcPct val="110000"/>
                        </a:lnSpc>
                        <a:spcBef>
                          <a:spcPts val="300"/>
                        </a:spcBef>
                        <a:spcAft>
                          <a:spcPct val="0"/>
                        </a:spcAft>
                        <a:buClrTx/>
                        <a:buFont typeface="Wingdings"/>
                        <a:buNone/>
                        <a:defRPr/>
                      </a:pPr>
                      <a:r>
                        <a:rPr kumimoji="1" lang="ko-KR" altLang="en-US" sz="800" b="1" i="0" u="none" strike="noStrike" kern="1200" cap="none" normalizeH="0" baseline="0">
                          <a:solidFill>
                            <a:schemeClr val="tx1"/>
                          </a:solidFill>
                          <a:effectLst/>
                          <a:latin typeface="KoPub돋움체 Light"/>
                          <a:ea typeface="KoPub돋움체 Light"/>
                          <a:cs typeface="+mn-cs"/>
                          <a:sym typeface="Wingdings"/>
                        </a:rPr>
                        <a:t>버튼명</a:t>
                      </a:r>
                      <a:endParaRPr kumimoji="1" lang="en-US" altLang="ko-KR" sz="800" b="1" i="0" u="none" strike="noStrike" kern="1200" cap="none" normalizeH="0" baseline="0">
                        <a:solidFill>
                          <a:schemeClr val="tx1"/>
                        </a:solidFill>
                        <a:effectLst/>
                        <a:latin typeface="KoPub돋움체 Light"/>
                        <a:ea typeface="KoPub돋움체 Light"/>
                        <a:sym typeface="Wingdings"/>
                      </a:endParaRPr>
                    </a:p>
                  </a:txBody>
                  <a:tcPr marL="54000" marR="54000" marT="54000" marB="54000" horzOverflow="overflow">
                    <a:lnL w="3175" cap="flat" cmpd="sng" algn="ctr">
                      <a:solidFill>
                        <a:srgbClr val="A6A6A6"/>
                      </a:solidFill>
                      <a:prstDash val="solid"/>
                      <a:round/>
                    </a:lnL>
                    <a:lnR w="6350" cap="flat" cmpd="sng" algn="ctr">
                      <a:solidFill>
                        <a:srgbClr val="7F7F7F"/>
                      </a:solidFill>
                      <a:prstDash val="solid"/>
                      <a:round/>
                    </a:lnR>
                    <a:lnT w="6350" cap="flat" cmpd="sng" algn="ctr">
                      <a:solidFill>
                        <a:srgbClr val="7F7F7F"/>
                      </a:solidFill>
                      <a:prstDash val="solid"/>
                      <a:round/>
                    </a:lnT>
                    <a:lnB w="6350" cap="flat" cmpd="sng" algn="ctr">
                      <a:solidFill>
                        <a:srgbClr val="7F7F7F"/>
                      </a:solidFill>
                      <a:prstDash val="solid"/>
                      <a:round/>
                    </a:lnB>
                    <a:lnTlToBr>
                      <a:noFill/>
                    </a:lnTlToBr>
                    <a:lnBlToTr>
                      <a:noFill/>
                    </a:lnBlToTr>
                    <a:solidFill>
                      <a:schemeClr val="bg1">
                        <a:lumMod val="95000"/>
                      </a:schemeClr>
                    </a:solidFill>
                  </a:tcPr>
                </a:tc>
                <a:tc>
                  <a:txBody>
                    <a:bodyPr/>
                    <a:lstStyle/>
                    <a:p>
                      <a:pPr marL="85725" marR="0" lvl="0" indent="-85725" algn="ctr" defTabSz="914400" rtl="0" eaLnBrk="0" latinLnBrk="0" hangingPunct="0">
                        <a:lnSpc>
                          <a:spcPct val="110000"/>
                        </a:lnSpc>
                        <a:spcBef>
                          <a:spcPts val="300"/>
                        </a:spcBef>
                        <a:spcAft>
                          <a:spcPct val="0"/>
                        </a:spcAft>
                        <a:buClrTx/>
                        <a:buFont typeface="Wingdings"/>
                        <a:buNone/>
                        <a:defRPr/>
                      </a:pPr>
                      <a:r>
                        <a:rPr kumimoji="1" lang="ko-KR" altLang="en-US" sz="800" b="1" i="0" u="none" strike="noStrike" kern="1200" cap="none" normalizeH="0" baseline="0">
                          <a:solidFill>
                            <a:schemeClr val="tx1"/>
                          </a:solidFill>
                          <a:effectLst/>
                          <a:latin typeface="KoPub돋움체 Light"/>
                          <a:ea typeface="KoPub돋움체 Light"/>
                          <a:cs typeface="+mn-cs"/>
                          <a:sym typeface="Wingdings"/>
                        </a:rPr>
                        <a:t>기능</a:t>
                      </a:r>
                      <a:endParaRPr kumimoji="1" lang="en-US" altLang="ko-KR" sz="800" b="1" i="0" u="none" strike="noStrike" kern="1200" cap="none" normalizeH="0" baseline="0">
                        <a:solidFill>
                          <a:schemeClr val="tx1"/>
                        </a:solidFill>
                        <a:effectLst/>
                        <a:latin typeface="KoPub돋움체 Light"/>
                        <a:ea typeface="KoPub돋움체 Light"/>
                        <a:sym typeface="Wingdings"/>
                      </a:endParaRPr>
                    </a:p>
                  </a:txBody>
                  <a:tcPr marL="54000" marR="54000" marT="54000" marB="54000" horzOverflow="overflow">
                    <a:lnL w="6350" cap="flat" cmpd="sng" algn="ctr">
                      <a:solidFill>
                        <a:srgbClr val="7F7F7F"/>
                      </a:solidFill>
                      <a:prstDash val="solid"/>
                      <a:round/>
                    </a:lnL>
                    <a:lnR w="12700" cap="flat" cmpd="sng" algn="ctr">
                      <a:solidFill>
                        <a:schemeClr val="tx1"/>
                      </a:solidFill>
                      <a:prstDash val="solid"/>
                      <a:round/>
                    </a:lnR>
                    <a:lnT w="6350" cap="flat" cmpd="sng" algn="ctr">
                      <a:solidFill>
                        <a:srgbClr val="7F7F7F"/>
                      </a:solidFill>
                      <a:prstDash val="solid"/>
                      <a:round/>
                    </a:lnT>
                    <a:lnB w="6350" cap="flat" cmpd="sng" algn="ctr">
                      <a:solidFill>
                        <a:srgbClr val="7F7F7F"/>
                      </a:solidFill>
                      <a:prstDash val="solid"/>
                      <a:round/>
                    </a:lnB>
                    <a:lnTlToBr>
                      <a:noFill/>
                    </a:lnTlToBr>
                    <a:lnBlToTr>
                      <a:noFill/>
                    </a:lnBlToTr>
                    <a:solidFill>
                      <a:schemeClr val="bg1">
                        <a:lumMod val="95000"/>
                      </a:schemeClr>
                    </a:solidFill>
                  </a:tcPr>
                </a:tc>
                <a:extLst>
                  <a:ext uri="{0D108BD9-81ED-4DB2-BD59-A6C34878D82A}">
                    <a16:rowId xmlns:a16="http://schemas.microsoft.com/office/drawing/2014/main" val="10001"/>
                  </a:ext>
                </a:extLst>
              </a:tr>
              <a:tr h="0">
                <a:tc>
                  <a:txBody>
                    <a:bodyPr/>
                    <a:lstStyle/>
                    <a:p>
                      <a:pPr marL="0" marR="0" lvl="0" indent="0" algn="ctr" defTabSz="914400" rtl="0" eaLnBrk="0" latinLnBrk="1" hangingPunct="0">
                        <a:lnSpc>
                          <a:spcPct val="100000"/>
                        </a:lnSpc>
                        <a:spcBef>
                          <a:spcPct val="0"/>
                        </a:spcBef>
                        <a:spcAft>
                          <a:spcPct val="0"/>
                        </a:spcAft>
                        <a:buClrTx/>
                        <a:buFontTx/>
                        <a:buNone/>
                        <a:defRPr/>
                      </a:pPr>
                      <a:r>
                        <a:rPr kumimoji="1" lang="en-US" altLang="ko-KR" sz="800" b="1" i="0" u="none" strike="noStrike" cap="none" normalizeH="0" baseline="0">
                          <a:solidFill>
                            <a:schemeClr val="tx1"/>
                          </a:solidFill>
                          <a:effectLst/>
                          <a:latin typeface="KoPub돋움체 Light"/>
                          <a:ea typeface="KoPub돋움체 Light"/>
                          <a:sym typeface="Wingdings 2"/>
                        </a:rPr>
                        <a:t>A1</a:t>
                      </a:r>
                      <a:endParaRPr kumimoji="1" lang="en-US" altLang="ko-KR" sz="800" b="1" i="0" u="none" strike="noStrike" cap="none" normalizeH="0" baseline="0">
                        <a:solidFill>
                          <a:schemeClr val="tx1"/>
                        </a:solidFill>
                        <a:latin typeface="KoPub돋움체 Light"/>
                        <a:ea typeface="KoPub돋움체 Light"/>
                        <a:sym typeface="Wingdings 2"/>
                      </a:endParaRPr>
                    </a:p>
                  </a:txBody>
                  <a:tcPr marL="0" marR="0" horzOverflow="overflow">
                    <a:lnL w="12700" cap="flat" cmpd="sng" algn="ctr">
                      <a:solidFill>
                        <a:schemeClr val="tx1"/>
                      </a:solidFill>
                      <a:prstDash val="solid"/>
                      <a:round/>
                    </a:lnL>
                    <a:lnR w="3175" cap="flat" cmpd="sng" algn="ctr">
                      <a:solidFill>
                        <a:srgbClr val="A6A6A6"/>
                      </a:solidFill>
                      <a:prstDash val="solid"/>
                      <a:round/>
                    </a:lnR>
                    <a:lnT w="6350" cap="flat" cmpd="sng" algn="ctr">
                      <a:solidFill>
                        <a:srgbClr val="7F7F7F"/>
                      </a:solidFill>
                      <a:prstDash val="solid"/>
                      <a:round/>
                    </a:lnT>
                    <a:lnB w="6350" cap="flat" cmpd="sng" algn="ctr">
                      <a:solidFill>
                        <a:srgbClr val="7F7F7F"/>
                      </a:solidFill>
                      <a:prstDash val="solid"/>
                      <a:round/>
                    </a:lnB>
                    <a:lnTlToBr>
                      <a:noFill/>
                    </a:lnTlToBr>
                    <a:lnBlToTr>
                      <a:noFill/>
                    </a:lnBlToTr>
                    <a:noFill/>
                  </a:tcPr>
                </a:tc>
                <a:tc>
                  <a:txBody>
                    <a:bodyPr/>
                    <a:lstStyle/>
                    <a:p>
                      <a:pPr lvl="0">
                        <a:defRPr/>
                      </a:pPr>
                      <a:r>
                        <a:rPr lang="ko-KR" altLang="en-US" sz="800">
                          <a:latin typeface="KoPub돋움체 Light"/>
                          <a:ea typeface="KoPub돋움체 Light"/>
                          <a:cs typeface="+mn-cs"/>
                        </a:rPr>
                        <a:t>식단 저장</a:t>
                      </a:r>
                    </a:p>
                  </a:txBody>
                  <a:tcPr marL="54000" marR="54000" marT="54000" marB="54000" horzOverflow="overflow">
                    <a:lnL w="3175" cap="flat" cmpd="sng" algn="ctr">
                      <a:solidFill>
                        <a:srgbClr val="A6A6A6"/>
                      </a:solidFill>
                      <a:prstDash val="solid"/>
                      <a:round/>
                    </a:lnL>
                    <a:lnR w="6350" cap="flat" cmpd="sng" algn="ctr">
                      <a:solidFill>
                        <a:srgbClr val="7F7F7F"/>
                      </a:solidFill>
                      <a:prstDash val="solid"/>
                      <a:round/>
                    </a:lnR>
                    <a:lnT w="6350" cap="flat" cmpd="sng" algn="ctr">
                      <a:solidFill>
                        <a:srgbClr val="7F7F7F"/>
                      </a:solidFill>
                      <a:prstDash val="solid"/>
                      <a:round/>
                    </a:lnT>
                    <a:lnB w="6350" cap="flat" cmpd="sng" algn="ctr">
                      <a:solidFill>
                        <a:srgbClr val="7F7F7F"/>
                      </a:solidFill>
                      <a:prstDash val="solid"/>
                      <a:round/>
                    </a:lnB>
                    <a:lnTlToBr>
                      <a:noFill/>
                    </a:lnTlToBr>
                    <a:lnBlToTr>
                      <a:noFill/>
                    </a:lnBlToTr>
                    <a:solidFill>
                      <a:schemeClr val="bg1"/>
                    </a:solidFill>
                  </a:tcPr>
                </a:tc>
                <a:tc>
                  <a:txBody>
                    <a:bodyPr/>
                    <a:lstStyle/>
                    <a:p>
                      <a:pPr marL="0" marR="0" lvl="0" indent="0" algn="l" defTabSz="914400" rtl="0" eaLnBrk="1" latinLnBrk="1" hangingPunct="1">
                        <a:lnSpc>
                          <a:spcPct val="100000"/>
                        </a:lnSpc>
                        <a:spcBef>
                          <a:spcPts val="0"/>
                        </a:spcBef>
                        <a:spcAft>
                          <a:spcPts val="0"/>
                        </a:spcAft>
                        <a:buClrTx/>
                        <a:buFontTx/>
                        <a:buNone/>
                        <a:defRPr/>
                      </a:pPr>
                      <a:r>
                        <a:rPr lang="ko-KR" altLang="en-US" sz="800">
                          <a:latin typeface="KoPub돋움체 Light"/>
                          <a:ea typeface="KoPub돋움체 Light"/>
                          <a:cs typeface="+mn-cs"/>
                        </a:rPr>
                        <a:t>추천 식단을 저장하고 기록 페이지로 이동한다</a:t>
                      </a:r>
                      <a:r>
                        <a:rPr lang="en-US" altLang="ko-KR" sz="800">
                          <a:latin typeface="KoPub돋움체 Light"/>
                          <a:ea typeface="KoPub돋움체 Light"/>
                          <a:cs typeface="+mn-cs"/>
                        </a:rPr>
                        <a:t>.</a:t>
                      </a:r>
                    </a:p>
                  </a:txBody>
                  <a:tcPr marL="54000" marR="54000" marT="54000" marB="54000" horzOverflow="overflow">
                    <a:lnL w="6350" cap="flat" cmpd="sng" algn="ctr">
                      <a:solidFill>
                        <a:srgbClr val="7F7F7F"/>
                      </a:solidFill>
                      <a:prstDash val="solid"/>
                      <a:round/>
                    </a:lnL>
                    <a:lnR w="12700" cap="flat" cmpd="sng" algn="ctr">
                      <a:solidFill>
                        <a:schemeClr val="tx1"/>
                      </a:solidFill>
                      <a:prstDash val="solid"/>
                      <a:round/>
                    </a:lnR>
                    <a:lnT w="6350" cap="flat" cmpd="sng" algn="ctr">
                      <a:solidFill>
                        <a:srgbClr val="7F7F7F"/>
                      </a:solidFill>
                      <a:prstDash val="solid"/>
                      <a:round/>
                    </a:lnT>
                    <a:lnB w="6350" cap="flat" cmpd="sng" algn="ctr">
                      <a:solidFill>
                        <a:srgbClr val="7F7F7F"/>
                      </a:solidFill>
                      <a:prstDash val="solid"/>
                      <a:round/>
                    </a:lnB>
                    <a:lnTlToBr>
                      <a:noFill/>
                    </a:lnTlToBr>
                    <a:lnBlToTr>
                      <a:noFill/>
                    </a:lnBlToTr>
                    <a:solidFill>
                      <a:schemeClr val="bg1"/>
                    </a:solidFill>
                  </a:tcPr>
                </a:tc>
                <a:extLst>
                  <a:ext uri="{0D108BD9-81ED-4DB2-BD59-A6C34878D82A}">
                    <a16:rowId xmlns:a16="http://schemas.microsoft.com/office/drawing/2014/main" val="10002"/>
                  </a:ext>
                </a:extLst>
              </a:tr>
              <a:tr h="0">
                <a:tc>
                  <a:txBody>
                    <a:bodyPr/>
                    <a:lstStyle/>
                    <a:p>
                      <a:pPr marL="0" marR="0" lvl="0" indent="0" algn="ctr" defTabSz="914400" rtl="0" eaLnBrk="0" latinLnBrk="1" hangingPunct="0">
                        <a:lnSpc>
                          <a:spcPct val="100000"/>
                        </a:lnSpc>
                        <a:spcBef>
                          <a:spcPct val="0"/>
                        </a:spcBef>
                        <a:spcAft>
                          <a:spcPct val="0"/>
                        </a:spcAft>
                        <a:buClrTx/>
                        <a:buFontTx/>
                        <a:buNone/>
                        <a:defRPr/>
                      </a:pPr>
                      <a:r>
                        <a:rPr kumimoji="1" lang="en-US" altLang="ko-KR" sz="800" b="1" i="0" u="none" strike="noStrike" cap="none" normalizeH="0" baseline="0">
                          <a:solidFill>
                            <a:schemeClr val="tx1"/>
                          </a:solidFill>
                          <a:effectLst/>
                          <a:latin typeface="KoPub돋움체 Light"/>
                          <a:ea typeface="KoPub돋움체 Light"/>
                          <a:sym typeface="Wingdings 2"/>
                        </a:rPr>
                        <a:t>A2</a:t>
                      </a:r>
                      <a:endParaRPr kumimoji="1" lang="en-US" altLang="ko-KR" sz="800" b="1" i="0" u="none" strike="noStrike" cap="none" normalizeH="0" baseline="0">
                        <a:solidFill>
                          <a:schemeClr val="tx1"/>
                        </a:solidFill>
                        <a:latin typeface="KoPub돋움체 Light"/>
                        <a:ea typeface="KoPub돋움체 Light"/>
                        <a:sym typeface="Wingdings 2"/>
                      </a:endParaRPr>
                    </a:p>
                  </a:txBody>
                  <a:tcPr marL="0" marR="0" horzOverflow="overflow">
                    <a:lnL w="12700" cap="flat" cmpd="sng" algn="ctr">
                      <a:solidFill>
                        <a:schemeClr val="tx1"/>
                      </a:solidFill>
                      <a:prstDash val="solid"/>
                      <a:round/>
                    </a:lnL>
                    <a:lnR w="3175" cap="flat" cmpd="sng" algn="ctr">
                      <a:solidFill>
                        <a:srgbClr val="A6A6A6"/>
                      </a:solidFill>
                      <a:prstDash val="solid"/>
                      <a:round/>
                    </a:lnR>
                    <a:lnT w="6350" cap="flat" cmpd="sng" algn="ctr">
                      <a:solidFill>
                        <a:srgbClr val="7F7F7F"/>
                      </a:solidFill>
                      <a:prstDash val="solid"/>
                      <a:round/>
                    </a:lnT>
                    <a:lnB w="12700" cap="flat" cmpd="sng" algn="ctr">
                      <a:solidFill>
                        <a:schemeClr val="tx1"/>
                      </a:solidFill>
                      <a:prstDash val="solid"/>
                      <a:round/>
                    </a:lnB>
                    <a:lnTlToBr>
                      <a:noFill/>
                    </a:lnTlToBr>
                    <a:lnBlToTr>
                      <a:noFill/>
                    </a:lnBlToTr>
                    <a:noFill/>
                  </a:tcPr>
                </a:tc>
                <a:tc>
                  <a:txBody>
                    <a:bodyPr/>
                    <a:lstStyle/>
                    <a:p>
                      <a:pPr lvl="0">
                        <a:defRPr/>
                      </a:pPr>
                      <a:r>
                        <a:rPr lang="ko-KR" altLang="en-US" sz="800">
                          <a:latin typeface="KoPub돋움체 Light"/>
                          <a:ea typeface="KoPub돋움체 Light"/>
                          <a:cs typeface="+mn-cs"/>
                        </a:rPr>
                        <a:t>돌아가기</a:t>
                      </a:r>
                    </a:p>
                  </a:txBody>
                  <a:tcPr marL="54000" marR="54000" marT="54000" marB="54000" horzOverflow="overflow">
                    <a:lnL w="3175" cap="flat" cmpd="sng" algn="ctr">
                      <a:solidFill>
                        <a:srgbClr val="A6A6A6"/>
                      </a:solidFill>
                      <a:prstDash val="solid"/>
                      <a:round/>
                    </a:lnL>
                    <a:lnR w="6350" cap="flat" cmpd="sng" algn="ctr">
                      <a:solidFill>
                        <a:srgbClr val="7F7F7F"/>
                      </a:solidFill>
                      <a:prstDash val="solid"/>
                      <a:round/>
                    </a:lnR>
                    <a:lnT w="6350" cap="flat" cmpd="sng" algn="ctr">
                      <a:solidFill>
                        <a:srgbClr val="7F7F7F"/>
                      </a:solidFill>
                      <a:prstDash val="solid"/>
                      <a:round/>
                    </a:lnT>
                    <a:lnB w="12700" cap="flat" cmpd="sng" algn="ctr">
                      <a:solidFill>
                        <a:schemeClr val="tx1"/>
                      </a:solidFill>
                      <a:prstDash val="solid"/>
                      <a:round/>
                    </a:lnB>
                    <a:lnTlToBr>
                      <a:noFill/>
                    </a:lnTlToBr>
                    <a:lnBlToTr>
                      <a:noFill/>
                    </a:lnBlToTr>
                    <a:solidFill>
                      <a:schemeClr val="bg1"/>
                    </a:solidFill>
                  </a:tcPr>
                </a:tc>
                <a:tc>
                  <a:txBody>
                    <a:bodyPr/>
                    <a:lstStyle/>
                    <a:p>
                      <a:pPr marL="0" marR="0" lvl="0" indent="0" algn="l" defTabSz="914400" rtl="0" eaLnBrk="1" latinLnBrk="1" hangingPunct="1">
                        <a:lnSpc>
                          <a:spcPct val="100000"/>
                        </a:lnSpc>
                        <a:spcBef>
                          <a:spcPts val="0"/>
                        </a:spcBef>
                        <a:spcAft>
                          <a:spcPts val="0"/>
                        </a:spcAft>
                        <a:buClrTx/>
                        <a:buFontTx/>
                        <a:buNone/>
                        <a:defRPr/>
                      </a:pPr>
                      <a:r>
                        <a:rPr lang="ko-KR" altLang="en-US" sz="800">
                          <a:latin typeface="KoPub돋움체 Light"/>
                          <a:ea typeface="KoPub돋움체 Light"/>
                          <a:cs typeface="+mn-cs"/>
                        </a:rPr>
                        <a:t>식단 화면으로 돌아가기</a:t>
                      </a:r>
                    </a:p>
                  </a:txBody>
                  <a:tcPr marL="54000" marR="54000" marT="54000" marB="54000" horzOverflow="overflow">
                    <a:lnL w="6350" cap="flat" cmpd="sng" algn="ctr">
                      <a:solidFill>
                        <a:srgbClr val="7F7F7F"/>
                      </a:solidFill>
                      <a:prstDash val="solid"/>
                      <a:round/>
                    </a:lnL>
                    <a:lnR w="12700" cap="flat" cmpd="sng" algn="ctr">
                      <a:solidFill>
                        <a:schemeClr val="tx1"/>
                      </a:solidFill>
                      <a:prstDash val="solid"/>
                      <a:round/>
                    </a:lnR>
                    <a:lnT w="6350" cap="flat" cmpd="sng" algn="ctr">
                      <a:solidFill>
                        <a:srgbClr val="7F7F7F"/>
                      </a:solidFill>
                      <a:prstDash val="solid"/>
                      <a:round/>
                    </a:lnT>
                    <a:lnB w="12700" cap="flat" cmpd="sng" algn="ctr">
                      <a:solidFill>
                        <a:schemeClr val="tx1"/>
                      </a:solidFill>
                      <a:prstDash val="solid"/>
                      <a:round/>
                    </a:lnB>
                    <a:lnTlToBr>
                      <a:noFill/>
                    </a:lnTlToBr>
                    <a:lnBlToTr>
                      <a:noFill/>
                    </a:lnBlToTr>
                    <a:solidFill>
                      <a:schemeClr val="bg1"/>
                    </a:solidFill>
                  </a:tcPr>
                </a:tc>
                <a:extLst>
                  <a:ext uri="{0D108BD9-81ED-4DB2-BD59-A6C34878D82A}">
                    <a16:rowId xmlns:a16="http://schemas.microsoft.com/office/drawing/2014/main" val="10003"/>
                  </a:ext>
                </a:extLst>
              </a:tr>
            </a:tbl>
          </a:graphicData>
        </a:graphic>
      </p:graphicFrame>
    </p:spTree>
  </p:cSld>
  <p:clrMapOvr>
    <a:masterClrMapping/>
  </p:clrMapOvr>
  <mc:AlternateContent xmlns:mc="http://schemas.openxmlformats.org/markup-compatibility/2006" xmlns:p14="http://schemas.microsoft.com/office/powerpoint/2010/main">
    <mc:Choice Requires="p14">
      <p:transition/>
    </mc:Choice>
    <mc:Fallback xmlns="" xmlns:c="http://schemas.openxmlformats.org/drawingml/2006/chart" xmlns:dgm="http://schemas.openxmlformats.org/drawingml/2006/diagram" xmlns:dsp="http://schemas.microsoft.com/office/drawing/2008/diagram">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5" name="Google Shape;135;p24"/>
          <p:cNvSpPr txBox="1">
            <a:spLocks noGrp="1"/>
          </p:cNvSpPr>
          <p:nvPr>
            <p:ph type="sldNum" idx="12"/>
          </p:nvPr>
        </p:nvSpPr>
        <p:spPr>
          <a:prstGeom prst="rect">
            <a:avLst/>
          </a:prstGeom>
        </p:spPr>
        <p:txBody>
          <a:bodyPr wrap="square" lIns="91424" tIns="91424" rIns="91424" bIns="91424" anchor="ctr" anchorCtr="0">
            <a:normAutofit/>
          </a:bodyPr>
          <a:lstStyle/>
          <a:p>
            <a:pPr marL="0" lvl="0" indent="0" algn="r" rtl="0">
              <a:spcBef>
                <a:spcPts val="0"/>
              </a:spcBef>
              <a:spcAft>
                <a:spcPts val="0"/>
              </a:spcAft>
              <a:buNone/>
              <a:defRPr/>
            </a:pPr>
            <a:fld id="{00000000-1234-1234-1234-123412341234}" type="slidenum">
              <a:rPr lang="en-US" altLang="ko">
                <a:latin typeface="KoPub돋움체 Light"/>
                <a:ea typeface="KoPub돋움체 Light"/>
                <a:cs typeface="+mn-cs"/>
              </a:rPr>
              <a:pPr marL="0" lvl="0" indent="0" algn="r" rtl="0">
                <a:spcBef>
                  <a:spcPts val="0"/>
                </a:spcBef>
                <a:spcAft>
                  <a:spcPts val="0"/>
                </a:spcAft>
                <a:buNone/>
                <a:defRPr/>
              </a:pPr>
              <a:t>28</a:t>
            </a:fld>
            <a:endParaRPr lang="en-US" altLang="ko">
              <a:latin typeface="KoPub돋움체 Light"/>
              <a:ea typeface="KoPub돋움체 Light"/>
              <a:cs typeface="+mn-cs"/>
            </a:endParaRPr>
          </a:p>
        </p:txBody>
      </p:sp>
      <p:graphicFrame>
        <p:nvGraphicFramePr>
          <p:cNvPr id="221" name="Group 253"/>
          <p:cNvGraphicFramePr>
            <a:graphicFrameLocks noGrp="1"/>
          </p:cNvGraphicFramePr>
          <p:nvPr/>
        </p:nvGraphicFramePr>
        <p:xfrm>
          <a:off x="206775" y="322763"/>
          <a:ext cx="5885382" cy="391650"/>
        </p:xfrm>
        <a:graphic>
          <a:graphicData uri="http://schemas.openxmlformats.org/drawingml/2006/table">
            <a:tbl>
              <a:tblPr firstRow="1" bandRow="1"/>
              <a:tblGrid>
                <a:gridCol w="530880">
                  <a:extLst>
                    <a:ext uri="{9D8B030D-6E8A-4147-A177-3AD203B41FA5}">
                      <a16:colId xmlns:a16="http://schemas.microsoft.com/office/drawing/2014/main" val="20000"/>
                    </a:ext>
                  </a:extLst>
                </a:gridCol>
                <a:gridCol w="1974237">
                  <a:extLst>
                    <a:ext uri="{9D8B030D-6E8A-4147-A177-3AD203B41FA5}">
                      <a16:colId xmlns:a16="http://schemas.microsoft.com/office/drawing/2014/main" val="20001"/>
                    </a:ext>
                  </a:extLst>
                </a:gridCol>
                <a:gridCol w="378632">
                  <a:extLst>
                    <a:ext uri="{9D8B030D-6E8A-4147-A177-3AD203B41FA5}">
                      <a16:colId xmlns:a16="http://schemas.microsoft.com/office/drawing/2014/main" val="20002"/>
                    </a:ext>
                  </a:extLst>
                </a:gridCol>
                <a:gridCol w="1419001">
                  <a:extLst>
                    <a:ext uri="{9D8B030D-6E8A-4147-A177-3AD203B41FA5}">
                      <a16:colId xmlns:a16="http://schemas.microsoft.com/office/drawing/2014/main" val="20003"/>
                    </a:ext>
                  </a:extLst>
                </a:gridCol>
                <a:gridCol w="489796">
                  <a:extLst>
                    <a:ext uri="{9D8B030D-6E8A-4147-A177-3AD203B41FA5}">
                      <a16:colId xmlns:a16="http://schemas.microsoft.com/office/drawing/2014/main" val="20004"/>
                    </a:ext>
                  </a:extLst>
                </a:gridCol>
                <a:gridCol w="1092836">
                  <a:extLst>
                    <a:ext uri="{9D8B030D-6E8A-4147-A177-3AD203B41FA5}">
                      <a16:colId xmlns:a16="http://schemas.microsoft.com/office/drawing/2014/main" val="20005"/>
                    </a:ext>
                  </a:extLst>
                </a:gridCol>
              </a:tblGrid>
              <a:tr h="195825">
                <a:tc>
                  <a:txBody>
                    <a:bodyPr/>
                    <a:lstStyle/>
                    <a:p>
                      <a:pPr marL="0" marR="0" lvl="0" indent="0" algn="ctr" defTabSz="914400" rtl="0" eaLnBrk="1" latinLnBrk="1" hangingPunct="1">
                        <a:lnSpc>
                          <a:spcPct val="100000"/>
                        </a:lnSpc>
                        <a:spcBef>
                          <a:spcPct val="20000"/>
                        </a:spcBef>
                        <a:spcAft>
                          <a:spcPct val="0"/>
                        </a:spcAft>
                        <a:buClrTx/>
                        <a:buFontTx/>
                        <a:buNone/>
                        <a:defRPr/>
                      </a:pPr>
                      <a:r>
                        <a:rPr kumimoji="1" lang="ko-KR" altLang="en-US" sz="800" b="0" i="0" u="none" strike="noStrike" cap="none" normalizeH="0" baseline="0">
                          <a:solidFill>
                            <a:schemeClr val="tx1"/>
                          </a:solidFill>
                          <a:effectLst/>
                          <a:latin typeface="KoPub돋움체 Light"/>
                          <a:ea typeface="KoPub돋움체 Light"/>
                          <a:cs typeface="+mn-cs"/>
                        </a:rPr>
                        <a:t>프로젝트명</a:t>
                      </a:r>
                      <a:endParaRPr kumimoji="1" lang="ko-KR" altLang="en-US" sz="800" b="0" i="0" u="none" strike="noStrike" cap="none" normalizeH="0" baseline="0">
                        <a:solidFill>
                          <a:schemeClr val="tx1"/>
                        </a:solidFill>
                        <a:latin typeface="KoPub돋움체 Light"/>
                        <a:ea typeface="KoPub돋움체 Light"/>
                        <a:cs typeface="+mn-cs"/>
                      </a:endParaRPr>
                    </a:p>
                  </a:txBody>
                  <a:tcPr marL="36000" marR="36000" marT="36000" marB="36000" anchor="ctr" horzOverflow="overflow">
                    <a:lnL w="3175" cap="flat" cmpd="sng" algn="ctr">
                      <a:solidFill>
                        <a:srgbClr val="808080"/>
                      </a:solidFill>
                      <a:prstDash val="solid"/>
                      <a:round/>
                    </a:lnL>
                    <a:lnR w="3175" cap="flat" cmpd="sng" algn="ctr">
                      <a:solidFill>
                        <a:srgbClr val="808080"/>
                      </a:solidFill>
                      <a:prstDash val="solid"/>
                      <a:round/>
                    </a:lnR>
                    <a:lnT w="3175" cap="flat" cmpd="sng" algn="ctr">
                      <a:solidFill>
                        <a:srgbClr val="808080"/>
                      </a:solidFill>
                      <a:prstDash val="solid"/>
                      <a:round/>
                    </a:lnT>
                    <a:lnB w="3175" cap="flat" cmpd="sng" algn="ctr">
                      <a:solidFill>
                        <a:srgbClr val="808080"/>
                      </a:solidFill>
                      <a:prstDash val="solid"/>
                      <a:round/>
                    </a:lnB>
                    <a:lnTlToBr>
                      <a:noFill/>
                    </a:lnTlToBr>
                    <a:lnBlToTr>
                      <a:noFill/>
                    </a:lnBlToTr>
                    <a:solidFill>
                      <a:srgbClr val="DDDDDD"/>
                    </a:solidFill>
                  </a:tcPr>
                </a:tc>
                <a:tc>
                  <a:txBody>
                    <a:bodyPr/>
                    <a:lstStyle/>
                    <a:p>
                      <a:pPr marL="0" marR="0" lvl="0" indent="0" algn="l" defTabSz="914400" rtl="0" eaLnBrk="1" latinLnBrk="1" hangingPunct="1">
                        <a:lnSpc>
                          <a:spcPct val="100000"/>
                        </a:lnSpc>
                        <a:spcBef>
                          <a:spcPct val="20000"/>
                        </a:spcBef>
                        <a:spcAft>
                          <a:spcPct val="0"/>
                        </a:spcAft>
                        <a:buClrTx/>
                        <a:buFontTx/>
                        <a:buNone/>
                        <a:defRPr/>
                      </a:pPr>
                      <a:r>
                        <a:rPr kumimoji="1" lang="ko-KR" altLang="ko-KR" sz="800" b="0" i="0" u="none" strike="noStrike" cap="none" normalizeH="0" baseline="0">
                          <a:solidFill>
                            <a:schemeClr val="tx1"/>
                          </a:solidFill>
                          <a:effectLst/>
                          <a:latin typeface="KoPub돋움체 Light"/>
                          <a:ea typeface="KoPub돋움체 Light"/>
                          <a:cs typeface="+mn-cs"/>
                        </a:rPr>
                        <a:t>스마트 음식 영양 분석 &amp; 식단 추천 프로젝트</a:t>
                      </a:r>
                      <a:endParaRPr kumimoji="1" lang="ko-KR" altLang="ko-KR" sz="800" b="0" i="0" u="none" strike="noStrike" cap="none" normalizeH="0" baseline="0">
                        <a:solidFill>
                          <a:schemeClr val="tx1"/>
                        </a:solidFill>
                        <a:latin typeface="KoPub돋움체 Light"/>
                        <a:ea typeface="KoPub돋움체 Light"/>
                        <a:cs typeface="+mn-cs"/>
                      </a:endParaRPr>
                    </a:p>
                  </a:txBody>
                  <a:tcPr marL="36000" marR="36000" marT="36000" marB="36000" anchor="ctr" horzOverflow="overflow">
                    <a:lnL w="3175" cap="flat" cmpd="sng" algn="ctr">
                      <a:solidFill>
                        <a:srgbClr val="808080"/>
                      </a:solidFill>
                      <a:prstDash val="solid"/>
                      <a:round/>
                    </a:lnL>
                    <a:lnR w="3175" cap="flat" cmpd="sng" algn="ctr">
                      <a:solidFill>
                        <a:srgbClr val="808080"/>
                      </a:solidFill>
                      <a:prstDash val="solid"/>
                      <a:round/>
                    </a:lnR>
                    <a:lnT w="3175" cap="flat" cmpd="sng" algn="ctr">
                      <a:solidFill>
                        <a:srgbClr val="808080"/>
                      </a:solidFill>
                      <a:prstDash val="solid"/>
                      <a:round/>
                    </a:lnT>
                    <a:lnB w="3175" cap="flat" cmpd="sng" algn="ctr">
                      <a:solidFill>
                        <a:srgbClr val="808080"/>
                      </a:solidFill>
                      <a:prstDash val="solid"/>
                      <a:round/>
                    </a:lnB>
                    <a:lnTlToBr>
                      <a:noFill/>
                    </a:lnTlToBr>
                    <a:lnBlToTr>
                      <a:noFill/>
                    </a:lnBlToTr>
                    <a:noFill/>
                  </a:tcPr>
                </a:tc>
                <a:tc>
                  <a:txBody>
                    <a:bodyPr/>
                    <a:lstStyle/>
                    <a:p>
                      <a:pPr marL="0" marR="0" lvl="0" indent="0" algn="ctr" defTabSz="914400" rtl="0" eaLnBrk="1" latinLnBrk="1" hangingPunct="1">
                        <a:lnSpc>
                          <a:spcPct val="100000"/>
                        </a:lnSpc>
                        <a:spcBef>
                          <a:spcPct val="20000"/>
                        </a:spcBef>
                        <a:spcAft>
                          <a:spcPct val="0"/>
                        </a:spcAft>
                        <a:buClrTx/>
                        <a:buFontTx/>
                        <a:buNone/>
                        <a:defRPr/>
                      </a:pPr>
                      <a:r>
                        <a:rPr kumimoji="1" lang="ko-KR" altLang="en-US" sz="800" b="0" i="0" u="none" strike="noStrike" cap="none" normalizeH="0" baseline="0">
                          <a:solidFill>
                            <a:schemeClr val="tx1"/>
                          </a:solidFill>
                          <a:effectLst/>
                          <a:latin typeface="KoPub돋움체 Light"/>
                          <a:ea typeface="KoPub돋움체 Light"/>
                          <a:cs typeface="+mn-cs"/>
                        </a:rPr>
                        <a:t>화면명</a:t>
                      </a:r>
                      <a:endParaRPr kumimoji="1" lang="ko-KR" altLang="en-US" sz="800" b="0" i="0" u="none" strike="noStrike" cap="none" normalizeH="0" baseline="0">
                        <a:solidFill>
                          <a:schemeClr val="tx1"/>
                        </a:solidFill>
                        <a:latin typeface="KoPub돋움체 Light"/>
                        <a:ea typeface="KoPub돋움체 Light"/>
                        <a:cs typeface="+mn-cs"/>
                      </a:endParaRPr>
                    </a:p>
                  </a:txBody>
                  <a:tcPr marL="36000" marR="36000" marT="36000" marB="36000" anchor="ctr" horzOverflow="overflow">
                    <a:lnL w="3175" cap="flat" cmpd="sng" algn="ctr">
                      <a:solidFill>
                        <a:srgbClr val="808080"/>
                      </a:solidFill>
                      <a:prstDash val="solid"/>
                      <a:round/>
                    </a:lnL>
                    <a:lnR w="3175" cap="flat" cmpd="sng" algn="ctr">
                      <a:solidFill>
                        <a:srgbClr val="808080"/>
                      </a:solidFill>
                      <a:prstDash val="solid"/>
                      <a:round/>
                    </a:lnR>
                    <a:lnT w="3175" cap="flat" cmpd="sng" algn="ctr">
                      <a:solidFill>
                        <a:srgbClr val="808080"/>
                      </a:solidFill>
                      <a:prstDash val="solid"/>
                      <a:round/>
                    </a:lnT>
                    <a:lnB w="3175" cap="flat" cmpd="sng" algn="ctr">
                      <a:solidFill>
                        <a:srgbClr val="808080"/>
                      </a:solidFill>
                      <a:prstDash val="solid"/>
                      <a:round/>
                    </a:lnB>
                    <a:lnTlToBr>
                      <a:noFill/>
                    </a:lnTlToBr>
                    <a:lnBlToTr>
                      <a:noFill/>
                    </a:lnBlToTr>
                    <a:solidFill>
                      <a:srgbClr val="DDDDDD"/>
                    </a:solidFill>
                  </a:tcPr>
                </a:tc>
                <a:tc>
                  <a:txBody>
                    <a:bodyPr/>
                    <a:lstStyle/>
                    <a:p>
                      <a:pPr marL="0" marR="0" lvl="0" indent="0" algn="l" defTabSz="914400" rtl="0" eaLnBrk="1" latinLnBrk="1" hangingPunct="1">
                        <a:lnSpc>
                          <a:spcPct val="100000"/>
                        </a:lnSpc>
                        <a:spcBef>
                          <a:spcPct val="20000"/>
                        </a:spcBef>
                        <a:spcAft>
                          <a:spcPct val="0"/>
                        </a:spcAft>
                        <a:buClrTx/>
                        <a:buFontTx/>
                        <a:buNone/>
                        <a:defRPr/>
                      </a:pPr>
                      <a:r>
                        <a:rPr kumimoji="1" lang="ko-KR" altLang="en-US" sz="800" b="0" i="0" u="none" strike="noStrike" cap="none" normalizeH="0" baseline="0">
                          <a:solidFill>
                            <a:schemeClr val="tx1"/>
                          </a:solidFill>
                          <a:effectLst/>
                          <a:latin typeface="KoPub돋움체 Light"/>
                          <a:ea typeface="KoPub돋움체 Light"/>
                          <a:cs typeface="+mn-cs"/>
                        </a:rPr>
                        <a:t>식단 기록 </a:t>
                      </a:r>
                      <a:r>
                        <a:rPr kumimoji="1" lang="en-US" altLang="ko-KR" sz="800" b="0" i="0" u="none" strike="noStrike" cap="none" normalizeH="0" baseline="0">
                          <a:solidFill>
                            <a:schemeClr val="tx1"/>
                          </a:solidFill>
                          <a:effectLst/>
                          <a:latin typeface="KoPub돋움체 Light"/>
                          <a:ea typeface="KoPub돋움체 Light"/>
                          <a:cs typeface="+mn-cs"/>
                        </a:rPr>
                        <a:t>(</a:t>
                      </a:r>
                      <a:r>
                        <a:rPr kumimoji="1" lang="ko-KR" altLang="en-US" sz="800" b="0" i="0" u="none" strike="noStrike" cap="none" normalizeH="0" baseline="0">
                          <a:solidFill>
                            <a:schemeClr val="tx1"/>
                          </a:solidFill>
                          <a:effectLst/>
                          <a:latin typeface="KoPub돋움체 Light"/>
                          <a:ea typeface="KoPub돋움체 Light"/>
                          <a:cs typeface="+mn-cs"/>
                        </a:rPr>
                        <a:t>캘린더</a:t>
                      </a:r>
                      <a:r>
                        <a:rPr kumimoji="1" lang="en-US" altLang="ko-KR" sz="800" b="0" i="0" u="none" strike="noStrike" cap="none" normalizeH="0" baseline="0">
                          <a:solidFill>
                            <a:schemeClr val="tx1"/>
                          </a:solidFill>
                          <a:effectLst/>
                          <a:latin typeface="KoPub돋움체 Light"/>
                          <a:ea typeface="KoPub돋움체 Light"/>
                          <a:cs typeface="+mn-cs"/>
                        </a:rPr>
                        <a:t>)</a:t>
                      </a:r>
                      <a:endParaRPr kumimoji="1" lang="en-US" altLang="ko-KR" sz="800" b="0" i="0" u="none" strike="noStrike" cap="none" normalizeH="0" baseline="0">
                        <a:solidFill>
                          <a:schemeClr val="tx1"/>
                        </a:solidFill>
                        <a:latin typeface="KoPub돋움체 Light"/>
                        <a:ea typeface="KoPub돋움체 Light"/>
                        <a:cs typeface="+mn-cs"/>
                      </a:endParaRPr>
                    </a:p>
                  </a:txBody>
                  <a:tcPr marL="36000" marR="36000" marT="36000" marB="36000" anchor="ctr" horzOverflow="overflow">
                    <a:lnL w="3175" cap="flat" cmpd="sng" algn="ctr">
                      <a:solidFill>
                        <a:srgbClr val="808080"/>
                      </a:solidFill>
                      <a:prstDash val="solid"/>
                      <a:round/>
                    </a:lnL>
                    <a:lnR w="3175" cap="flat" cmpd="sng" algn="ctr">
                      <a:solidFill>
                        <a:srgbClr val="808080"/>
                      </a:solidFill>
                      <a:prstDash val="solid"/>
                      <a:round/>
                    </a:lnR>
                    <a:lnT w="3175" cap="flat" cmpd="sng" algn="ctr">
                      <a:solidFill>
                        <a:srgbClr val="808080"/>
                      </a:solidFill>
                      <a:prstDash val="solid"/>
                      <a:round/>
                    </a:lnT>
                    <a:lnB w="3175" cap="flat" cmpd="sng" algn="ctr">
                      <a:solidFill>
                        <a:srgbClr val="808080"/>
                      </a:solidFill>
                      <a:prstDash val="solid"/>
                      <a:round/>
                    </a:lnB>
                    <a:lnTlToBr>
                      <a:noFill/>
                    </a:lnTlToBr>
                    <a:lnBlToTr>
                      <a:noFill/>
                    </a:lnBlToTr>
                    <a:noFill/>
                  </a:tcPr>
                </a:tc>
                <a:tc>
                  <a:txBody>
                    <a:bodyPr/>
                    <a:lstStyle/>
                    <a:p>
                      <a:pPr marL="0" marR="0" lvl="0" indent="0" algn="ctr" defTabSz="914400" rtl="0" eaLnBrk="1" latinLnBrk="1" hangingPunct="1">
                        <a:lnSpc>
                          <a:spcPct val="100000"/>
                        </a:lnSpc>
                        <a:spcBef>
                          <a:spcPct val="20000"/>
                        </a:spcBef>
                        <a:spcAft>
                          <a:spcPct val="0"/>
                        </a:spcAft>
                        <a:buClrTx/>
                        <a:buFontTx/>
                        <a:buNone/>
                        <a:defRPr/>
                      </a:pPr>
                      <a:r>
                        <a:rPr kumimoji="1" lang="ko-KR" altLang="en-US" sz="800" b="0" i="0" u="none" strike="noStrike" cap="none" normalizeH="0" baseline="0">
                          <a:solidFill>
                            <a:schemeClr val="tx1"/>
                          </a:solidFill>
                          <a:effectLst/>
                          <a:latin typeface="KoPub돋움체 Light"/>
                          <a:ea typeface="KoPub돋움체 Light"/>
                          <a:cs typeface="+mn-cs"/>
                        </a:rPr>
                        <a:t>화면 </a:t>
                      </a:r>
                      <a:r>
                        <a:rPr kumimoji="1" lang="en-US" altLang="ko-KR" sz="800" b="0" i="0" u="none" strike="noStrike" cap="none" normalizeH="0" baseline="0">
                          <a:solidFill>
                            <a:schemeClr val="tx1"/>
                          </a:solidFill>
                          <a:effectLst/>
                          <a:latin typeface="KoPub돋움체 Light"/>
                          <a:ea typeface="KoPub돋움체 Light"/>
                          <a:cs typeface="+mn-cs"/>
                        </a:rPr>
                        <a:t>ID</a:t>
                      </a:r>
                      <a:endParaRPr kumimoji="1" lang="en-US" altLang="ko-KR" sz="800" b="0" i="0" u="none" strike="noStrike" cap="none" normalizeH="0" baseline="0">
                        <a:solidFill>
                          <a:schemeClr val="tx1"/>
                        </a:solidFill>
                        <a:latin typeface="KoPub돋움체 Light"/>
                        <a:ea typeface="KoPub돋움체 Light"/>
                        <a:cs typeface="+mn-cs"/>
                      </a:endParaRPr>
                    </a:p>
                  </a:txBody>
                  <a:tcPr marL="36000" marR="36000" marT="36000" marB="36000" anchor="ctr" horzOverflow="overflow">
                    <a:lnL w="3175" cap="flat" cmpd="sng" algn="ctr">
                      <a:solidFill>
                        <a:srgbClr val="808080"/>
                      </a:solidFill>
                      <a:prstDash val="solid"/>
                      <a:round/>
                    </a:lnL>
                    <a:lnR w="3175" cap="flat" cmpd="sng" algn="ctr">
                      <a:solidFill>
                        <a:srgbClr val="808080"/>
                      </a:solidFill>
                      <a:prstDash val="solid"/>
                      <a:round/>
                    </a:lnR>
                    <a:lnT w="3175" cap="flat" cmpd="sng" algn="ctr">
                      <a:solidFill>
                        <a:srgbClr val="808080"/>
                      </a:solidFill>
                      <a:prstDash val="solid"/>
                      <a:round/>
                    </a:lnT>
                    <a:lnB w="3175" cap="flat" cmpd="sng" algn="ctr">
                      <a:solidFill>
                        <a:srgbClr val="808080"/>
                      </a:solidFill>
                      <a:prstDash val="solid"/>
                      <a:round/>
                    </a:lnB>
                    <a:lnTlToBr>
                      <a:noFill/>
                    </a:lnTlToBr>
                    <a:lnBlToTr>
                      <a:noFill/>
                    </a:lnBlToTr>
                    <a:solidFill>
                      <a:srgbClr val="DDDDDD"/>
                    </a:solidFill>
                  </a:tcPr>
                </a:tc>
                <a:tc>
                  <a:txBody>
                    <a:bodyPr/>
                    <a:lstStyle/>
                    <a:p>
                      <a:pPr marL="0" marR="0" lvl="0" indent="0" algn="l" defTabSz="914400" rtl="0" eaLnBrk="1" latinLnBrk="1" hangingPunct="1">
                        <a:lnSpc>
                          <a:spcPct val="100000"/>
                        </a:lnSpc>
                        <a:spcBef>
                          <a:spcPct val="20000"/>
                        </a:spcBef>
                        <a:spcAft>
                          <a:spcPct val="0"/>
                        </a:spcAft>
                        <a:buClrTx/>
                        <a:buFontTx/>
                        <a:buNone/>
                        <a:defRPr/>
                      </a:pPr>
                      <a:r>
                        <a:rPr kumimoji="1" lang="en-US" altLang="ko-KR" sz="800" b="0" i="0" u="none" strike="noStrike" cap="none" normalizeH="0" baseline="0">
                          <a:solidFill>
                            <a:schemeClr val="tx1"/>
                          </a:solidFill>
                          <a:effectLst/>
                          <a:latin typeface="KoPub돋움체 Light"/>
                          <a:ea typeface="KoPub돋움체 Light"/>
                          <a:cs typeface="+mn-cs"/>
                        </a:rPr>
                        <a:t>DP-3100</a:t>
                      </a:r>
                      <a:endParaRPr kumimoji="1" lang="en-US" altLang="ko-KR" sz="800" b="0" i="0" u="none" strike="noStrike" cap="none" normalizeH="0" baseline="0">
                        <a:solidFill>
                          <a:schemeClr val="tx1"/>
                        </a:solidFill>
                        <a:latin typeface="KoPub돋움체 Light"/>
                        <a:ea typeface="KoPub돋움체 Light"/>
                        <a:cs typeface="+mn-cs"/>
                      </a:endParaRPr>
                    </a:p>
                  </a:txBody>
                  <a:tcPr marL="36000" marR="36000" marT="36000" marB="36000" anchor="ctr" horzOverflow="overflow">
                    <a:lnL w="3175" cap="flat" cmpd="sng" algn="ctr">
                      <a:solidFill>
                        <a:srgbClr val="808080"/>
                      </a:solidFill>
                      <a:prstDash val="solid"/>
                      <a:round/>
                    </a:lnL>
                    <a:lnR w="3175" cap="flat" cmpd="sng" algn="ctr">
                      <a:solidFill>
                        <a:srgbClr val="808080"/>
                      </a:solidFill>
                      <a:prstDash val="solid"/>
                      <a:round/>
                    </a:lnR>
                    <a:lnT w="3175" cap="flat" cmpd="sng" algn="ctr">
                      <a:solidFill>
                        <a:srgbClr val="808080"/>
                      </a:solidFill>
                      <a:prstDash val="solid"/>
                      <a:round/>
                    </a:lnT>
                    <a:lnB w="3175" cap="flat" cmpd="sng" algn="ctr">
                      <a:solidFill>
                        <a:srgbClr val="808080"/>
                      </a:solidFill>
                      <a:prstDash val="solid"/>
                      <a:round/>
                    </a:lnB>
                    <a:lnTlToBr>
                      <a:noFill/>
                    </a:lnTlToBr>
                    <a:lnBlToTr>
                      <a:noFill/>
                    </a:lnBlToTr>
                    <a:noFill/>
                  </a:tcPr>
                </a:tc>
                <a:extLst>
                  <a:ext uri="{0D108BD9-81ED-4DB2-BD59-A6C34878D82A}">
                    <a16:rowId xmlns:a16="http://schemas.microsoft.com/office/drawing/2014/main" val="10000"/>
                  </a:ext>
                </a:extLst>
              </a:tr>
              <a:tr h="195825">
                <a:tc>
                  <a:txBody>
                    <a:bodyPr/>
                    <a:lstStyle/>
                    <a:p>
                      <a:pPr marL="0" marR="0" lvl="0" indent="0" algn="ctr" defTabSz="914400" rtl="0" eaLnBrk="1" latinLnBrk="1" hangingPunct="1">
                        <a:lnSpc>
                          <a:spcPct val="100000"/>
                        </a:lnSpc>
                        <a:spcBef>
                          <a:spcPct val="20000"/>
                        </a:spcBef>
                        <a:spcAft>
                          <a:spcPct val="0"/>
                        </a:spcAft>
                        <a:buClrTx/>
                        <a:buFontTx/>
                        <a:buNone/>
                        <a:defRPr/>
                      </a:pPr>
                      <a:r>
                        <a:rPr kumimoji="1" lang="ko-KR" altLang="en-US" sz="800" b="0" i="0" u="none" strike="noStrike" cap="none" normalizeH="0" baseline="0">
                          <a:solidFill>
                            <a:schemeClr val="tx1"/>
                          </a:solidFill>
                          <a:effectLst/>
                          <a:latin typeface="KoPub돋움체 Light"/>
                          <a:ea typeface="KoPub돋움체 Light"/>
                          <a:cs typeface="+mn-cs"/>
                        </a:rPr>
                        <a:t>위   치</a:t>
                      </a:r>
                      <a:endParaRPr kumimoji="1" lang="ko-KR" altLang="en-US" sz="800" b="0" i="0" u="none" strike="noStrike" cap="none" normalizeH="0" baseline="0">
                        <a:solidFill>
                          <a:schemeClr val="tx1"/>
                        </a:solidFill>
                        <a:latin typeface="KoPub돋움체 Light"/>
                        <a:ea typeface="KoPub돋움체 Light"/>
                        <a:cs typeface="+mn-cs"/>
                      </a:endParaRPr>
                    </a:p>
                  </a:txBody>
                  <a:tcPr marL="36000" marR="36000" marT="36000" marB="36000" anchor="ctr" horzOverflow="overflow">
                    <a:lnL w="3175" cap="flat" cmpd="sng" algn="ctr">
                      <a:solidFill>
                        <a:srgbClr val="808080"/>
                      </a:solidFill>
                      <a:prstDash val="solid"/>
                      <a:round/>
                    </a:lnL>
                    <a:lnR w="3175" cap="flat" cmpd="sng" algn="ctr">
                      <a:solidFill>
                        <a:srgbClr val="808080"/>
                      </a:solidFill>
                      <a:prstDash val="solid"/>
                      <a:round/>
                    </a:lnR>
                    <a:lnT w="3175" cap="flat" cmpd="sng" algn="ctr">
                      <a:solidFill>
                        <a:srgbClr val="808080"/>
                      </a:solidFill>
                      <a:prstDash val="solid"/>
                      <a:round/>
                    </a:lnT>
                    <a:lnB w="3175" cap="flat" cmpd="sng" algn="ctr">
                      <a:solidFill>
                        <a:srgbClr val="808080"/>
                      </a:solidFill>
                      <a:prstDash val="solid"/>
                      <a:round/>
                    </a:lnB>
                    <a:lnTlToBr>
                      <a:noFill/>
                    </a:lnTlToBr>
                    <a:lnBlToTr>
                      <a:noFill/>
                    </a:lnBlToTr>
                    <a:solidFill>
                      <a:srgbClr val="DDDDDD"/>
                    </a:solidFill>
                  </a:tcPr>
                </a:tc>
                <a:tc>
                  <a:txBody>
                    <a:bodyPr/>
                    <a:lstStyle/>
                    <a:p>
                      <a:pPr marL="0" marR="0" lvl="0" indent="0" algn="l" defTabSz="914400" rtl="0" eaLnBrk="1" latinLnBrk="1" hangingPunct="1">
                        <a:lnSpc>
                          <a:spcPct val="100000"/>
                        </a:lnSpc>
                        <a:spcBef>
                          <a:spcPct val="20000"/>
                        </a:spcBef>
                        <a:spcAft>
                          <a:spcPct val="0"/>
                        </a:spcAft>
                        <a:buClrTx/>
                        <a:buFontTx/>
                        <a:buNone/>
                        <a:defRPr/>
                      </a:pPr>
                      <a:r>
                        <a:rPr kumimoji="1" lang="ko-KR" altLang="en-US" sz="800" b="0" i="0" u="none" strike="noStrike" cap="none" normalizeH="0" baseline="0">
                          <a:solidFill>
                            <a:schemeClr val="tx1"/>
                          </a:solidFill>
                          <a:effectLst/>
                          <a:latin typeface="KoPub돋움체 Light"/>
                          <a:ea typeface="KoPub돋움체 Light"/>
                          <a:cs typeface="+mn-cs"/>
                        </a:rPr>
                        <a:t>홈 </a:t>
                      </a:r>
                      <a:r>
                        <a:rPr kumimoji="1" lang="en-US" altLang="ko-KR" sz="800" b="0" i="0" u="none" strike="noStrike" cap="none" normalizeH="0" baseline="0">
                          <a:solidFill>
                            <a:schemeClr val="tx1"/>
                          </a:solidFill>
                          <a:effectLst/>
                          <a:latin typeface="KoPub돋움체 Light"/>
                          <a:ea typeface="KoPub돋움체 Light"/>
                          <a:cs typeface="+mn-cs"/>
                        </a:rPr>
                        <a:t>&gt;</a:t>
                      </a:r>
                      <a:r>
                        <a:rPr kumimoji="1" lang="ko-KR" altLang="en-US" sz="800" b="0" i="0" u="none" strike="noStrike" cap="none" normalizeH="0" baseline="0">
                          <a:solidFill>
                            <a:schemeClr val="tx1"/>
                          </a:solidFill>
                          <a:effectLst/>
                          <a:latin typeface="KoPub돋움체 Light"/>
                          <a:ea typeface="KoPub돋움체 Light"/>
                          <a:cs typeface="+mn-cs"/>
                        </a:rPr>
                        <a:t> 기록</a:t>
                      </a:r>
                      <a:r>
                        <a:rPr kumimoji="1" lang="en-US" altLang="ko-KR" sz="800" b="0" i="0" u="none" strike="noStrike" cap="none" normalizeH="0" baseline="0">
                          <a:solidFill>
                            <a:schemeClr val="tx1"/>
                          </a:solidFill>
                          <a:effectLst/>
                          <a:latin typeface="KoPub돋움체 Light"/>
                          <a:ea typeface="KoPub돋움체 Light"/>
                          <a:cs typeface="+mn-cs"/>
                        </a:rPr>
                        <a:t>(</a:t>
                      </a:r>
                      <a:r>
                        <a:rPr kumimoji="1" lang="ko-KR" altLang="en-US" sz="800" b="0" i="0" u="none" strike="noStrike" cap="none" normalizeH="0" baseline="0">
                          <a:solidFill>
                            <a:schemeClr val="tx1"/>
                          </a:solidFill>
                          <a:effectLst/>
                          <a:latin typeface="KoPub돋움체 Light"/>
                          <a:ea typeface="KoPub돋움체 Light"/>
                          <a:cs typeface="+mn-cs"/>
                        </a:rPr>
                        <a:t>캘린더</a:t>
                      </a:r>
                      <a:r>
                        <a:rPr kumimoji="1" lang="en-US" altLang="ko-KR" sz="800" b="0" i="0" u="none" strike="noStrike" cap="none" normalizeH="0" baseline="0">
                          <a:solidFill>
                            <a:schemeClr val="tx1"/>
                          </a:solidFill>
                          <a:effectLst/>
                          <a:latin typeface="KoPub돋움체 Light"/>
                          <a:ea typeface="KoPub돋움체 Light"/>
                          <a:cs typeface="+mn-cs"/>
                        </a:rPr>
                        <a:t>)</a:t>
                      </a:r>
                      <a:endParaRPr kumimoji="1" lang="en-US" altLang="ko-KR" sz="800" b="0" i="0" u="none" strike="noStrike" cap="none" normalizeH="0" baseline="0">
                        <a:solidFill>
                          <a:schemeClr val="tx1"/>
                        </a:solidFill>
                        <a:latin typeface="KoPub돋움체 Light"/>
                        <a:ea typeface="KoPub돋움체 Light"/>
                        <a:cs typeface="+mn-cs"/>
                      </a:endParaRPr>
                    </a:p>
                  </a:txBody>
                  <a:tcPr marL="36000" marR="36000" marT="36000" marB="36000" anchor="ctr" horzOverflow="overflow">
                    <a:lnL w="3175" cap="flat" cmpd="sng" algn="ctr">
                      <a:solidFill>
                        <a:srgbClr val="808080"/>
                      </a:solidFill>
                      <a:prstDash val="solid"/>
                      <a:round/>
                    </a:lnL>
                    <a:lnR w="3175" cap="flat" cmpd="sng" algn="ctr">
                      <a:solidFill>
                        <a:srgbClr val="808080"/>
                      </a:solidFill>
                      <a:prstDash val="solid"/>
                      <a:round/>
                    </a:lnR>
                    <a:lnT w="3175" cap="flat" cmpd="sng" algn="ctr">
                      <a:solidFill>
                        <a:srgbClr val="808080"/>
                      </a:solidFill>
                      <a:prstDash val="solid"/>
                      <a:round/>
                    </a:lnT>
                    <a:lnB w="3175" cap="flat" cmpd="sng" algn="ctr">
                      <a:solidFill>
                        <a:srgbClr val="808080"/>
                      </a:solidFill>
                      <a:prstDash val="solid"/>
                      <a:round/>
                    </a:lnB>
                    <a:lnTlToBr>
                      <a:noFill/>
                    </a:lnTlToBr>
                    <a:lnBlToTr>
                      <a:noFill/>
                    </a:lnBlToTr>
                    <a:noFill/>
                  </a:tcPr>
                </a:tc>
                <a:tc>
                  <a:txBody>
                    <a:bodyPr/>
                    <a:lstStyle/>
                    <a:p>
                      <a:pPr marL="0" marR="0" lvl="0" indent="0" algn="ctr" defTabSz="914400" rtl="0" eaLnBrk="1" latinLnBrk="1" hangingPunct="1">
                        <a:lnSpc>
                          <a:spcPct val="100000"/>
                        </a:lnSpc>
                        <a:spcBef>
                          <a:spcPct val="20000"/>
                        </a:spcBef>
                        <a:spcAft>
                          <a:spcPct val="0"/>
                        </a:spcAft>
                        <a:buClrTx/>
                        <a:buFontTx/>
                        <a:buNone/>
                        <a:defRPr/>
                      </a:pPr>
                      <a:r>
                        <a:rPr kumimoji="1" lang="ko-KR" altLang="en-US" sz="800" b="0" i="0" u="none" strike="noStrike" cap="none" normalizeH="0" baseline="0">
                          <a:solidFill>
                            <a:schemeClr val="tx1"/>
                          </a:solidFill>
                          <a:effectLst/>
                          <a:latin typeface="KoPub돋움체 Light"/>
                          <a:ea typeface="KoPub돋움체 Light"/>
                          <a:cs typeface="+mn-cs"/>
                        </a:rPr>
                        <a:t>파일명</a:t>
                      </a:r>
                      <a:endParaRPr kumimoji="1" lang="ko-KR" altLang="en-US" sz="800" b="0" i="0" u="none" strike="noStrike" cap="none" normalizeH="0" baseline="0">
                        <a:solidFill>
                          <a:schemeClr val="tx1"/>
                        </a:solidFill>
                        <a:latin typeface="KoPub돋움체 Light"/>
                        <a:ea typeface="KoPub돋움체 Light"/>
                        <a:cs typeface="+mn-cs"/>
                      </a:endParaRPr>
                    </a:p>
                  </a:txBody>
                  <a:tcPr marL="36000" marR="36000" marT="36000" marB="36000" anchor="ctr" horzOverflow="overflow">
                    <a:lnL w="3175" cap="flat" cmpd="sng" algn="ctr">
                      <a:solidFill>
                        <a:srgbClr val="808080"/>
                      </a:solidFill>
                      <a:prstDash val="solid"/>
                      <a:round/>
                    </a:lnL>
                    <a:lnR w="3175" cap="flat" cmpd="sng" algn="ctr">
                      <a:solidFill>
                        <a:srgbClr val="808080"/>
                      </a:solidFill>
                      <a:prstDash val="solid"/>
                      <a:round/>
                    </a:lnR>
                    <a:lnT w="3175" cap="flat" cmpd="sng" algn="ctr">
                      <a:solidFill>
                        <a:srgbClr val="808080"/>
                      </a:solidFill>
                      <a:prstDash val="solid"/>
                      <a:round/>
                    </a:lnT>
                    <a:lnB w="3175" cap="flat" cmpd="sng" algn="ctr">
                      <a:solidFill>
                        <a:srgbClr val="808080"/>
                      </a:solidFill>
                      <a:prstDash val="solid"/>
                      <a:round/>
                    </a:lnB>
                    <a:lnTlToBr>
                      <a:noFill/>
                    </a:lnTlToBr>
                    <a:lnBlToTr>
                      <a:noFill/>
                    </a:lnBlToTr>
                    <a:solidFill>
                      <a:srgbClr val="DDDDDD"/>
                    </a:solidFill>
                  </a:tcPr>
                </a:tc>
                <a:tc>
                  <a:txBody>
                    <a:bodyPr/>
                    <a:lstStyle/>
                    <a:p>
                      <a:pPr marL="0" marR="0" lvl="0" indent="0" algn="l" defTabSz="914400" rtl="0" eaLnBrk="1" latinLnBrk="1" hangingPunct="1">
                        <a:lnSpc>
                          <a:spcPct val="100000"/>
                        </a:lnSpc>
                        <a:spcBef>
                          <a:spcPct val="20000"/>
                        </a:spcBef>
                        <a:spcAft>
                          <a:spcPct val="0"/>
                        </a:spcAft>
                        <a:buClrTx/>
                        <a:buFontTx/>
                        <a:buNone/>
                        <a:defRPr/>
                      </a:pPr>
                      <a:r>
                        <a:rPr kumimoji="1" lang="en-US" altLang="ko-KR" sz="800" b="0" i="0" u="none" strike="noStrike" cap="none" normalizeH="0" baseline="0">
                          <a:solidFill>
                            <a:schemeClr val="tx1"/>
                          </a:solidFill>
                          <a:effectLst/>
                          <a:latin typeface="KoPub돋움체 Light"/>
                          <a:ea typeface="KoPub돋움체 Light"/>
                          <a:cs typeface="+mn-cs"/>
                        </a:rPr>
                        <a:t>meal/calendar.html</a:t>
                      </a:r>
                      <a:endParaRPr kumimoji="1" lang="en-US" altLang="ko-KR" sz="800" b="0" i="0" u="none" strike="noStrike" cap="none" normalizeH="0" baseline="0">
                        <a:solidFill>
                          <a:schemeClr val="tx1"/>
                        </a:solidFill>
                        <a:latin typeface="KoPub돋움체 Light"/>
                        <a:ea typeface="KoPub돋움체 Light"/>
                        <a:cs typeface="+mn-cs"/>
                      </a:endParaRPr>
                    </a:p>
                  </a:txBody>
                  <a:tcPr marL="36000" marR="36000" marT="36000" marB="36000" anchor="ctr" horzOverflow="overflow">
                    <a:lnL w="3175" cap="flat" cmpd="sng" algn="ctr">
                      <a:solidFill>
                        <a:srgbClr val="808080"/>
                      </a:solidFill>
                      <a:prstDash val="solid"/>
                      <a:round/>
                    </a:lnL>
                    <a:lnR w="3175" cap="flat" cmpd="sng" algn="ctr">
                      <a:solidFill>
                        <a:srgbClr val="808080"/>
                      </a:solidFill>
                      <a:prstDash val="solid"/>
                      <a:round/>
                    </a:lnR>
                    <a:lnT w="3175" cap="flat" cmpd="sng" algn="ctr">
                      <a:solidFill>
                        <a:srgbClr val="808080"/>
                      </a:solidFill>
                      <a:prstDash val="solid"/>
                      <a:round/>
                    </a:lnT>
                    <a:lnB w="3175" cap="flat" cmpd="sng" algn="ctr">
                      <a:solidFill>
                        <a:srgbClr val="808080"/>
                      </a:solidFill>
                      <a:prstDash val="solid"/>
                      <a:round/>
                    </a:lnB>
                    <a:lnTlToBr>
                      <a:noFill/>
                    </a:lnTlToBr>
                    <a:lnBlToTr>
                      <a:noFill/>
                    </a:lnBlToTr>
                    <a:noFill/>
                  </a:tcPr>
                </a:tc>
                <a:tc>
                  <a:txBody>
                    <a:bodyPr/>
                    <a:lstStyle/>
                    <a:p>
                      <a:pPr marL="0" marR="0" lvl="0" indent="0" algn="ctr" defTabSz="914400" rtl="0" eaLnBrk="1" latinLnBrk="1" hangingPunct="1">
                        <a:lnSpc>
                          <a:spcPct val="100000"/>
                        </a:lnSpc>
                        <a:spcBef>
                          <a:spcPct val="20000"/>
                        </a:spcBef>
                        <a:spcAft>
                          <a:spcPct val="0"/>
                        </a:spcAft>
                        <a:buClrTx/>
                        <a:buFontTx/>
                        <a:buNone/>
                        <a:defRPr/>
                      </a:pPr>
                      <a:r>
                        <a:rPr kumimoji="1" lang="ko-KR" altLang="en-US" sz="800" b="0" i="0" u="none" strike="noStrike" cap="none" normalizeH="0" baseline="0">
                          <a:solidFill>
                            <a:schemeClr val="tx1"/>
                          </a:solidFill>
                          <a:effectLst/>
                          <a:latin typeface="KoPub돋움체 Light"/>
                          <a:ea typeface="KoPub돋움체 Light"/>
                          <a:cs typeface="+mn-cs"/>
                        </a:rPr>
                        <a:t>버전</a:t>
                      </a:r>
                      <a:r>
                        <a:rPr kumimoji="1" lang="en-US" altLang="ko-KR" sz="800" b="0" i="0" u="none" strike="noStrike" cap="none" normalizeH="0" baseline="0">
                          <a:solidFill>
                            <a:schemeClr val="tx1"/>
                          </a:solidFill>
                          <a:effectLst/>
                          <a:latin typeface="KoPub돋움체 Light"/>
                          <a:ea typeface="KoPub돋움체 Light"/>
                          <a:cs typeface="+mn-cs"/>
                        </a:rPr>
                        <a:t>/</a:t>
                      </a:r>
                      <a:r>
                        <a:rPr kumimoji="1" lang="ko-KR" altLang="en-US" sz="800" b="0" i="0" u="none" strike="noStrike" cap="none" normalizeH="0" baseline="0">
                          <a:solidFill>
                            <a:schemeClr val="tx1"/>
                          </a:solidFill>
                          <a:effectLst/>
                          <a:latin typeface="KoPub돋움체 Light"/>
                          <a:ea typeface="KoPub돋움체 Light"/>
                          <a:cs typeface="+mn-cs"/>
                        </a:rPr>
                        <a:t>날짜</a:t>
                      </a:r>
                      <a:endParaRPr kumimoji="1" lang="ko-KR" altLang="en-US" sz="800" b="0" i="0" u="none" strike="noStrike" cap="none" normalizeH="0" baseline="0">
                        <a:solidFill>
                          <a:schemeClr val="tx1"/>
                        </a:solidFill>
                        <a:latin typeface="KoPub돋움체 Light"/>
                        <a:ea typeface="KoPub돋움체 Light"/>
                        <a:cs typeface="+mn-cs"/>
                      </a:endParaRPr>
                    </a:p>
                  </a:txBody>
                  <a:tcPr marL="36000" marR="36000" marT="36000" marB="36000" anchor="ctr" horzOverflow="overflow">
                    <a:lnL w="3175" cap="flat" cmpd="sng" algn="ctr">
                      <a:solidFill>
                        <a:srgbClr val="808080"/>
                      </a:solidFill>
                      <a:prstDash val="solid"/>
                      <a:round/>
                    </a:lnL>
                    <a:lnR w="3175" cap="flat" cmpd="sng" algn="ctr">
                      <a:solidFill>
                        <a:srgbClr val="808080"/>
                      </a:solidFill>
                      <a:prstDash val="solid"/>
                      <a:round/>
                    </a:lnR>
                    <a:lnT w="3175" cap="flat" cmpd="sng" algn="ctr">
                      <a:solidFill>
                        <a:srgbClr val="808080"/>
                      </a:solidFill>
                      <a:prstDash val="solid"/>
                      <a:round/>
                    </a:lnT>
                    <a:lnB w="3175" cap="flat" cmpd="sng" algn="ctr">
                      <a:solidFill>
                        <a:srgbClr val="808080"/>
                      </a:solidFill>
                      <a:prstDash val="solid"/>
                      <a:round/>
                    </a:lnB>
                    <a:lnTlToBr>
                      <a:noFill/>
                    </a:lnTlToBr>
                    <a:lnBlToTr>
                      <a:noFill/>
                    </a:lnBlToTr>
                    <a:solidFill>
                      <a:srgbClr val="DDDDDD"/>
                    </a:solidFill>
                  </a:tcPr>
                </a:tc>
                <a:tc>
                  <a:txBody>
                    <a:bodyPr/>
                    <a:lstStyle/>
                    <a:p>
                      <a:pPr marL="0" marR="0" lvl="0" indent="0" algn="l" defTabSz="914400" rtl="0" eaLnBrk="1" latinLnBrk="1" hangingPunct="1">
                        <a:lnSpc>
                          <a:spcPct val="100000"/>
                        </a:lnSpc>
                        <a:spcBef>
                          <a:spcPct val="20000"/>
                        </a:spcBef>
                        <a:spcAft>
                          <a:spcPct val="0"/>
                        </a:spcAft>
                        <a:buClrTx/>
                        <a:buFontTx/>
                        <a:buNone/>
                        <a:defRPr/>
                      </a:pPr>
                      <a:r>
                        <a:rPr kumimoji="1" lang="en-US" altLang="ko-KR" sz="800" b="0" i="0" u="none" strike="noStrike" cap="none" normalizeH="0" baseline="0">
                          <a:solidFill>
                            <a:schemeClr val="tx1"/>
                          </a:solidFill>
                          <a:effectLst/>
                          <a:latin typeface="KoPub돋움체 Light"/>
                          <a:ea typeface="KoPub돋움체 Light"/>
                          <a:cs typeface="+mn-cs"/>
                        </a:rPr>
                        <a:t>2025-09-12</a:t>
                      </a:r>
                      <a:endParaRPr kumimoji="1" lang="en-US" altLang="ko-KR" sz="800" b="0" i="0" u="none" strike="noStrike" cap="none" normalizeH="0" baseline="0">
                        <a:solidFill>
                          <a:schemeClr val="tx1"/>
                        </a:solidFill>
                        <a:latin typeface="KoPub돋움체 Light"/>
                        <a:ea typeface="KoPub돋움체 Light"/>
                        <a:cs typeface="+mn-cs"/>
                      </a:endParaRPr>
                    </a:p>
                  </a:txBody>
                  <a:tcPr marL="36000" marR="36000" marT="36000" marB="36000" anchor="ctr" horzOverflow="overflow">
                    <a:lnL w="3175" cap="flat" cmpd="sng" algn="ctr">
                      <a:solidFill>
                        <a:srgbClr val="808080"/>
                      </a:solidFill>
                      <a:prstDash val="solid"/>
                      <a:round/>
                    </a:lnL>
                    <a:lnR w="3175" cap="flat" cmpd="sng" algn="ctr">
                      <a:solidFill>
                        <a:srgbClr val="808080"/>
                      </a:solidFill>
                      <a:prstDash val="solid"/>
                      <a:round/>
                    </a:lnR>
                    <a:lnT w="3175" cap="flat" cmpd="sng" algn="ctr">
                      <a:solidFill>
                        <a:srgbClr val="808080"/>
                      </a:solidFill>
                      <a:prstDash val="solid"/>
                      <a:round/>
                    </a:lnT>
                    <a:lnB w="3175" cap="flat" cmpd="sng" algn="ctr">
                      <a:solidFill>
                        <a:srgbClr val="808080"/>
                      </a:solidFill>
                      <a:prstDash val="solid"/>
                      <a:round/>
                    </a:lnB>
                    <a:lnTlToBr>
                      <a:noFill/>
                    </a:lnTlToBr>
                    <a:lnBlToTr>
                      <a:noFill/>
                    </a:lnBlToTr>
                    <a:noFill/>
                  </a:tcPr>
                </a:tc>
                <a:extLst>
                  <a:ext uri="{0D108BD9-81ED-4DB2-BD59-A6C34878D82A}">
                    <a16:rowId xmlns:a16="http://schemas.microsoft.com/office/drawing/2014/main" val="10001"/>
                  </a:ext>
                </a:extLst>
              </a:tr>
            </a:tbl>
          </a:graphicData>
        </a:graphic>
      </p:graphicFrame>
      <p:graphicFrame>
        <p:nvGraphicFramePr>
          <p:cNvPr id="226" name="Group 369"/>
          <p:cNvGraphicFramePr>
            <a:graphicFrameLocks noGrp="1"/>
          </p:cNvGraphicFramePr>
          <p:nvPr/>
        </p:nvGraphicFramePr>
        <p:xfrm>
          <a:off x="6187558" y="326042"/>
          <a:ext cx="2748792" cy="449630"/>
        </p:xfrm>
        <a:graphic>
          <a:graphicData uri="http://schemas.openxmlformats.org/drawingml/2006/table">
            <a:tbl>
              <a:tblPr firstRow="1" bandRow="1"/>
              <a:tblGrid>
                <a:gridCol w="316692">
                  <a:extLst>
                    <a:ext uri="{9D8B030D-6E8A-4147-A177-3AD203B41FA5}">
                      <a16:colId xmlns:a16="http://schemas.microsoft.com/office/drawing/2014/main" val="20000"/>
                    </a:ext>
                  </a:extLst>
                </a:gridCol>
                <a:gridCol w="2432100">
                  <a:extLst>
                    <a:ext uri="{9D8B030D-6E8A-4147-A177-3AD203B41FA5}">
                      <a16:colId xmlns:a16="http://schemas.microsoft.com/office/drawing/2014/main" val="20001"/>
                    </a:ext>
                  </a:extLst>
                </a:gridCol>
              </a:tblGrid>
              <a:tr h="0">
                <a:tc gridSpan="2">
                  <a:txBody>
                    <a:bodyPr/>
                    <a:lstStyle/>
                    <a:p>
                      <a:pPr marL="0" marR="0" lvl="0" indent="0" algn="l" defTabSz="914400" rtl="0" eaLnBrk="0" latinLnBrk="1" hangingPunct="0">
                        <a:lnSpc>
                          <a:spcPct val="100000"/>
                        </a:lnSpc>
                        <a:spcBef>
                          <a:spcPct val="0"/>
                        </a:spcBef>
                        <a:spcAft>
                          <a:spcPct val="0"/>
                        </a:spcAft>
                        <a:buClrTx/>
                        <a:buFontTx/>
                        <a:buNone/>
                        <a:defRPr/>
                      </a:pPr>
                      <a:r>
                        <a:rPr kumimoji="1" lang="en-US" altLang="ko-KR" sz="800" b="0" i="0" u="none" strike="noStrike" cap="none" normalizeH="0" baseline="0">
                          <a:solidFill>
                            <a:schemeClr val="lt1"/>
                          </a:solidFill>
                          <a:effectLst/>
                          <a:latin typeface="KoPub돋움체 Light"/>
                          <a:ea typeface="KoPub돋움체 Light"/>
                          <a:sym typeface="Wingdings 2"/>
                        </a:rPr>
                        <a:t> Description</a:t>
                      </a:r>
                      <a:endParaRPr kumimoji="1" lang="en-US" altLang="ko-KR" sz="800" b="0" i="0" u="none" strike="noStrike" cap="none" normalizeH="0" baseline="0">
                        <a:solidFill>
                          <a:schemeClr val="lt1"/>
                        </a:solidFill>
                        <a:latin typeface="KoPub돋움체 Light"/>
                        <a:ea typeface="KoPub돋움체 Light"/>
                        <a:sym typeface="Wingdings 2"/>
                      </a:endParaRPr>
                    </a:p>
                  </a:txBody>
                  <a:tcPr marL="0" marR="0" horzOverflow="overflow">
                    <a:lnL w="12700" cap="flat" cmpd="sng" algn="ctr">
                      <a:solidFill>
                        <a:schemeClr val="tx1"/>
                      </a:solidFill>
                      <a:prstDash val="solid"/>
                      <a:round/>
                    </a:lnL>
                    <a:lnR w="12700" cap="flat" cmpd="sng" algn="ctr">
                      <a:solidFill>
                        <a:schemeClr val="tx1"/>
                      </a:solidFill>
                      <a:prstDash val="solid"/>
                      <a:round/>
                    </a:lnR>
                    <a:lnT w="12700" cap="flat" cmpd="sng" algn="ctr">
                      <a:solidFill>
                        <a:schemeClr val="tx1"/>
                      </a:solidFill>
                      <a:prstDash val="solid"/>
                      <a:round/>
                    </a:lnT>
                    <a:lnB w="12700" cap="flat" cmpd="sng" algn="ctr">
                      <a:solidFill>
                        <a:schemeClr val="tx1"/>
                      </a:solidFill>
                      <a:prstDash val="solid"/>
                      <a:round/>
                    </a:lnB>
                    <a:lnTlToBr>
                      <a:noFill/>
                    </a:lnTlToBr>
                    <a:lnBlToTr>
                      <a:noFill/>
                    </a:lnBlToTr>
                    <a:solidFill>
                      <a:srgbClr val="808080"/>
                    </a:solidFill>
                  </a:tcPr>
                </a:tc>
                <a:tc hMerge="1">
                  <a:txBody>
                    <a:bodyPr/>
                    <a:lstStyle/>
                    <a:p>
                      <a:pPr marL="0" marR="0" lvl="0" indent="0" algn="l" defTabSz="914400" rtl="0" eaLnBrk="0" latinLnBrk="0" hangingPunct="0">
                        <a:lnSpc>
                          <a:spcPct val="110000"/>
                        </a:lnSpc>
                        <a:spcBef>
                          <a:spcPts val="300"/>
                        </a:spcBef>
                        <a:spcAft>
                          <a:spcPct val="0"/>
                        </a:spcAft>
                        <a:buClrTx/>
                        <a:buFont typeface="Wingdings"/>
                        <a:buNone/>
                        <a:defRPr/>
                      </a:pPr>
                      <a:endParaRPr kumimoji="1" lang="en-US" altLang="ko-KR" sz="800" b="0" i="0" u="none" strike="noStrike" kern="1200" cap="none" normalizeH="0" baseline="0">
                        <a:solidFill>
                          <a:schemeClr val="tx1"/>
                        </a:solidFill>
                        <a:effectLst/>
                        <a:latin typeface="나눔고딕"/>
                        <a:ea typeface="나눔고딕"/>
                        <a:cs typeface="+mn-cs"/>
                        <a:sym typeface="Wingdings"/>
                      </a:endParaRPr>
                    </a:p>
                  </a:txBody>
                  <a:tcPr marL="54000" marR="54000" marT="54000" marB="54000" horzOverflow="overflow">
                    <a:lnL w="3175" cap="flat" cmpd="sng" algn="ctr">
                      <a:solidFill>
                        <a:srgbClr val="A6A6A6"/>
                      </a:solidFill>
                      <a:prstDash val="solid"/>
                      <a:round/>
                    </a:lnL>
                    <a:lnR w="6350" cap="flat" cmpd="sng" algn="ctr">
                      <a:solidFill>
                        <a:srgbClr val="7F7F7F"/>
                      </a:solidFill>
                      <a:prstDash val="solid"/>
                      <a:round/>
                    </a:lnR>
                    <a:lnT w="6350" cap="flat" cmpd="sng" algn="ctr">
                      <a:solidFill>
                        <a:srgbClr val="7F7F7F"/>
                      </a:solidFill>
                      <a:prstDash val="solid"/>
                      <a:round/>
                    </a:lnT>
                    <a:lnB w="6350" cap="flat" cmpd="sng" algn="ctr">
                      <a:solidFill>
                        <a:srgbClr val="7F7F7F"/>
                      </a:solidFill>
                      <a:prstDash val="solid"/>
                      <a:round/>
                    </a:lnB>
                    <a:lnTlToBr>
                      <a:noFill/>
                    </a:lnTlToBr>
                    <a:lnBlToTr>
                      <a:noFill/>
                    </a:lnBlToTr>
                    <a:solidFill>
                      <a:schemeClr val="bg1"/>
                    </a:solidFill>
                  </a:tcPr>
                </a:tc>
                <a:extLst>
                  <a:ext uri="{0D108BD9-81ED-4DB2-BD59-A6C34878D82A}">
                    <a16:rowId xmlns:a16="http://schemas.microsoft.com/office/drawing/2014/main" val="10000"/>
                  </a:ext>
                </a:extLst>
              </a:tr>
              <a:tr h="0">
                <a:tc>
                  <a:txBody>
                    <a:bodyPr/>
                    <a:lstStyle/>
                    <a:p>
                      <a:pPr marL="0" marR="0" lvl="0" indent="0" algn="ctr" defTabSz="914400" rtl="0" eaLnBrk="0" latinLnBrk="1" hangingPunct="0">
                        <a:lnSpc>
                          <a:spcPct val="100000"/>
                        </a:lnSpc>
                        <a:spcBef>
                          <a:spcPct val="0"/>
                        </a:spcBef>
                        <a:spcAft>
                          <a:spcPct val="0"/>
                        </a:spcAft>
                        <a:buClrTx/>
                        <a:buFontTx/>
                        <a:buNone/>
                        <a:defRPr/>
                      </a:pPr>
                      <a:r>
                        <a:rPr kumimoji="1" lang="en-US" altLang="ko-KR" sz="800" b="0" i="0" u="none" strike="noStrike" cap="none" normalizeH="0" baseline="0">
                          <a:solidFill>
                            <a:schemeClr val="tx1"/>
                          </a:solidFill>
                          <a:latin typeface="KoPub돋움체 Light"/>
                          <a:ea typeface="KoPub돋움체 Light"/>
                          <a:sym typeface="Wingdings 2"/>
                        </a:rPr>
                        <a:t>1</a:t>
                      </a:r>
                      <a:endParaRPr kumimoji="1" lang="en-US" altLang="ko-KR" sz="800" b="1" i="0" u="none" strike="noStrike" cap="none" normalizeH="0" baseline="0">
                        <a:solidFill>
                          <a:schemeClr val="tx1"/>
                        </a:solidFill>
                        <a:latin typeface="KoPub돋움체 Light"/>
                        <a:ea typeface="KoPub돋움체 Light"/>
                        <a:sym typeface="Wingdings 2"/>
                      </a:endParaRPr>
                    </a:p>
                  </a:txBody>
                  <a:tcPr marL="0" marR="0" horzOverflow="overflow">
                    <a:lnL w="12700" cap="flat" cmpd="sng" algn="ctr">
                      <a:solidFill>
                        <a:schemeClr val="tx1"/>
                      </a:solidFill>
                      <a:prstDash val="solid"/>
                      <a:round/>
                    </a:lnL>
                    <a:lnR w="3175" cap="flat" cmpd="sng" algn="ctr">
                      <a:solidFill>
                        <a:srgbClr val="A6A6A6"/>
                      </a:solidFill>
                      <a:prstDash val="solid"/>
                      <a:round/>
                    </a:lnR>
                    <a:lnT w="12700" cap="flat" cmpd="sng" algn="ctr">
                      <a:solidFill>
                        <a:schemeClr val="tx1"/>
                      </a:solidFill>
                      <a:prstDash val="solid"/>
                      <a:round/>
                      <a:headEnd w="med" len="med"/>
                      <a:tailEnd w="med" len="med"/>
                    </a:lnT>
                    <a:lnB w="12700" cap="flat" cmpd="sng" algn="ctr">
                      <a:solidFill>
                        <a:schemeClr val="tx1"/>
                      </a:solidFill>
                      <a:prstDash val="solid"/>
                      <a:round/>
                    </a:lnB>
                    <a:lnTlToBr>
                      <a:noFill/>
                    </a:lnTlToBr>
                    <a:lnBlToTr>
                      <a:noFill/>
                    </a:lnBlToTr>
                    <a:solidFill>
                      <a:srgbClr val="F2F2F2"/>
                    </a:solidFill>
                  </a:tcPr>
                </a:tc>
                <a:tc>
                  <a:txBody>
                    <a:bodyPr/>
                    <a:lstStyle/>
                    <a:p>
                      <a:pPr marL="0" marR="0" lvl="0" indent="0" algn="l" defTabSz="914400" rtl="0" eaLnBrk="0" latinLnBrk="0" hangingPunct="0">
                        <a:lnSpc>
                          <a:spcPct val="110000"/>
                        </a:lnSpc>
                        <a:spcBef>
                          <a:spcPts val="300"/>
                        </a:spcBef>
                        <a:spcAft>
                          <a:spcPct val="0"/>
                        </a:spcAft>
                        <a:buClrTx/>
                        <a:buFontTx/>
                        <a:buNone/>
                        <a:defRPr/>
                      </a:pPr>
                      <a:r>
                        <a:rPr kumimoji="1" lang="ko-KR" altLang="en-US" sz="800" b="0" i="0" u="none" strike="noStrike" kern="1200" cap="none" normalizeH="0" baseline="0">
                          <a:solidFill>
                            <a:schemeClr val="tx1"/>
                          </a:solidFill>
                          <a:effectLst/>
                          <a:latin typeface="KoPub돋움체 Light"/>
                          <a:ea typeface="KoPub돋움체 Light"/>
                          <a:cs typeface="+mn-cs"/>
                          <a:sym typeface="Wingdings"/>
                        </a:rPr>
                        <a:t>회원의 식단 기록을 달력 형태로 보여준다</a:t>
                      </a:r>
                      <a:r>
                        <a:rPr kumimoji="1" lang="en-US" altLang="ko-KR" sz="800" b="0" i="0" u="none" strike="noStrike" kern="1200" cap="none" normalizeH="0" baseline="0">
                          <a:solidFill>
                            <a:schemeClr val="tx1"/>
                          </a:solidFill>
                          <a:effectLst/>
                          <a:latin typeface="KoPub돋움체 Light"/>
                          <a:ea typeface="KoPub돋움체 Light"/>
                          <a:cs typeface="+mn-cs"/>
                          <a:sym typeface="Wingdings"/>
                        </a:rPr>
                        <a:t>.</a:t>
                      </a:r>
                      <a:endParaRPr kumimoji="1" lang="ko-KR" altLang="en-US" sz="800" b="0" i="0" u="none" strike="noStrike" kern="1200" cap="none" normalizeH="0" baseline="0">
                        <a:solidFill>
                          <a:schemeClr val="tx1"/>
                        </a:solidFill>
                        <a:effectLst/>
                        <a:latin typeface="KoPub돋움체 Light"/>
                        <a:ea typeface="KoPub돋움체 Light"/>
                        <a:cs typeface="+mn-cs"/>
                        <a:sym typeface="Wingdings"/>
                      </a:endParaRPr>
                    </a:p>
                  </a:txBody>
                  <a:tcPr marL="54000" marR="54000" marT="54000" marB="54000" horzOverflow="overflow">
                    <a:lnL w="3175" cap="flat" cmpd="sng" algn="ctr">
                      <a:solidFill>
                        <a:srgbClr val="A6A6A6"/>
                      </a:solidFill>
                      <a:prstDash val="solid"/>
                      <a:round/>
                    </a:lnL>
                    <a:lnR w="12700" cap="flat" cmpd="sng" algn="ctr">
                      <a:solidFill>
                        <a:schemeClr val="tx1"/>
                      </a:solidFill>
                      <a:prstDash val="solid"/>
                      <a:round/>
                    </a:lnR>
                    <a:lnT w="6350" cap="flat" cmpd="sng" algn="ctr">
                      <a:solidFill>
                        <a:srgbClr val="7F7F7F"/>
                      </a:solidFill>
                      <a:prstDash val="solid"/>
                      <a:round/>
                    </a:lnT>
                    <a:lnB w="12700" cap="flat" cmpd="sng" algn="ctr">
                      <a:solidFill>
                        <a:schemeClr val="tx1"/>
                      </a:solidFill>
                      <a:prstDash val="solid"/>
                      <a:round/>
                    </a:lnB>
                    <a:lnTlToBr>
                      <a:noFill/>
                    </a:lnTlToBr>
                    <a:lnBlToTr>
                      <a:noFill/>
                    </a:lnBlToTr>
                    <a:solidFill>
                      <a:schemeClr val="bg1"/>
                    </a:solidFill>
                  </a:tcPr>
                </a:tc>
                <a:extLst>
                  <a:ext uri="{0D108BD9-81ED-4DB2-BD59-A6C34878D82A}">
                    <a16:rowId xmlns:a16="http://schemas.microsoft.com/office/drawing/2014/main" val="10001"/>
                  </a:ext>
                </a:extLst>
              </a:tr>
            </a:tbl>
          </a:graphicData>
        </a:graphic>
      </p:graphicFrame>
      <p:sp>
        <p:nvSpPr>
          <p:cNvPr id="228" name="Google Shape;68;p15"/>
          <p:cNvSpPr txBox="1">
            <a:spLocks noGrp="1"/>
          </p:cNvSpPr>
          <p:nvPr/>
        </p:nvSpPr>
        <p:spPr>
          <a:xfrm>
            <a:off x="149867" y="0"/>
            <a:ext cx="8844266" cy="295272"/>
          </a:xfrm>
          <a:prstGeom prst="rect">
            <a:avLst/>
          </a:prstGeom>
          <a:solidFill>
            <a:srgbClr val="0B0B1A"/>
          </a:solidFill>
        </p:spPr>
        <p:txBody>
          <a:bodyPr vert="horz" wrap="square" lIns="91424" tIns="91424" rIns="91424" bIns="91424" anchor="t" anchorCtr="0">
            <a:noAutofit/>
          </a:bodyPr>
          <a:lstStyle/>
          <a:p>
            <a:pPr marL="68580" lvl="0" indent="0" algn="l" defTabSz="685800" rtl="0" eaLnBrk="1" latinLnBrk="1" hangingPunct="1">
              <a:lnSpc>
                <a:spcPct val="90000"/>
              </a:lnSpc>
              <a:spcBef>
                <a:spcPts val="0"/>
              </a:spcBef>
              <a:spcAft>
                <a:spcPts val="0"/>
              </a:spcAft>
              <a:buSzPct val="100000"/>
              <a:buNone/>
              <a:defRPr/>
            </a:pPr>
            <a:r>
              <a:rPr kumimoji="0" lang="en-US" altLang="ko-KR" sz="1600" b="1" i="0" u="none" strike="noStrike" kern="1200" cap="none" spc="0" normalizeH="0" baseline="0">
                <a:solidFill>
                  <a:schemeClr val="lt1"/>
                </a:solidFill>
                <a:latin typeface="KoPub돋움체 Light"/>
                <a:ea typeface="KoPub돋움체 Light"/>
                <a:cs typeface="+mn-cs"/>
              </a:rPr>
              <a:t>10.</a:t>
            </a:r>
            <a:r>
              <a:rPr kumimoji="0" lang="ko-KR" altLang="en-US" sz="1600" b="1" i="0" u="none" strike="noStrike" kern="1200" cap="none" spc="0" normalizeH="0" baseline="0">
                <a:solidFill>
                  <a:schemeClr val="lt1"/>
                </a:solidFill>
                <a:latin typeface="KoPub돋움체 Light"/>
                <a:ea typeface="KoPub돋움체 Light"/>
                <a:cs typeface="+mn-cs"/>
              </a:rPr>
              <a:t> 주요 서비스 화면</a:t>
            </a:r>
          </a:p>
        </p:txBody>
      </p:sp>
      <p:graphicFrame>
        <p:nvGraphicFramePr>
          <p:cNvPr id="240" name="Group 369"/>
          <p:cNvGraphicFramePr>
            <a:graphicFrameLocks noGrp="1"/>
          </p:cNvGraphicFramePr>
          <p:nvPr/>
        </p:nvGraphicFramePr>
        <p:xfrm>
          <a:off x="6187003" y="2049705"/>
          <a:ext cx="2744428" cy="1153310"/>
        </p:xfrm>
        <a:graphic>
          <a:graphicData uri="http://schemas.openxmlformats.org/drawingml/2006/table">
            <a:tbl>
              <a:tblPr firstRow="1" bandRow="1"/>
              <a:tblGrid>
                <a:gridCol w="323184">
                  <a:extLst>
                    <a:ext uri="{9D8B030D-6E8A-4147-A177-3AD203B41FA5}">
                      <a16:colId xmlns:a16="http://schemas.microsoft.com/office/drawing/2014/main" val="20000"/>
                    </a:ext>
                  </a:extLst>
                </a:gridCol>
                <a:gridCol w="646369">
                  <a:extLst>
                    <a:ext uri="{9D8B030D-6E8A-4147-A177-3AD203B41FA5}">
                      <a16:colId xmlns:a16="http://schemas.microsoft.com/office/drawing/2014/main" val="20001"/>
                    </a:ext>
                  </a:extLst>
                </a:gridCol>
                <a:gridCol w="1774875">
                  <a:extLst>
                    <a:ext uri="{9D8B030D-6E8A-4147-A177-3AD203B41FA5}">
                      <a16:colId xmlns:a16="http://schemas.microsoft.com/office/drawing/2014/main" val="20002"/>
                    </a:ext>
                  </a:extLst>
                </a:gridCol>
              </a:tblGrid>
              <a:tr h="0">
                <a:tc gridSpan="3">
                  <a:txBody>
                    <a:bodyPr/>
                    <a:lstStyle/>
                    <a:p>
                      <a:pPr marL="0" marR="0" lvl="0" indent="0" algn="l" defTabSz="914400" rtl="0" eaLnBrk="0" latinLnBrk="1" hangingPunct="0">
                        <a:lnSpc>
                          <a:spcPct val="100000"/>
                        </a:lnSpc>
                        <a:spcBef>
                          <a:spcPct val="0"/>
                        </a:spcBef>
                        <a:spcAft>
                          <a:spcPct val="0"/>
                        </a:spcAft>
                        <a:buClrTx/>
                        <a:buFontTx/>
                        <a:buNone/>
                        <a:defRPr/>
                      </a:pPr>
                      <a:r>
                        <a:rPr kumimoji="1" lang="en-US" altLang="ko-KR" sz="800" b="0" i="0" u="none" strike="noStrike" cap="none" normalizeH="0" baseline="0">
                          <a:solidFill>
                            <a:schemeClr val="tx1"/>
                          </a:solidFill>
                          <a:effectLst/>
                          <a:latin typeface="KoPub돋움체 Light"/>
                          <a:ea typeface="KoPub돋움체 Light"/>
                          <a:sym typeface="Wingdings 2"/>
                        </a:rPr>
                        <a:t> Action</a:t>
                      </a:r>
                      <a:endParaRPr kumimoji="1" lang="en-US" altLang="ko-KR" sz="800" b="0" i="0" u="none" strike="noStrike" cap="none" normalizeH="0" baseline="0">
                        <a:solidFill>
                          <a:schemeClr val="tx1"/>
                        </a:solidFill>
                        <a:latin typeface="KoPub돋움체 Light"/>
                        <a:ea typeface="KoPub돋움체 Light"/>
                        <a:sym typeface="Wingdings 2"/>
                      </a:endParaRPr>
                    </a:p>
                  </a:txBody>
                  <a:tcPr marL="0" marR="0" horzOverflow="overflow">
                    <a:lnL w="12700" cap="flat" cmpd="sng" algn="ctr">
                      <a:solidFill>
                        <a:schemeClr val="tx1"/>
                      </a:solidFill>
                      <a:prstDash val="solid"/>
                      <a:round/>
                    </a:lnL>
                    <a:lnR w="12700" cap="flat" cmpd="sng" algn="ctr">
                      <a:solidFill>
                        <a:schemeClr val="tx1"/>
                      </a:solidFill>
                      <a:prstDash val="solid"/>
                      <a:round/>
                    </a:lnR>
                    <a:lnT w="12700" cap="flat" cmpd="sng" algn="ctr">
                      <a:solidFill>
                        <a:schemeClr val="tx1"/>
                      </a:solidFill>
                      <a:prstDash val="solid"/>
                      <a:round/>
                    </a:lnT>
                    <a:lnB w="6350" cap="flat" cmpd="sng" algn="ctr">
                      <a:solidFill>
                        <a:srgbClr val="7F7F7F"/>
                      </a:solidFill>
                      <a:prstDash val="solid"/>
                      <a:round/>
                    </a:lnB>
                    <a:lnTlToBr>
                      <a:noFill/>
                    </a:lnTlToBr>
                    <a:lnBlToTr>
                      <a:noFill/>
                    </a:lnBlToTr>
                    <a:solidFill>
                      <a:srgbClr val="FFFF00"/>
                    </a:solidFill>
                  </a:tcPr>
                </a:tc>
                <a:tc hMerge="1">
                  <a:txBody>
                    <a:bodyPr/>
                    <a:lstStyle/>
                    <a:p>
                      <a:pPr marL="85725" marR="0" lvl="0" indent="-85725" algn="l" defTabSz="914400" rtl="0" eaLnBrk="0" latinLnBrk="0" hangingPunct="0">
                        <a:lnSpc>
                          <a:spcPct val="110000"/>
                        </a:lnSpc>
                        <a:spcBef>
                          <a:spcPts val="300"/>
                        </a:spcBef>
                        <a:spcAft>
                          <a:spcPct val="0"/>
                        </a:spcAft>
                        <a:buClrTx/>
                        <a:buFont typeface="Wingdings"/>
                        <a:buNone/>
                        <a:defRPr/>
                      </a:pPr>
                      <a:endParaRPr kumimoji="1" lang="en-US" altLang="ko-KR" sz="800" b="0" i="0" u="none" strike="noStrike" kern="1200" cap="none" normalizeH="0" baseline="0">
                        <a:solidFill>
                          <a:schemeClr val="tx1"/>
                        </a:solidFill>
                        <a:effectLst/>
                        <a:latin typeface="나눔고딕"/>
                        <a:ea typeface="나눔고딕"/>
                        <a:cs typeface="+mn-cs"/>
                        <a:sym typeface="Wingdings"/>
                      </a:endParaRPr>
                    </a:p>
                  </a:txBody>
                  <a:tcPr marL="54000" marR="54000" marT="54000" marB="54000" horzOverflow="overflow">
                    <a:lnL w="3175" cap="flat" cmpd="sng" algn="ctr">
                      <a:solidFill>
                        <a:srgbClr val="A6A6A6"/>
                      </a:solidFill>
                      <a:prstDash val="solid"/>
                      <a:round/>
                    </a:lnL>
                    <a:lnR w="6350" cap="flat" cmpd="sng" algn="ctr">
                      <a:solidFill>
                        <a:srgbClr val="7F7F7F"/>
                      </a:solidFill>
                      <a:prstDash val="solid"/>
                      <a:round/>
                    </a:lnR>
                    <a:lnT w="6350" cap="flat" cmpd="sng" algn="ctr">
                      <a:solidFill>
                        <a:srgbClr val="7F7F7F"/>
                      </a:solidFill>
                      <a:prstDash val="solid"/>
                      <a:round/>
                    </a:lnT>
                    <a:lnB w="6350" cap="flat" cmpd="sng" algn="ctr">
                      <a:solidFill>
                        <a:srgbClr val="7F7F7F"/>
                      </a:solidFill>
                      <a:prstDash val="solid"/>
                      <a:round/>
                    </a:lnB>
                    <a:lnTlToBr>
                      <a:noFill/>
                    </a:lnTlToBr>
                    <a:lnBlToTr>
                      <a:noFill/>
                    </a:lnBlToTr>
                    <a:solidFill>
                      <a:schemeClr val="bg1"/>
                    </a:solidFill>
                  </a:tcPr>
                </a:tc>
                <a:tc hMerge="1">
                  <a:txBody>
                    <a:bodyPr/>
                    <a:lstStyle/>
                    <a:p>
                      <a:pPr latinLnBrk="1">
                        <a:defRPr/>
                      </a:pPr>
                      <a:endParaRPr lang="ko-KR" altLang="en-US"/>
                    </a:p>
                  </a:txBody>
                  <a:tcPr/>
                </a:tc>
                <a:extLst>
                  <a:ext uri="{0D108BD9-81ED-4DB2-BD59-A6C34878D82A}">
                    <a16:rowId xmlns:a16="http://schemas.microsoft.com/office/drawing/2014/main" val="10000"/>
                  </a:ext>
                </a:extLst>
              </a:tr>
              <a:tr h="0">
                <a:tc>
                  <a:txBody>
                    <a:bodyPr/>
                    <a:lstStyle/>
                    <a:p>
                      <a:pPr marL="0" marR="0" lvl="0" indent="0" algn="ctr" defTabSz="914400" rtl="0" eaLnBrk="0" latinLnBrk="1" hangingPunct="0">
                        <a:lnSpc>
                          <a:spcPct val="100000"/>
                        </a:lnSpc>
                        <a:spcBef>
                          <a:spcPct val="0"/>
                        </a:spcBef>
                        <a:spcAft>
                          <a:spcPct val="0"/>
                        </a:spcAft>
                        <a:buClrTx/>
                        <a:buFontTx/>
                        <a:buNone/>
                        <a:defRPr/>
                      </a:pPr>
                      <a:r>
                        <a:rPr kumimoji="1" lang="ko-KR" altLang="en-US" sz="800" b="1" i="0" u="none" strike="noStrike" cap="none" normalizeH="0" baseline="0">
                          <a:solidFill>
                            <a:schemeClr val="tx1"/>
                          </a:solidFill>
                          <a:effectLst/>
                          <a:latin typeface="KoPub돋움체 Light"/>
                          <a:ea typeface="KoPub돋움체 Light"/>
                          <a:sym typeface="Wingdings 2"/>
                        </a:rPr>
                        <a:t>번호</a:t>
                      </a:r>
                      <a:endParaRPr kumimoji="1" lang="en-US" altLang="ko-KR" sz="800" b="1" i="0" u="none" strike="noStrike" cap="none" normalizeH="0" baseline="0">
                        <a:solidFill>
                          <a:schemeClr val="tx1"/>
                        </a:solidFill>
                        <a:effectLst/>
                        <a:latin typeface="KoPub돋움체 Light"/>
                        <a:ea typeface="KoPub돋움체 Light"/>
                        <a:sym typeface="Wingdings 2"/>
                      </a:endParaRPr>
                    </a:p>
                  </a:txBody>
                  <a:tcPr marL="0" marR="0" horzOverflow="overflow">
                    <a:lnL w="12700" cap="flat" cmpd="sng" algn="ctr">
                      <a:solidFill>
                        <a:schemeClr val="tx1"/>
                      </a:solidFill>
                      <a:prstDash val="solid"/>
                      <a:round/>
                    </a:lnL>
                    <a:lnR w="3175" cap="flat" cmpd="sng" algn="ctr">
                      <a:solidFill>
                        <a:srgbClr val="A6A6A6"/>
                      </a:solidFill>
                      <a:prstDash val="solid"/>
                      <a:round/>
                    </a:lnR>
                    <a:lnT w="6350" cap="flat" cmpd="sng" algn="ctr">
                      <a:solidFill>
                        <a:srgbClr val="7F7F7F"/>
                      </a:solidFill>
                      <a:prstDash val="solid"/>
                      <a:round/>
                    </a:lnT>
                    <a:lnB w="6350" cap="flat" cmpd="sng" algn="ctr">
                      <a:solidFill>
                        <a:srgbClr val="7F7F7F"/>
                      </a:solidFill>
                      <a:prstDash val="solid"/>
                      <a:round/>
                    </a:lnB>
                    <a:lnTlToBr>
                      <a:noFill/>
                    </a:lnTlToBr>
                    <a:lnBlToTr>
                      <a:noFill/>
                    </a:lnBlToTr>
                    <a:solidFill>
                      <a:schemeClr val="bg1">
                        <a:lumMod val="95000"/>
                      </a:schemeClr>
                    </a:solidFill>
                  </a:tcPr>
                </a:tc>
                <a:tc>
                  <a:txBody>
                    <a:bodyPr/>
                    <a:lstStyle/>
                    <a:p>
                      <a:pPr marL="85725" marR="0" lvl="0" indent="-85725" algn="ctr" defTabSz="914400" rtl="0" eaLnBrk="0" latinLnBrk="0" hangingPunct="0">
                        <a:lnSpc>
                          <a:spcPct val="110000"/>
                        </a:lnSpc>
                        <a:spcBef>
                          <a:spcPts val="300"/>
                        </a:spcBef>
                        <a:spcAft>
                          <a:spcPct val="0"/>
                        </a:spcAft>
                        <a:buClrTx/>
                        <a:buFont typeface="Wingdings"/>
                        <a:buNone/>
                        <a:defRPr/>
                      </a:pPr>
                      <a:r>
                        <a:rPr kumimoji="1" lang="ko-KR" altLang="en-US" sz="800" b="1" i="0" u="none" strike="noStrike" kern="1200" cap="none" normalizeH="0" baseline="0">
                          <a:solidFill>
                            <a:schemeClr val="tx1"/>
                          </a:solidFill>
                          <a:effectLst/>
                          <a:latin typeface="KoPub돋움체 Light"/>
                          <a:ea typeface="KoPub돋움체 Light"/>
                          <a:cs typeface="+mn-cs"/>
                          <a:sym typeface="Wingdings"/>
                        </a:rPr>
                        <a:t>버튼명</a:t>
                      </a:r>
                      <a:endParaRPr kumimoji="1" lang="en-US" altLang="ko-KR" sz="800" b="1" i="0" u="none" strike="noStrike" kern="1200" cap="none" normalizeH="0" baseline="0">
                        <a:solidFill>
                          <a:schemeClr val="tx1"/>
                        </a:solidFill>
                        <a:effectLst/>
                        <a:latin typeface="KoPub돋움체 Light"/>
                        <a:ea typeface="KoPub돋움체 Light"/>
                        <a:sym typeface="Wingdings"/>
                      </a:endParaRPr>
                    </a:p>
                  </a:txBody>
                  <a:tcPr marL="54000" marR="54000" marT="54000" marB="54000" horzOverflow="overflow">
                    <a:lnL w="3175" cap="flat" cmpd="sng" algn="ctr">
                      <a:solidFill>
                        <a:srgbClr val="A6A6A6"/>
                      </a:solidFill>
                      <a:prstDash val="solid"/>
                      <a:round/>
                    </a:lnL>
                    <a:lnR w="6350" cap="flat" cmpd="sng" algn="ctr">
                      <a:solidFill>
                        <a:srgbClr val="7F7F7F"/>
                      </a:solidFill>
                      <a:prstDash val="solid"/>
                      <a:round/>
                    </a:lnR>
                    <a:lnT w="6350" cap="flat" cmpd="sng" algn="ctr">
                      <a:solidFill>
                        <a:srgbClr val="7F7F7F"/>
                      </a:solidFill>
                      <a:prstDash val="solid"/>
                      <a:round/>
                    </a:lnT>
                    <a:lnB w="6350" cap="flat" cmpd="sng" algn="ctr">
                      <a:solidFill>
                        <a:srgbClr val="7F7F7F"/>
                      </a:solidFill>
                      <a:prstDash val="solid"/>
                      <a:round/>
                    </a:lnB>
                    <a:lnTlToBr>
                      <a:noFill/>
                    </a:lnTlToBr>
                    <a:lnBlToTr>
                      <a:noFill/>
                    </a:lnBlToTr>
                    <a:solidFill>
                      <a:schemeClr val="bg1">
                        <a:lumMod val="95000"/>
                      </a:schemeClr>
                    </a:solidFill>
                  </a:tcPr>
                </a:tc>
                <a:tc>
                  <a:txBody>
                    <a:bodyPr/>
                    <a:lstStyle/>
                    <a:p>
                      <a:pPr marL="85725" marR="0" lvl="0" indent="-85725" algn="ctr" defTabSz="914400" rtl="0" eaLnBrk="0" latinLnBrk="0" hangingPunct="0">
                        <a:lnSpc>
                          <a:spcPct val="110000"/>
                        </a:lnSpc>
                        <a:spcBef>
                          <a:spcPts val="300"/>
                        </a:spcBef>
                        <a:spcAft>
                          <a:spcPct val="0"/>
                        </a:spcAft>
                        <a:buClrTx/>
                        <a:buFont typeface="Wingdings"/>
                        <a:buNone/>
                        <a:defRPr/>
                      </a:pPr>
                      <a:r>
                        <a:rPr kumimoji="1" lang="ko-KR" altLang="en-US" sz="800" b="1" i="0" u="none" strike="noStrike" kern="1200" cap="none" normalizeH="0" baseline="0">
                          <a:solidFill>
                            <a:schemeClr val="tx1"/>
                          </a:solidFill>
                          <a:effectLst/>
                          <a:latin typeface="KoPub돋움체 Light"/>
                          <a:ea typeface="KoPub돋움체 Light"/>
                          <a:cs typeface="+mn-cs"/>
                          <a:sym typeface="Wingdings"/>
                        </a:rPr>
                        <a:t>기능</a:t>
                      </a:r>
                      <a:endParaRPr kumimoji="1" lang="en-US" altLang="ko-KR" sz="800" b="1" i="0" u="none" strike="noStrike" kern="1200" cap="none" normalizeH="0" baseline="0">
                        <a:solidFill>
                          <a:schemeClr val="tx1"/>
                        </a:solidFill>
                        <a:effectLst/>
                        <a:latin typeface="KoPub돋움체 Light"/>
                        <a:ea typeface="KoPub돋움체 Light"/>
                        <a:sym typeface="Wingdings"/>
                      </a:endParaRPr>
                    </a:p>
                  </a:txBody>
                  <a:tcPr marL="54000" marR="54000" marT="54000" marB="54000" horzOverflow="overflow">
                    <a:lnL w="6350" cap="flat" cmpd="sng" algn="ctr">
                      <a:solidFill>
                        <a:srgbClr val="7F7F7F"/>
                      </a:solidFill>
                      <a:prstDash val="solid"/>
                      <a:round/>
                    </a:lnL>
                    <a:lnR w="12700" cap="flat" cmpd="sng" algn="ctr">
                      <a:solidFill>
                        <a:schemeClr val="tx1"/>
                      </a:solidFill>
                      <a:prstDash val="solid"/>
                      <a:round/>
                    </a:lnR>
                    <a:lnT w="6350" cap="flat" cmpd="sng" algn="ctr">
                      <a:solidFill>
                        <a:srgbClr val="7F7F7F"/>
                      </a:solidFill>
                      <a:prstDash val="solid"/>
                      <a:round/>
                    </a:lnT>
                    <a:lnB w="6350" cap="flat" cmpd="sng" algn="ctr">
                      <a:solidFill>
                        <a:srgbClr val="7F7F7F"/>
                      </a:solidFill>
                      <a:prstDash val="solid"/>
                      <a:round/>
                    </a:lnB>
                    <a:lnTlToBr>
                      <a:noFill/>
                    </a:lnTlToBr>
                    <a:lnBlToTr>
                      <a:noFill/>
                    </a:lnBlToTr>
                    <a:solidFill>
                      <a:schemeClr val="bg1">
                        <a:lumMod val="95000"/>
                      </a:schemeClr>
                    </a:solidFill>
                  </a:tcPr>
                </a:tc>
                <a:extLst>
                  <a:ext uri="{0D108BD9-81ED-4DB2-BD59-A6C34878D82A}">
                    <a16:rowId xmlns:a16="http://schemas.microsoft.com/office/drawing/2014/main" val="10001"/>
                  </a:ext>
                </a:extLst>
              </a:tr>
              <a:tr h="0">
                <a:tc>
                  <a:txBody>
                    <a:bodyPr/>
                    <a:lstStyle/>
                    <a:p>
                      <a:pPr marL="0" marR="0" lvl="0" indent="0" algn="ctr" defTabSz="914400" rtl="0" eaLnBrk="0" latinLnBrk="1" hangingPunct="0">
                        <a:lnSpc>
                          <a:spcPct val="100000"/>
                        </a:lnSpc>
                        <a:spcBef>
                          <a:spcPct val="0"/>
                        </a:spcBef>
                        <a:spcAft>
                          <a:spcPct val="0"/>
                        </a:spcAft>
                        <a:buClrTx/>
                        <a:buFontTx/>
                        <a:buNone/>
                        <a:defRPr/>
                      </a:pPr>
                      <a:r>
                        <a:rPr kumimoji="1" lang="en-US" altLang="ko-KR" sz="800" b="1" i="0" u="none" strike="noStrike" cap="none" normalizeH="0" baseline="0">
                          <a:solidFill>
                            <a:schemeClr val="tx1"/>
                          </a:solidFill>
                          <a:effectLst/>
                          <a:latin typeface="KoPub돋움체 Light"/>
                          <a:ea typeface="KoPub돋움체 Light"/>
                          <a:sym typeface="Wingdings 2"/>
                        </a:rPr>
                        <a:t>A1</a:t>
                      </a:r>
                      <a:endParaRPr kumimoji="1" lang="en-US" altLang="ko-KR" sz="800" b="1" i="0" u="none" strike="noStrike" cap="none" normalizeH="0" baseline="0">
                        <a:solidFill>
                          <a:schemeClr val="tx1"/>
                        </a:solidFill>
                        <a:latin typeface="KoPub돋움체 Light"/>
                        <a:ea typeface="KoPub돋움체 Light"/>
                        <a:sym typeface="Wingdings 2"/>
                      </a:endParaRPr>
                    </a:p>
                  </a:txBody>
                  <a:tcPr marL="0" marR="0" horzOverflow="overflow">
                    <a:lnL w="12700" cap="flat" cmpd="sng" algn="ctr">
                      <a:solidFill>
                        <a:schemeClr val="tx1"/>
                      </a:solidFill>
                      <a:prstDash val="solid"/>
                      <a:round/>
                    </a:lnL>
                    <a:lnR w="3175" cap="flat" cmpd="sng" algn="ctr">
                      <a:solidFill>
                        <a:srgbClr val="A6A6A6"/>
                      </a:solidFill>
                      <a:prstDash val="solid"/>
                      <a:round/>
                    </a:lnR>
                    <a:lnT w="6350" cap="flat" cmpd="sng" algn="ctr">
                      <a:solidFill>
                        <a:srgbClr val="7F7F7F"/>
                      </a:solidFill>
                      <a:prstDash val="solid"/>
                      <a:round/>
                    </a:lnT>
                    <a:lnB w="6350" cap="flat" cmpd="sng" algn="ctr">
                      <a:solidFill>
                        <a:srgbClr val="7F7F7F"/>
                      </a:solidFill>
                      <a:prstDash val="solid"/>
                      <a:round/>
                    </a:lnB>
                    <a:lnTlToBr>
                      <a:noFill/>
                    </a:lnTlToBr>
                    <a:lnBlToTr>
                      <a:noFill/>
                    </a:lnBlToTr>
                    <a:noFill/>
                  </a:tcPr>
                </a:tc>
                <a:tc>
                  <a:txBody>
                    <a:bodyPr/>
                    <a:lstStyle/>
                    <a:p>
                      <a:pPr lvl="0">
                        <a:defRPr/>
                      </a:pPr>
                      <a:r>
                        <a:rPr lang="en-US" altLang="ko-KR" sz="800">
                          <a:latin typeface="KoPub돋움체 Light"/>
                          <a:ea typeface="KoPub돋움체 Light"/>
                          <a:cs typeface="+mn-cs"/>
                        </a:rPr>
                        <a:t>(</a:t>
                      </a:r>
                      <a:r>
                        <a:rPr lang="ko-KR" altLang="en-US" sz="800">
                          <a:latin typeface="KoPub돋움체 Light"/>
                          <a:ea typeface="KoPub돋움체 Light"/>
                          <a:cs typeface="+mn-cs"/>
                        </a:rPr>
                        <a:t>연</a:t>
                      </a:r>
                      <a:r>
                        <a:rPr lang="en-US" altLang="ko-KR" sz="800">
                          <a:latin typeface="KoPub돋움체 Light"/>
                          <a:ea typeface="KoPub돋움체 Light"/>
                          <a:cs typeface="+mn-cs"/>
                        </a:rPr>
                        <a:t>,</a:t>
                      </a:r>
                      <a:r>
                        <a:rPr lang="ko-KR" altLang="en-US" sz="800">
                          <a:latin typeface="KoPub돋움체 Light"/>
                          <a:ea typeface="KoPub돋움체 Light"/>
                          <a:cs typeface="+mn-cs"/>
                        </a:rPr>
                        <a:t>월 이동</a:t>
                      </a:r>
                      <a:r>
                        <a:rPr lang="en-US" altLang="ko-KR" sz="800">
                          <a:latin typeface="KoPub돋움체 Light"/>
                          <a:ea typeface="KoPub돋움체 Light"/>
                          <a:cs typeface="+mn-cs"/>
                        </a:rPr>
                        <a:t>)</a:t>
                      </a:r>
                    </a:p>
                  </a:txBody>
                  <a:tcPr marL="54000" marR="54000" marT="54000" marB="54000" horzOverflow="overflow">
                    <a:lnL w="3175" cap="flat" cmpd="sng" algn="ctr">
                      <a:solidFill>
                        <a:srgbClr val="A6A6A6"/>
                      </a:solidFill>
                      <a:prstDash val="solid"/>
                      <a:round/>
                    </a:lnL>
                    <a:lnR w="6350" cap="flat" cmpd="sng" algn="ctr">
                      <a:solidFill>
                        <a:srgbClr val="7F7F7F"/>
                      </a:solidFill>
                      <a:prstDash val="solid"/>
                      <a:round/>
                    </a:lnR>
                    <a:lnT w="6350" cap="flat" cmpd="sng" algn="ctr">
                      <a:solidFill>
                        <a:srgbClr val="7F7F7F"/>
                      </a:solidFill>
                      <a:prstDash val="solid"/>
                      <a:round/>
                    </a:lnT>
                    <a:lnB w="6350" cap="flat" cmpd="sng" algn="ctr">
                      <a:solidFill>
                        <a:srgbClr val="7F7F7F"/>
                      </a:solidFill>
                      <a:prstDash val="solid"/>
                      <a:round/>
                    </a:lnB>
                    <a:lnTlToBr>
                      <a:noFill/>
                    </a:lnTlToBr>
                    <a:lnBlToTr>
                      <a:noFill/>
                    </a:lnBlToTr>
                    <a:solidFill>
                      <a:schemeClr val="bg1"/>
                    </a:solidFill>
                  </a:tcPr>
                </a:tc>
                <a:tc>
                  <a:txBody>
                    <a:bodyPr/>
                    <a:lstStyle/>
                    <a:p>
                      <a:pPr marL="0" marR="0" lvl="0" indent="0" algn="l" defTabSz="914400" rtl="0" eaLnBrk="1" latinLnBrk="1" hangingPunct="1">
                        <a:lnSpc>
                          <a:spcPct val="100000"/>
                        </a:lnSpc>
                        <a:spcBef>
                          <a:spcPts val="0"/>
                        </a:spcBef>
                        <a:spcAft>
                          <a:spcPts val="0"/>
                        </a:spcAft>
                        <a:buClrTx/>
                        <a:buFontTx/>
                        <a:buNone/>
                        <a:defRPr/>
                      </a:pPr>
                      <a:r>
                        <a:rPr lang="ko-KR" altLang="en-US" sz="800">
                          <a:latin typeface="KoPub돋움체 Light"/>
                          <a:ea typeface="KoPub돋움체 Light"/>
                          <a:cs typeface="+mn-cs"/>
                        </a:rPr>
                        <a:t>선택한 년</a:t>
                      </a:r>
                      <a:r>
                        <a:rPr lang="en-US" altLang="ko-KR" sz="800">
                          <a:latin typeface="KoPub돋움체 Light"/>
                          <a:ea typeface="KoPub돋움체 Light"/>
                          <a:cs typeface="+mn-cs"/>
                        </a:rPr>
                        <a:t>,</a:t>
                      </a:r>
                      <a:r>
                        <a:rPr lang="ko-KR" altLang="en-US" sz="800">
                          <a:latin typeface="KoPub돋움체 Light"/>
                          <a:ea typeface="KoPub돋움체 Light"/>
                          <a:cs typeface="+mn-cs"/>
                        </a:rPr>
                        <a:t> 월로 이동</a:t>
                      </a:r>
                    </a:p>
                  </a:txBody>
                  <a:tcPr marL="54000" marR="54000" marT="54000" marB="54000" horzOverflow="overflow">
                    <a:lnL w="6350" cap="flat" cmpd="sng" algn="ctr">
                      <a:solidFill>
                        <a:srgbClr val="7F7F7F"/>
                      </a:solidFill>
                      <a:prstDash val="solid"/>
                      <a:round/>
                    </a:lnL>
                    <a:lnR w="12700" cap="flat" cmpd="sng" algn="ctr">
                      <a:solidFill>
                        <a:schemeClr val="tx1"/>
                      </a:solidFill>
                      <a:prstDash val="solid"/>
                      <a:round/>
                    </a:lnR>
                    <a:lnT w="6350" cap="flat" cmpd="sng" algn="ctr">
                      <a:solidFill>
                        <a:srgbClr val="7F7F7F"/>
                      </a:solidFill>
                      <a:prstDash val="solid"/>
                      <a:round/>
                    </a:lnT>
                    <a:lnB w="6350" cap="flat" cmpd="sng" algn="ctr">
                      <a:solidFill>
                        <a:srgbClr val="7F7F7F"/>
                      </a:solidFill>
                      <a:prstDash val="solid"/>
                      <a:round/>
                    </a:lnB>
                    <a:lnTlToBr>
                      <a:noFill/>
                    </a:lnTlToBr>
                    <a:lnBlToTr>
                      <a:noFill/>
                    </a:lnBlToTr>
                    <a:solidFill>
                      <a:schemeClr val="bg1"/>
                    </a:solidFill>
                  </a:tcPr>
                </a:tc>
                <a:extLst>
                  <a:ext uri="{0D108BD9-81ED-4DB2-BD59-A6C34878D82A}">
                    <a16:rowId xmlns:a16="http://schemas.microsoft.com/office/drawing/2014/main" val="10002"/>
                  </a:ext>
                </a:extLst>
              </a:tr>
              <a:tr h="0">
                <a:tc>
                  <a:txBody>
                    <a:bodyPr/>
                    <a:lstStyle/>
                    <a:p>
                      <a:pPr marL="0" marR="0" lvl="0" indent="0" algn="ctr" defTabSz="914400" rtl="0" eaLnBrk="0" latinLnBrk="1" hangingPunct="0">
                        <a:lnSpc>
                          <a:spcPct val="100000"/>
                        </a:lnSpc>
                        <a:spcBef>
                          <a:spcPct val="0"/>
                        </a:spcBef>
                        <a:spcAft>
                          <a:spcPct val="0"/>
                        </a:spcAft>
                        <a:buClrTx/>
                        <a:buFontTx/>
                        <a:buNone/>
                        <a:defRPr/>
                      </a:pPr>
                      <a:r>
                        <a:rPr kumimoji="1" lang="en-US" altLang="ko-KR" sz="800" b="1" i="0" u="none" strike="noStrike" cap="none" normalizeH="0" baseline="0">
                          <a:solidFill>
                            <a:schemeClr val="tx1"/>
                          </a:solidFill>
                          <a:effectLst/>
                          <a:latin typeface="KoPub돋움체 Light"/>
                          <a:ea typeface="KoPub돋움체 Light"/>
                          <a:sym typeface="Wingdings 2"/>
                        </a:rPr>
                        <a:t>A2</a:t>
                      </a:r>
                      <a:endParaRPr kumimoji="1" lang="en-US" altLang="ko-KR" sz="800" b="1" i="0" u="none" strike="noStrike" cap="none" normalizeH="0" baseline="0">
                        <a:solidFill>
                          <a:schemeClr val="tx1"/>
                        </a:solidFill>
                        <a:latin typeface="KoPub돋움체 Light"/>
                        <a:ea typeface="KoPub돋움체 Light"/>
                        <a:sym typeface="Wingdings 2"/>
                      </a:endParaRPr>
                    </a:p>
                  </a:txBody>
                  <a:tcPr marL="0" marR="0" horzOverflow="overflow">
                    <a:lnL w="12700" cap="flat" cmpd="sng" algn="ctr">
                      <a:solidFill>
                        <a:schemeClr val="tx1"/>
                      </a:solidFill>
                      <a:prstDash val="solid"/>
                      <a:round/>
                    </a:lnL>
                    <a:lnR w="3175" cap="flat" cmpd="sng" algn="ctr">
                      <a:solidFill>
                        <a:srgbClr val="A6A6A6"/>
                      </a:solidFill>
                      <a:prstDash val="solid"/>
                      <a:round/>
                    </a:lnR>
                    <a:lnT w="6350" cap="flat" cmpd="sng" algn="ctr">
                      <a:solidFill>
                        <a:srgbClr val="7F7F7F"/>
                      </a:solidFill>
                      <a:prstDash val="solid"/>
                      <a:round/>
                    </a:lnT>
                    <a:lnB w="12700" cap="flat" cmpd="sng" algn="ctr">
                      <a:solidFill>
                        <a:schemeClr val="tx1"/>
                      </a:solidFill>
                      <a:prstDash val="solid"/>
                      <a:round/>
                    </a:lnB>
                    <a:lnTlToBr>
                      <a:noFill/>
                    </a:lnTlToBr>
                    <a:lnBlToTr>
                      <a:noFill/>
                    </a:lnBlToTr>
                    <a:noFill/>
                  </a:tcPr>
                </a:tc>
                <a:tc>
                  <a:txBody>
                    <a:bodyPr/>
                    <a:lstStyle/>
                    <a:p>
                      <a:pPr lvl="0">
                        <a:defRPr/>
                      </a:pPr>
                      <a:r>
                        <a:rPr lang="ko-KR" altLang="en-US" sz="800">
                          <a:latin typeface="KoPub돋움체 Light"/>
                          <a:ea typeface="KoPub돋움체 Light"/>
                          <a:cs typeface="+mn-cs"/>
                        </a:rPr>
                        <a:t>상세 기록</a:t>
                      </a:r>
                    </a:p>
                  </a:txBody>
                  <a:tcPr marL="54000" marR="54000" marT="54000" marB="54000" horzOverflow="overflow">
                    <a:lnL w="3175" cap="flat" cmpd="sng" algn="ctr">
                      <a:solidFill>
                        <a:srgbClr val="A6A6A6"/>
                      </a:solidFill>
                      <a:prstDash val="solid"/>
                      <a:round/>
                    </a:lnL>
                    <a:lnR w="6350" cap="flat" cmpd="sng" algn="ctr">
                      <a:solidFill>
                        <a:srgbClr val="7F7F7F"/>
                      </a:solidFill>
                      <a:prstDash val="solid"/>
                      <a:round/>
                    </a:lnR>
                    <a:lnT w="6350" cap="flat" cmpd="sng" algn="ctr">
                      <a:solidFill>
                        <a:srgbClr val="7F7F7F"/>
                      </a:solidFill>
                      <a:prstDash val="solid"/>
                      <a:round/>
                    </a:lnT>
                    <a:lnB w="12700" cap="flat" cmpd="sng" algn="ctr">
                      <a:solidFill>
                        <a:schemeClr val="tx1"/>
                      </a:solidFill>
                      <a:prstDash val="solid"/>
                      <a:round/>
                    </a:lnB>
                    <a:lnTlToBr>
                      <a:noFill/>
                    </a:lnTlToBr>
                    <a:lnBlToTr>
                      <a:noFill/>
                    </a:lnBlToTr>
                    <a:solidFill>
                      <a:schemeClr val="bg1"/>
                    </a:solidFill>
                  </a:tcPr>
                </a:tc>
                <a:tc>
                  <a:txBody>
                    <a:bodyPr/>
                    <a:lstStyle/>
                    <a:p>
                      <a:pPr marL="0" marR="0" lvl="0" indent="0" algn="l" defTabSz="914400" rtl="0" eaLnBrk="1" latinLnBrk="1" hangingPunct="1">
                        <a:lnSpc>
                          <a:spcPct val="100000"/>
                        </a:lnSpc>
                        <a:spcBef>
                          <a:spcPts val="0"/>
                        </a:spcBef>
                        <a:spcAft>
                          <a:spcPts val="0"/>
                        </a:spcAft>
                        <a:buClrTx/>
                        <a:buFontTx/>
                        <a:buNone/>
                        <a:defRPr/>
                      </a:pPr>
                      <a:r>
                        <a:rPr lang="ko-KR" altLang="en-US" sz="800">
                          <a:latin typeface="KoPub돋움체 Light"/>
                          <a:ea typeface="KoPub돋움체 Light"/>
                          <a:cs typeface="+mn-cs"/>
                        </a:rPr>
                        <a:t>기록이 있는 날짜에 식단의 총 열량이 나오는데</a:t>
                      </a:r>
                      <a:r>
                        <a:rPr lang="en-US" altLang="ko-KR" sz="800">
                          <a:latin typeface="KoPub돋움체 Light"/>
                          <a:ea typeface="KoPub돋움체 Light"/>
                          <a:cs typeface="+mn-cs"/>
                        </a:rPr>
                        <a:t>,</a:t>
                      </a:r>
                      <a:r>
                        <a:rPr lang="ko-KR" altLang="en-US" sz="800">
                          <a:latin typeface="KoPub돋움체 Light"/>
                          <a:ea typeface="KoPub돋움체 Light"/>
                          <a:cs typeface="+mn-cs"/>
                        </a:rPr>
                        <a:t> 이를 클릭하면 개별 날짜의 추천 식단 기록 페이지로 이동한다</a:t>
                      </a:r>
                      <a:r>
                        <a:rPr lang="en-US" altLang="ko-KR" sz="800">
                          <a:latin typeface="KoPub돋움체 Light"/>
                          <a:ea typeface="KoPub돋움체 Light"/>
                          <a:cs typeface="+mn-cs"/>
                        </a:rPr>
                        <a:t>.</a:t>
                      </a:r>
                    </a:p>
                  </a:txBody>
                  <a:tcPr marL="54000" marR="54000" marT="54000" marB="54000" horzOverflow="overflow">
                    <a:lnL w="6350" cap="flat" cmpd="sng" algn="ctr">
                      <a:solidFill>
                        <a:srgbClr val="7F7F7F"/>
                      </a:solidFill>
                      <a:prstDash val="solid"/>
                      <a:round/>
                    </a:lnL>
                    <a:lnR w="12700" cap="flat" cmpd="sng" algn="ctr">
                      <a:solidFill>
                        <a:schemeClr val="tx1"/>
                      </a:solidFill>
                      <a:prstDash val="solid"/>
                      <a:round/>
                    </a:lnR>
                    <a:lnT w="6350" cap="flat" cmpd="sng" algn="ctr">
                      <a:solidFill>
                        <a:srgbClr val="7F7F7F"/>
                      </a:solidFill>
                      <a:prstDash val="solid"/>
                      <a:round/>
                    </a:lnT>
                    <a:lnB w="12700" cap="flat" cmpd="sng" algn="ctr">
                      <a:solidFill>
                        <a:schemeClr val="tx1"/>
                      </a:solidFill>
                      <a:prstDash val="solid"/>
                      <a:round/>
                    </a:lnB>
                    <a:lnTlToBr>
                      <a:noFill/>
                    </a:lnTlToBr>
                    <a:lnBlToTr>
                      <a:noFill/>
                    </a:lnBlToTr>
                    <a:solidFill>
                      <a:schemeClr val="bg1"/>
                    </a:solidFill>
                  </a:tcPr>
                </a:tc>
                <a:extLst>
                  <a:ext uri="{0D108BD9-81ED-4DB2-BD59-A6C34878D82A}">
                    <a16:rowId xmlns:a16="http://schemas.microsoft.com/office/drawing/2014/main" val="10003"/>
                  </a:ext>
                </a:extLst>
              </a:tr>
            </a:tbl>
          </a:graphicData>
        </a:graphic>
      </p:graphicFrame>
      <p:graphicFrame>
        <p:nvGraphicFramePr>
          <p:cNvPr id="243" name="표 166"/>
          <p:cNvGraphicFramePr/>
          <p:nvPr/>
        </p:nvGraphicFramePr>
        <p:xfrm>
          <a:off x="6186037" y="3279458"/>
          <a:ext cx="2742836" cy="697965"/>
        </p:xfrm>
        <a:graphic>
          <a:graphicData uri="http://schemas.openxmlformats.org/drawingml/2006/table">
            <a:tbl>
              <a:tblPr firstRow="1" bandRow="1"/>
              <a:tblGrid>
                <a:gridCol w="325092">
                  <a:extLst>
                    <a:ext uri="{9D8B030D-6E8A-4147-A177-3AD203B41FA5}">
                      <a16:colId xmlns:a16="http://schemas.microsoft.com/office/drawing/2014/main" val="20000"/>
                    </a:ext>
                  </a:extLst>
                </a:gridCol>
                <a:gridCol w="2417744">
                  <a:extLst>
                    <a:ext uri="{9D8B030D-6E8A-4147-A177-3AD203B41FA5}">
                      <a16:colId xmlns:a16="http://schemas.microsoft.com/office/drawing/2014/main" val="20001"/>
                    </a:ext>
                  </a:extLst>
                </a:gridCol>
              </a:tblGrid>
              <a:tr h="215265">
                <a:tc gridSpan="2">
                  <a:txBody>
                    <a:bodyPr/>
                    <a:lstStyle/>
                    <a:p>
                      <a:pPr marL="0" marR="0" lvl="0" indent="0" algn="l" defTabSz="914400" rtl="0" eaLnBrk="0" latinLnBrk="1" hangingPunct="0">
                        <a:lnSpc>
                          <a:spcPct val="100000"/>
                        </a:lnSpc>
                        <a:spcBef>
                          <a:spcPct val="0"/>
                        </a:spcBef>
                        <a:spcAft>
                          <a:spcPct val="0"/>
                        </a:spcAft>
                        <a:buClrTx/>
                        <a:buFontTx/>
                        <a:buNone/>
                        <a:defRPr/>
                      </a:pPr>
                      <a:r>
                        <a:rPr kumimoji="1" lang="en-US" altLang="ko-KR" sz="800" b="0" i="0" u="none" strike="noStrike" cap="none" normalizeH="0" baseline="0">
                          <a:solidFill>
                            <a:schemeClr val="tx1"/>
                          </a:solidFill>
                          <a:effectLst/>
                          <a:latin typeface="KoPub돋움체 Light"/>
                          <a:ea typeface="KoPub돋움체 Light"/>
                          <a:sym typeface="Wingdings 2"/>
                        </a:rPr>
                        <a:t> Code</a:t>
                      </a:r>
                      <a:endParaRPr kumimoji="1" lang="en-US" altLang="ko-KR" sz="800" b="0" i="0" u="none" strike="noStrike" cap="none" normalizeH="0" baseline="0">
                        <a:solidFill>
                          <a:schemeClr val="tx1"/>
                        </a:solidFill>
                        <a:latin typeface="KoPub돋움체 Light"/>
                        <a:ea typeface="KoPub돋움체 Light"/>
                        <a:sym typeface="Wingdings 2"/>
                      </a:endParaRPr>
                    </a:p>
                  </a:txBody>
                  <a:tcPr marL="0" marR="0" horzOverflow="overflow">
                    <a:lnL w="12700" cap="flat" cmpd="sng" algn="ctr">
                      <a:solidFill>
                        <a:schemeClr val="tx1"/>
                      </a:solidFill>
                      <a:prstDash val="solid"/>
                      <a:round/>
                    </a:lnL>
                    <a:lnR w="12700" cap="flat" cmpd="sng" algn="ctr">
                      <a:solidFill>
                        <a:schemeClr val="tx1"/>
                      </a:solidFill>
                      <a:prstDash val="solid"/>
                      <a:round/>
                    </a:lnR>
                    <a:lnT w="12700" cap="flat" cmpd="sng" algn="ctr">
                      <a:solidFill>
                        <a:schemeClr val="tx1"/>
                      </a:solidFill>
                      <a:prstDash val="solid"/>
                      <a:round/>
                    </a:lnT>
                    <a:lnB w="6350" cap="flat" cmpd="sng" algn="ctr">
                      <a:solidFill>
                        <a:srgbClr val="7F7F7F"/>
                      </a:solidFill>
                      <a:prstDash val="solid"/>
                      <a:round/>
                    </a:lnB>
                    <a:lnTlToBr>
                      <a:noFill/>
                    </a:lnTlToBr>
                    <a:lnBlToTr>
                      <a:noFill/>
                    </a:lnBlToTr>
                    <a:solidFill>
                      <a:srgbClr val="BAFF1A"/>
                    </a:solidFill>
                  </a:tcPr>
                </a:tc>
                <a:tc hMerge="1">
                  <a:txBody>
                    <a:bodyPr/>
                    <a:lstStyle/>
                    <a:p>
                      <a:pPr marL="85725" marR="0" lvl="0" indent="-85725" algn="l" defTabSz="914400" rtl="0" eaLnBrk="0" latinLnBrk="0" hangingPunct="0">
                        <a:lnSpc>
                          <a:spcPct val="110000"/>
                        </a:lnSpc>
                        <a:spcBef>
                          <a:spcPts val="300"/>
                        </a:spcBef>
                        <a:spcAft>
                          <a:spcPct val="0"/>
                        </a:spcAft>
                        <a:buClrTx/>
                        <a:buFont typeface="Wingdings"/>
                        <a:buNone/>
                        <a:defRPr/>
                      </a:pPr>
                      <a:endParaRPr kumimoji="1" lang="en-US" altLang="ko-KR" sz="800" b="0" i="0" u="none" strike="noStrike" kern="1200" cap="none" normalizeH="0" baseline="0">
                        <a:solidFill>
                          <a:schemeClr val="tx1"/>
                        </a:solidFill>
                        <a:effectLst/>
                        <a:latin typeface="나눔고딕"/>
                        <a:ea typeface="나눔고딕"/>
                        <a:cs typeface="+mn-cs"/>
                        <a:sym typeface="Wingdings"/>
                      </a:endParaRPr>
                    </a:p>
                  </a:txBody>
                  <a:tcPr marL="54000" marR="54000" marT="54000" marB="54000" horzOverflow="overflow">
                    <a:lnL w="3175" cap="flat" cmpd="sng" algn="ctr">
                      <a:solidFill>
                        <a:srgbClr val="A6A6A6"/>
                      </a:solidFill>
                      <a:prstDash val="solid"/>
                      <a:round/>
                    </a:lnL>
                    <a:lnR w="6350" cap="flat" cmpd="sng" algn="ctr">
                      <a:solidFill>
                        <a:srgbClr val="7F7F7F"/>
                      </a:solidFill>
                      <a:prstDash val="solid"/>
                      <a:round/>
                    </a:lnR>
                    <a:lnT w="6350" cap="flat" cmpd="sng" algn="ctr">
                      <a:solidFill>
                        <a:srgbClr val="7F7F7F"/>
                      </a:solidFill>
                      <a:prstDash val="solid"/>
                      <a:round/>
                    </a:lnT>
                    <a:lnB w="6350" cap="flat" cmpd="sng" algn="ctr">
                      <a:solidFill>
                        <a:srgbClr val="7F7F7F"/>
                      </a:solidFill>
                      <a:prstDash val="solid"/>
                      <a:round/>
                    </a:lnB>
                    <a:lnTlToBr>
                      <a:noFill/>
                    </a:lnTlToBr>
                    <a:lnBlToTr>
                      <a:noFill/>
                    </a:lnBlToTr>
                    <a:solidFill>
                      <a:schemeClr val="bg1"/>
                    </a:solidFill>
                  </a:tcPr>
                </a:tc>
                <a:extLst>
                  <a:ext uri="{0D108BD9-81ED-4DB2-BD59-A6C34878D82A}">
                    <a16:rowId xmlns:a16="http://schemas.microsoft.com/office/drawing/2014/main" val="10000"/>
                  </a:ext>
                </a:extLst>
              </a:tr>
              <a:tr h="241350">
                <a:tc>
                  <a:txBody>
                    <a:bodyPr/>
                    <a:lstStyle/>
                    <a:p>
                      <a:pPr marL="0" marR="0" lvl="0" indent="0" algn="ctr" defTabSz="914400" rtl="0" eaLnBrk="0" latinLnBrk="1" hangingPunct="0">
                        <a:lnSpc>
                          <a:spcPct val="100000"/>
                        </a:lnSpc>
                        <a:spcBef>
                          <a:spcPct val="0"/>
                        </a:spcBef>
                        <a:spcAft>
                          <a:spcPct val="0"/>
                        </a:spcAft>
                        <a:buClrTx/>
                        <a:buFontTx/>
                        <a:buNone/>
                        <a:defRPr/>
                      </a:pPr>
                      <a:r>
                        <a:rPr kumimoji="1" lang="en-US" altLang="ko-KR" sz="800" b="1" i="0" u="none" strike="noStrike" cap="none" normalizeH="0" baseline="0">
                          <a:solidFill>
                            <a:schemeClr val="tx1"/>
                          </a:solidFill>
                          <a:effectLst/>
                          <a:latin typeface="KoPub돋움체 Light"/>
                          <a:ea typeface="KoPub돋움체 Light"/>
                          <a:sym typeface="Wingdings 2"/>
                        </a:rPr>
                        <a:t>C1</a:t>
                      </a:r>
                      <a:endParaRPr kumimoji="1" lang="en-US" altLang="ko-KR" sz="800" b="1" i="0" u="none" strike="noStrike" cap="none" normalizeH="0" baseline="0">
                        <a:solidFill>
                          <a:schemeClr val="tx1"/>
                        </a:solidFill>
                        <a:latin typeface="KoPub돋움체 Light"/>
                        <a:ea typeface="KoPub돋움체 Light"/>
                        <a:sym typeface="Wingdings 2"/>
                      </a:endParaRPr>
                    </a:p>
                  </a:txBody>
                  <a:tcPr marL="0" marR="0" horzOverflow="overflow">
                    <a:lnL w="12700" cap="flat" cmpd="sng" algn="ctr">
                      <a:solidFill>
                        <a:schemeClr val="tx1"/>
                      </a:solidFill>
                      <a:prstDash val="solid"/>
                      <a:round/>
                    </a:lnL>
                    <a:lnR w="3175" cap="flat" cmpd="sng" algn="ctr">
                      <a:solidFill>
                        <a:srgbClr val="A6A6A6"/>
                      </a:solidFill>
                      <a:prstDash val="solid"/>
                      <a:round/>
                    </a:lnR>
                    <a:lnT w="6350" cap="flat" cmpd="sng" algn="ctr">
                      <a:solidFill>
                        <a:srgbClr val="7F7F7F"/>
                      </a:solidFill>
                      <a:prstDash val="solid"/>
                      <a:round/>
                    </a:lnT>
                    <a:lnB w="6350" cap="flat" cmpd="sng" algn="ctr">
                      <a:solidFill>
                        <a:srgbClr val="7F7F7F"/>
                      </a:solidFill>
                      <a:prstDash val="solid"/>
                      <a:round/>
                    </a:lnB>
                    <a:lnTlToBr>
                      <a:noFill/>
                    </a:lnTlToBr>
                    <a:lnBlToTr>
                      <a:noFill/>
                    </a:lnBlToTr>
                    <a:solidFill>
                      <a:schemeClr val="lt1"/>
                    </a:solidFill>
                  </a:tcPr>
                </a:tc>
                <a:tc>
                  <a:txBody>
                    <a:bodyPr/>
                    <a:lstStyle/>
                    <a:p>
                      <a:pPr marL="85725" marR="0" lvl="0" indent="-85725" algn="l" defTabSz="914400" rtl="0" eaLnBrk="0" latinLnBrk="0" hangingPunct="0">
                        <a:lnSpc>
                          <a:spcPct val="110000"/>
                        </a:lnSpc>
                        <a:spcBef>
                          <a:spcPts val="300"/>
                        </a:spcBef>
                        <a:spcAft>
                          <a:spcPct val="0"/>
                        </a:spcAft>
                        <a:buClrTx/>
                        <a:buFont typeface="Wingdings"/>
                        <a:buNone/>
                        <a:defRPr/>
                      </a:pPr>
                      <a:r>
                        <a:rPr kumimoji="1" lang="ko-KR" altLang="en-US" sz="800" b="0" i="0" u="none" strike="noStrike" kern="1200" cap="none" normalizeH="0" baseline="0">
                          <a:solidFill>
                            <a:schemeClr val="tx1"/>
                          </a:solidFill>
                          <a:effectLst/>
                          <a:latin typeface="KoPub돋움체 Light"/>
                          <a:ea typeface="KoPub돋움체 Light"/>
                          <a:cs typeface="+mn-cs"/>
                          <a:sym typeface="Wingdings"/>
                        </a:rPr>
                        <a:t> 캘린더</a:t>
                      </a:r>
                      <a:r>
                        <a:rPr kumimoji="1" lang="en-US" altLang="ko-KR" sz="800" b="0" i="0" u="none" strike="noStrike" kern="1200" cap="none" normalizeH="0" baseline="0">
                          <a:solidFill>
                            <a:schemeClr val="tx1"/>
                          </a:solidFill>
                          <a:effectLst/>
                          <a:latin typeface="KoPub돋움체 Light"/>
                          <a:ea typeface="KoPub돋움체 Light"/>
                          <a:cs typeface="+mn-cs"/>
                          <a:sym typeface="Wingdings"/>
                        </a:rPr>
                        <a:t>/</a:t>
                      </a:r>
                      <a:r>
                        <a:rPr kumimoji="1" lang="ko-KR" altLang="en-US" sz="800" b="0" i="0" u="none" strike="noStrike" kern="1200" cap="none" normalizeH="0" baseline="0">
                          <a:solidFill>
                            <a:schemeClr val="tx1"/>
                          </a:solidFill>
                          <a:effectLst/>
                          <a:latin typeface="KoPub돋움체 Light"/>
                          <a:ea typeface="KoPub돋움체 Light"/>
                          <a:cs typeface="+mn-cs"/>
                          <a:sym typeface="Wingdings"/>
                        </a:rPr>
                        <a:t>날짜별 화면 전환</a:t>
                      </a:r>
                      <a:endParaRPr kumimoji="1" lang="ko-KR" altLang="en-US" sz="800" b="0" i="0" u="none" strike="noStrike" kern="1200" cap="none" normalizeH="0" baseline="0">
                        <a:solidFill>
                          <a:schemeClr val="tx1"/>
                        </a:solidFill>
                        <a:latin typeface="KoPub돋움체 Light"/>
                        <a:ea typeface="KoPub돋움체 Light"/>
                        <a:cs typeface="+mn-cs"/>
                        <a:sym typeface="Wingdings"/>
                      </a:endParaRPr>
                    </a:p>
                  </a:txBody>
                  <a:tcPr marL="36000" marR="36000" marT="54000" marB="54000" horzOverflow="overflow">
                    <a:lnL w="3175" cap="flat" cmpd="sng" algn="ctr">
                      <a:solidFill>
                        <a:srgbClr val="A6A6A6"/>
                      </a:solidFill>
                      <a:prstDash val="solid"/>
                      <a:round/>
                    </a:lnL>
                    <a:lnR w="12700" cap="flat" cmpd="sng" algn="ctr">
                      <a:solidFill>
                        <a:schemeClr val="tx1"/>
                      </a:solidFill>
                      <a:prstDash val="solid"/>
                      <a:round/>
                    </a:lnR>
                    <a:lnT w="6350" cap="flat" cmpd="sng" algn="ctr">
                      <a:solidFill>
                        <a:srgbClr val="7F7F7F"/>
                      </a:solidFill>
                      <a:prstDash val="solid"/>
                      <a:round/>
                    </a:lnT>
                    <a:lnB w="6350" cap="flat" cmpd="sng" algn="ctr">
                      <a:solidFill>
                        <a:srgbClr val="7F7F7F"/>
                      </a:solidFill>
                      <a:prstDash val="solid"/>
                      <a:round/>
                    </a:lnB>
                    <a:lnTlToBr>
                      <a:noFill/>
                    </a:lnTlToBr>
                    <a:lnBlToTr>
                      <a:noFill/>
                    </a:lnBlToTr>
                    <a:solidFill>
                      <a:schemeClr val="lt1"/>
                    </a:solidFill>
                  </a:tcPr>
                </a:tc>
                <a:extLst>
                  <a:ext uri="{0D108BD9-81ED-4DB2-BD59-A6C34878D82A}">
                    <a16:rowId xmlns:a16="http://schemas.microsoft.com/office/drawing/2014/main" val="10001"/>
                  </a:ext>
                </a:extLst>
              </a:tr>
              <a:tr h="241350">
                <a:tc>
                  <a:txBody>
                    <a:bodyPr/>
                    <a:lstStyle/>
                    <a:p>
                      <a:pPr marL="0" marR="0" lvl="0" indent="0" algn="ctr" defTabSz="914400" rtl="0" eaLnBrk="0" latinLnBrk="1" hangingPunct="0">
                        <a:lnSpc>
                          <a:spcPct val="100000"/>
                        </a:lnSpc>
                        <a:spcBef>
                          <a:spcPct val="0"/>
                        </a:spcBef>
                        <a:spcAft>
                          <a:spcPct val="0"/>
                        </a:spcAft>
                        <a:buClrTx/>
                        <a:buFontTx/>
                        <a:buNone/>
                        <a:defRPr/>
                      </a:pPr>
                      <a:r>
                        <a:rPr kumimoji="1" lang="en-US" altLang="ko-KR" sz="800" b="1" i="0" u="none" strike="noStrike" cap="none" normalizeH="0" baseline="0">
                          <a:solidFill>
                            <a:schemeClr val="tx1"/>
                          </a:solidFill>
                          <a:effectLst/>
                          <a:latin typeface="KoPub돋움체 Light"/>
                          <a:ea typeface="KoPub돋움체 Light"/>
                          <a:sym typeface="Wingdings 2"/>
                        </a:rPr>
                        <a:t>C2</a:t>
                      </a:r>
                      <a:endParaRPr kumimoji="1" lang="en-US" altLang="ko-KR" sz="800" b="1" i="0" u="none" strike="noStrike" cap="none" normalizeH="0" baseline="0">
                        <a:solidFill>
                          <a:schemeClr val="tx1"/>
                        </a:solidFill>
                        <a:latin typeface="KoPub돋움체 Light"/>
                        <a:ea typeface="KoPub돋움체 Light"/>
                        <a:sym typeface="Wingdings 2"/>
                      </a:endParaRPr>
                    </a:p>
                  </a:txBody>
                  <a:tcPr marL="0" marR="0" horzOverflow="overflow">
                    <a:lnL w="12700" cap="flat" cmpd="sng" algn="ctr">
                      <a:solidFill>
                        <a:schemeClr val="tx1"/>
                      </a:solidFill>
                      <a:prstDash val="solid"/>
                      <a:round/>
                    </a:lnL>
                    <a:lnR w="3175" cap="flat" cmpd="sng" algn="ctr">
                      <a:solidFill>
                        <a:srgbClr val="A6A6A6"/>
                      </a:solidFill>
                      <a:prstDash val="solid"/>
                      <a:round/>
                    </a:lnR>
                    <a:lnT w="6350" cap="flat" cmpd="sng" algn="ctr">
                      <a:solidFill>
                        <a:srgbClr val="7F7F7F"/>
                      </a:solidFill>
                      <a:prstDash val="solid"/>
                      <a:round/>
                    </a:lnT>
                    <a:lnB w="12700" cap="flat" cmpd="sng" algn="ctr">
                      <a:solidFill>
                        <a:schemeClr val="tx1"/>
                      </a:solidFill>
                      <a:prstDash val="solid"/>
                      <a:round/>
                    </a:lnB>
                    <a:lnTlToBr>
                      <a:noFill/>
                    </a:lnTlToBr>
                    <a:lnBlToTr>
                      <a:noFill/>
                    </a:lnBlToTr>
                    <a:solidFill>
                      <a:schemeClr val="lt1"/>
                    </a:solidFill>
                  </a:tcPr>
                </a:tc>
                <a:tc>
                  <a:txBody>
                    <a:bodyPr/>
                    <a:lstStyle/>
                    <a:p>
                      <a:pPr marL="85725" marR="0" lvl="0" indent="-85725" algn="l" defTabSz="914400" rtl="0" eaLnBrk="0" latinLnBrk="0" hangingPunct="0">
                        <a:lnSpc>
                          <a:spcPct val="110000"/>
                        </a:lnSpc>
                        <a:spcBef>
                          <a:spcPts val="300"/>
                        </a:spcBef>
                        <a:spcAft>
                          <a:spcPct val="0"/>
                        </a:spcAft>
                        <a:buClrTx/>
                        <a:buFont typeface="Wingdings"/>
                        <a:buNone/>
                        <a:defRPr/>
                      </a:pPr>
                      <a:r>
                        <a:rPr kumimoji="1" lang="ko-KR" altLang="en-US" sz="800" b="0" i="0" u="none" strike="noStrike" kern="1200" cap="none" normalizeH="0" baseline="0">
                          <a:solidFill>
                            <a:schemeClr val="tx1"/>
                          </a:solidFill>
                          <a:effectLst/>
                          <a:latin typeface="KoPub돋움체 Light"/>
                          <a:ea typeface="KoPub돋움체 Light"/>
                          <a:cs typeface="+mn-cs"/>
                          <a:sym typeface="Wingdings"/>
                        </a:rPr>
                        <a:t> 연도</a:t>
                      </a:r>
                      <a:r>
                        <a:rPr kumimoji="1" lang="en-US" altLang="ko-KR" sz="800" b="0" i="0" u="none" strike="noStrike" kern="1200" cap="none" normalizeH="0" baseline="0">
                          <a:solidFill>
                            <a:schemeClr val="tx1"/>
                          </a:solidFill>
                          <a:effectLst/>
                          <a:latin typeface="KoPub돋움체 Light"/>
                          <a:ea typeface="KoPub돋움체 Light"/>
                          <a:cs typeface="+mn-cs"/>
                          <a:sym typeface="Wingdings"/>
                        </a:rPr>
                        <a:t>,</a:t>
                      </a:r>
                      <a:r>
                        <a:rPr kumimoji="1" lang="ko-KR" altLang="en-US" sz="800" b="0" i="0" u="none" strike="noStrike" kern="1200" cap="none" normalizeH="0" baseline="0">
                          <a:solidFill>
                            <a:schemeClr val="tx1"/>
                          </a:solidFill>
                          <a:effectLst/>
                          <a:latin typeface="KoPub돋움체 Light"/>
                          <a:ea typeface="KoPub돋움체 Light"/>
                          <a:cs typeface="+mn-cs"/>
                          <a:sym typeface="Wingdings"/>
                        </a:rPr>
                        <a:t> 월 이동</a:t>
                      </a:r>
                      <a:endParaRPr kumimoji="1" lang="ko-KR" altLang="en-US" sz="800" b="0" i="0" u="none" strike="noStrike" kern="1200" cap="none" normalizeH="0" baseline="0">
                        <a:solidFill>
                          <a:schemeClr val="tx1"/>
                        </a:solidFill>
                        <a:latin typeface="KoPub돋움체 Light"/>
                        <a:ea typeface="KoPub돋움체 Light"/>
                        <a:cs typeface="+mn-cs"/>
                        <a:sym typeface="Wingdings"/>
                      </a:endParaRPr>
                    </a:p>
                  </a:txBody>
                  <a:tcPr marL="36000" marR="36000" marT="54000" marB="54000" horzOverflow="overflow">
                    <a:lnL w="3175" cap="flat" cmpd="sng" algn="ctr">
                      <a:solidFill>
                        <a:srgbClr val="A6A6A6"/>
                      </a:solidFill>
                      <a:prstDash val="solid"/>
                      <a:round/>
                    </a:lnL>
                    <a:lnR w="12700" cap="flat" cmpd="sng" algn="ctr">
                      <a:solidFill>
                        <a:schemeClr val="tx1"/>
                      </a:solidFill>
                      <a:prstDash val="solid"/>
                      <a:round/>
                    </a:lnR>
                    <a:lnT w="6350" cap="flat" cmpd="sng" algn="ctr">
                      <a:solidFill>
                        <a:srgbClr val="7F7F7F"/>
                      </a:solidFill>
                      <a:prstDash val="solid"/>
                      <a:round/>
                    </a:lnT>
                    <a:lnB w="12700" cap="flat" cmpd="sng" algn="ctr">
                      <a:solidFill>
                        <a:schemeClr val="tx1"/>
                      </a:solidFill>
                      <a:prstDash val="solid"/>
                      <a:round/>
                    </a:lnB>
                    <a:lnTlToBr>
                      <a:noFill/>
                    </a:lnTlToBr>
                    <a:lnBlToTr>
                      <a:noFill/>
                    </a:lnBlToTr>
                    <a:solidFill>
                      <a:schemeClr val="lt1"/>
                    </a:solidFill>
                  </a:tcPr>
                </a:tc>
                <a:extLst>
                  <a:ext uri="{0D108BD9-81ED-4DB2-BD59-A6C34878D82A}">
                    <a16:rowId xmlns:a16="http://schemas.microsoft.com/office/drawing/2014/main" val="10002"/>
                  </a:ext>
                </a:extLst>
              </a:tr>
            </a:tbl>
          </a:graphicData>
        </a:graphic>
      </p:graphicFrame>
      <p:pic>
        <p:nvPicPr>
          <p:cNvPr id="247" name="그림 246"/>
          <p:cNvPicPr>
            <a:picLocks noChangeAspect="1"/>
          </p:cNvPicPr>
          <p:nvPr/>
        </p:nvPicPr>
        <p:blipFill rotWithShape="1">
          <a:blip r:embed="rId3"/>
          <a:stretch>
            <a:fillRect/>
          </a:stretch>
        </p:blipFill>
        <p:spPr>
          <a:xfrm>
            <a:off x="197497" y="739806"/>
            <a:ext cx="4965468" cy="4209494"/>
          </a:xfrm>
          <a:prstGeom prst="rect">
            <a:avLst/>
          </a:prstGeom>
        </p:spPr>
      </p:pic>
      <p:sp>
        <p:nvSpPr>
          <p:cNvPr id="248" name="직사각형 169"/>
          <p:cNvSpPr/>
          <p:nvPr/>
        </p:nvSpPr>
        <p:spPr>
          <a:xfrm>
            <a:off x="4027146" y="2256610"/>
            <a:ext cx="313307" cy="156099"/>
          </a:xfrm>
          <a:prstGeom prst="rect">
            <a:avLst/>
          </a:prstGeom>
          <a:solidFill>
            <a:srgbClr val="FFFF00">
              <a:alpha val="100000"/>
            </a:srgbClr>
          </a:solidFill>
          <a:ln w="19050" cap="flat" cmpd="sng" algn="ctr">
            <a:solidFill>
              <a:srgbClr val="4F5812">
                <a:alpha val="100000"/>
              </a:srgbClr>
            </a:solidFill>
            <a:prstDash val="solid"/>
          </a:ln>
        </p:spPr>
        <p:txBody>
          <a:bodyPr anchor="ctr"/>
          <a:lstStyle/>
          <a:p>
            <a:pPr marL="0" indent="0" algn="ctr" defTabSz="457200" rtl="0" eaLnBrk="1" latinLnBrk="0" hangingPunct="1">
              <a:lnSpc>
                <a:spcPct val="100000"/>
              </a:lnSpc>
              <a:spcBef>
                <a:spcPct val="0"/>
              </a:spcBef>
              <a:spcAft>
                <a:spcPts val="0"/>
              </a:spcAft>
              <a:buNone/>
              <a:defRPr/>
            </a:pPr>
            <a:r>
              <a:rPr kumimoji="0" lang="en-US" altLang="ko-KR" sz="800" b="0" i="0" u="none" strike="noStrike" kern="1200" cap="none" spc="0" normalizeH="0" baseline="0">
                <a:solidFill>
                  <a:srgbClr val="000000"/>
                </a:solidFill>
                <a:latin typeface="KoPub돋움체 Light"/>
                <a:ea typeface="KoPub돋움체 Light"/>
                <a:cs typeface="Corbel"/>
              </a:rPr>
              <a:t>A2</a:t>
            </a:r>
          </a:p>
        </p:txBody>
      </p:sp>
      <p:sp>
        <p:nvSpPr>
          <p:cNvPr id="249" name="직사각형 178"/>
          <p:cNvSpPr/>
          <p:nvPr/>
        </p:nvSpPr>
        <p:spPr>
          <a:xfrm>
            <a:off x="2069256" y="1241755"/>
            <a:ext cx="313307" cy="156099"/>
          </a:xfrm>
          <a:prstGeom prst="rect">
            <a:avLst/>
          </a:prstGeom>
          <a:solidFill>
            <a:srgbClr val="BAFF1A">
              <a:alpha val="100000"/>
            </a:srgbClr>
          </a:solidFill>
          <a:ln w="19050" cap="flat" cmpd="sng" algn="ctr">
            <a:solidFill>
              <a:srgbClr val="4F5812">
                <a:alpha val="100000"/>
              </a:srgbClr>
            </a:solidFill>
            <a:prstDash val="solid"/>
          </a:ln>
        </p:spPr>
        <p:txBody>
          <a:bodyPr anchor="ctr"/>
          <a:lstStyle/>
          <a:p>
            <a:pPr marL="0" indent="0" algn="ctr" defTabSz="457200" rtl="0" eaLnBrk="1" latinLnBrk="0" hangingPunct="1">
              <a:lnSpc>
                <a:spcPct val="100000"/>
              </a:lnSpc>
              <a:spcBef>
                <a:spcPct val="0"/>
              </a:spcBef>
              <a:spcAft>
                <a:spcPts val="0"/>
              </a:spcAft>
              <a:buNone/>
              <a:defRPr/>
            </a:pPr>
            <a:r>
              <a:rPr kumimoji="0" lang="en-US" altLang="ko-KR" sz="800" b="0" i="0" u="none" strike="noStrike" kern="1200" cap="none" spc="0" normalizeH="0" baseline="0">
                <a:solidFill>
                  <a:srgbClr val="000000"/>
                </a:solidFill>
                <a:latin typeface="KoPub돋움체 Light"/>
                <a:ea typeface="KoPub돋움체 Light"/>
                <a:cs typeface="Corbel"/>
              </a:rPr>
              <a:t>C1</a:t>
            </a:r>
          </a:p>
        </p:txBody>
      </p:sp>
      <p:sp>
        <p:nvSpPr>
          <p:cNvPr id="250" name="직사각형 180"/>
          <p:cNvSpPr/>
          <p:nvPr/>
        </p:nvSpPr>
        <p:spPr>
          <a:xfrm>
            <a:off x="2066083" y="1435954"/>
            <a:ext cx="313307" cy="156099"/>
          </a:xfrm>
          <a:prstGeom prst="rect">
            <a:avLst/>
          </a:prstGeom>
          <a:solidFill>
            <a:srgbClr val="BAFF1A">
              <a:alpha val="100000"/>
            </a:srgbClr>
          </a:solidFill>
          <a:ln w="19050" cap="flat" cmpd="sng" algn="ctr">
            <a:solidFill>
              <a:srgbClr val="4F5812">
                <a:alpha val="100000"/>
              </a:srgbClr>
            </a:solidFill>
            <a:prstDash val="solid"/>
          </a:ln>
        </p:spPr>
        <p:txBody>
          <a:bodyPr anchor="ctr"/>
          <a:lstStyle/>
          <a:p>
            <a:pPr marL="0" indent="0" algn="ctr" defTabSz="457200" rtl="0" eaLnBrk="1" latinLnBrk="0" hangingPunct="1">
              <a:lnSpc>
                <a:spcPct val="100000"/>
              </a:lnSpc>
              <a:spcBef>
                <a:spcPct val="0"/>
              </a:spcBef>
              <a:spcAft>
                <a:spcPts val="0"/>
              </a:spcAft>
              <a:buNone/>
              <a:defRPr/>
            </a:pPr>
            <a:r>
              <a:rPr kumimoji="0" lang="en-US" altLang="ko-KR" sz="800" b="0" i="0" u="none" strike="noStrike" kern="1200" cap="none" spc="0" normalizeH="0" baseline="0">
                <a:solidFill>
                  <a:srgbClr val="000000"/>
                </a:solidFill>
                <a:latin typeface="KoPub돋움체 Light"/>
                <a:ea typeface="KoPub돋움체 Light"/>
                <a:cs typeface="Corbel"/>
              </a:rPr>
              <a:t>C2</a:t>
            </a:r>
          </a:p>
        </p:txBody>
      </p:sp>
      <p:sp>
        <p:nvSpPr>
          <p:cNvPr id="251" name="직사각형 169"/>
          <p:cNvSpPr/>
          <p:nvPr/>
        </p:nvSpPr>
        <p:spPr>
          <a:xfrm>
            <a:off x="3088333" y="1401025"/>
            <a:ext cx="313307" cy="156099"/>
          </a:xfrm>
          <a:prstGeom prst="rect">
            <a:avLst/>
          </a:prstGeom>
          <a:solidFill>
            <a:srgbClr val="FFFF00">
              <a:alpha val="100000"/>
            </a:srgbClr>
          </a:solidFill>
          <a:ln w="19050" cap="flat" cmpd="sng" algn="ctr">
            <a:solidFill>
              <a:srgbClr val="4F5812">
                <a:alpha val="100000"/>
              </a:srgbClr>
            </a:solidFill>
            <a:prstDash val="solid"/>
          </a:ln>
        </p:spPr>
        <p:txBody>
          <a:bodyPr anchor="ctr"/>
          <a:lstStyle/>
          <a:p>
            <a:pPr marL="0" indent="0" algn="ctr" defTabSz="457200" rtl="0" eaLnBrk="1" latinLnBrk="0" hangingPunct="1">
              <a:lnSpc>
                <a:spcPct val="100000"/>
              </a:lnSpc>
              <a:spcBef>
                <a:spcPct val="0"/>
              </a:spcBef>
              <a:spcAft>
                <a:spcPts val="0"/>
              </a:spcAft>
              <a:buNone/>
              <a:defRPr/>
            </a:pPr>
            <a:r>
              <a:rPr kumimoji="0" lang="en-US" altLang="ko-KR" sz="800" b="0" i="0" u="none" strike="noStrike" kern="1200" cap="none" spc="0" normalizeH="0" baseline="0">
                <a:solidFill>
                  <a:srgbClr val="000000"/>
                </a:solidFill>
                <a:latin typeface="KoPub돋움체 Light"/>
                <a:ea typeface="KoPub돋움체 Light"/>
                <a:cs typeface="Corbel"/>
              </a:rPr>
              <a:t>A1</a:t>
            </a:r>
          </a:p>
        </p:txBody>
      </p:sp>
    </p:spTree>
  </p:cSld>
  <p:clrMapOvr>
    <a:masterClrMapping/>
  </p:clrMapOvr>
  <mc:AlternateContent xmlns:mc="http://schemas.openxmlformats.org/markup-compatibility/2006" xmlns:p14="http://schemas.microsoft.com/office/powerpoint/2010/main">
    <mc:Choice Requires="p14">
      <p:transition/>
    </mc:Choice>
    <mc:Fallback xmlns="" xmlns:c="http://schemas.openxmlformats.org/drawingml/2006/chart" xmlns:dgm="http://schemas.openxmlformats.org/drawingml/2006/diagram" xmlns:dsp="http://schemas.microsoft.com/office/drawing/2008/diagram">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 name="Google Shape;106;p20"/>
          <p:cNvSpPr txBox="1">
            <a:spLocks noGrp="1"/>
          </p:cNvSpPr>
          <p:nvPr>
            <p:ph type="sldNum" idx="12"/>
          </p:nvPr>
        </p:nvSpPr>
        <p:spPr>
          <a:prstGeom prst="rect">
            <a:avLst/>
          </a:prstGeom>
        </p:spPr>
        <p:txBody>
          <a:bodyPr wrap="square" lIns="91424" tIns="91424" rIns="91424" bIns="91424" anchor="ctr" anchorCtr="0">
            <a:normAutofit/>
          </a:bodyPr>
          <a:lstStyle/>
          <a:p>
            <a:pPr marL="0" lvl="0" indent="0" algn="r" rtl="0">
              <a:spcBef>
                <a:spcPts val="0"/>
              </a:spcBef>
              <a:spcAft>
                <a:spcPts val="0"/>
              </a:spcAft>
              <a:buNone/>
              <a:defRPr/>
            </a:pPr>
            <a:fld id="{00000000-1234-1234-1234-123412341234}" type="slidenum">
              <a:rPr lang="en-US" altLang="ko">
                <a:latin typeface="KoPub돋움체 Light"/>
                <a:ea typeface="KoPub돋움체 Light"/>
                <a:cs typeface="+mn-cs"/>
              </a:rPr>
              <a:pPr marL="0" lvl="0" indent="0" algn="r" rtl="0">
                <a:spcBef>
                  <a:spcPts val="0"/>
                </a:spcBef>
                <a:spcAft>
                  <a:spcPts val="0"/>
                </a:spcAft>
                <a:buNone/>
                <a:defRPr/>
              </a:pPr>
              <a:t>29</a:t>
            </a:fld>
            <a:endParaRPr lang="en-US" altLang="ko">
              <a:latin typeface="KoPub돋움체 Light"/>
              <a:ea typeface="KoPub돋움체 Light"/>
              <a:cs typeface="+mn-cs"/>
            </a:endParaRPr>
          </a:p>
        </p:txBody>
      </p:sp>
      <p:sp>
        <p:nvSpPr>
          <p:cNvPr id="114" name="직사각형 113"/>
          <p:cNvSpPr/>
          <p:nvPr/>
        </p:nvSpPr>
        <p:spPr>
          <a:xfrm>
            <a:off x="170155" y="181252"/>
            <a:ext cx="8803690" cy="4780995"/>
          </a:xfrm>
          <a:prstGeom prst="rect">
            <a:avLst/>
          </a:prstGeom>
          <a:solidFill>
            <a:schemeClr val="lt1"/>
          </a:solidFill>
        </p:spPr>
        <p:style>
          <a:lnRef idx="2">
            <a:schemeClr val="accent1">
              <a:shade val="20000"/>
            </a:schemeClr>
          </a:lnRef>
          <a:fillRef idx="1">
            <a:schemeClr val="accent1"/>
          </a:fillRef>
          <a:effectRef idx="0">
            <a:schemeClr val="accent1"/>
          </a:effectRef>
          <a:fontRef idx="minor">
            <a:schemeClr val="lt1"/>
          </a:fontRef>
        </p:style>
        <p:txBody>
          <a:bodyPr anchor="ctr"/>
          <a:lstStyle/>
          <a:p>
            <a:pPr algn="ctr">
              <a:defRPr/>
            </a:pPr>
            <a:endParaRPr lang="ko-KR" altLang="en-US"/>
          </a:p>
        </p:txBody>
      </p:sp>
      <p:sp>
        <p:nvSpPr>
          <p:cNvPr id="115" name="Google Shape;162;p28"/>
          <p:cNvSpPr txBox="1">
            <a:spLocks noGrp="1"/>
          </p:cNvSpPr>
          <p:nvPr/>
        </p:nvSpPr>
        <p:spPr>
          <a:xfrm>
            <a:off x="311708" y="744575"/>
            <a:ext cx="8520600" cy="2052600"/>
          </a:xfrm>
          <a:prstGeom prst="rect">
            <a:avLst/>
          </a:prstGeom>
        </p:spPr>
        <p:txBody>
          <a:bodyPr vert="horz" wrap="square" lIns="91424" tIns="91424" rIns="91424" bIns="91424" anchor="t" anchorCtr="0">
            <a:normAutofit/>
          </a:bodyPr>
          <a:lstStyle/>
          <a:p>
            <a:pPr marL="0" lvl="0" indent="0" algn="ctr" defTabSz="685800" rtl="0" eaLnBrk="1" latinLnBrk="1" hangingPunct="1">
              <a:lnSpc>
                <a:spcPct val="85000"/>
              </a:lnSpc>
              <a:spcBef>
                <a:spcPts val="0"/>
              </a:spcBef>
              <a:spcAft>
                <a:spcPts val="0"/>
              </a:spcAft>
              <a:buNone/>
              <a:defRPr/>
            </a:pPr>
            <a:endParaRPr kumimoji="0" lang="ko" sz="4800" b="1" i="0" u="none" strike="noStrike" kern="1200" cap="all" spc="0" normalizeH="0" baseline="0">
              <a:solidFill>
                <a:schemeClr val="tx1"/>
              </a:solidFill>
              <a:latin typeface="KoPub돋움체 Medium"/>
              <a:ea typeface="KoPub돋움체 Medium"/>
            </a:endParaRPr>
          </a:p>
          <a:p>
            <a:pPr marL="0" lvl="0" indent="0" algn="ctr" defTabSz="685800" rtl="0" eaLnBrk="1" latinLnBrk="1" hangingPunct="1">
              <a:lnSpc>
                <a:spcPct val="85000"/>
              </a:lnSpc>
              <a:spcBef>
                <a:spcPts val="0"/>
              </a:spcBef>
              <a:spcAft>
                <a:spcPts val="0"/>
              </a:spcAft>
              <a:buNone/>
              <a:defRPr/>
            </a:pPr>
            <a:r>
              <a:rPr kumimoji="0" lang="ko-KR" altLang="en-US" sz="4800" b="1" i="0" u="none" strike="noStrike" kern="1200" cap="all" spc="0" normalizeH="0" baseline="0">
                <a:solidFill>
                  <a:schemeClr val="tx1"/>
                </a:solidFill>
                <a:latin typeface="KoPub돋움체 Medium"/>
                <a:ea typeface="KoPub돋움체 Medium"/>
              </a:rPr>
              <a:t>시연 영상</a:t>
            </a:r>
          </a:p>
        </p:txBody>
      </p:sp>
      <p:sp>
        <p:nvSpPr>
          <p:cNvPr id="116" name="Google Shape;55;p13"/>
          <p:cNvSpPr txBox="1">
            <a:spLocks noGrp="1"/>
          </p:cNvSpPr>
          <p:nvPr/>
        </p:nvSpPr>
        <p:spPr>
          <a:xfrm>
            <a:off x="1282148" y="2902226"/>
            <a:ext cx="6575895" cy="1041124"/>
          </a:xfrm>
          <a:prstGeom prst="rect">
            <a:avLst/>
          </a:prstGeom>
        </p:spPr>
        <p:txBody>
          <a:bodyPr vert="horz" wrap="square" lIns="91424" tIns="91424" rIns="91424" bIns="91424" anchor="t" anchorCtr="0">
            <a:normAutofit/>
          </a:bodyPr>
          <a:lstStyle/>
          <a:p>
            <a:pPr marL="0" lvl="0" indent="0" algn="ctr" rtl="0">
              <a:spcBef>
                <a:spcPts val="0"/>
              </a:spcBef>
              <a:spcAft>
                <a:spcPts val="0"/>
              </a:spcAft>
              <a:buNone/>
              <a:defRPr/>
            </a:pPr>
            <a:r>
              <a:rPr lang="ko-KR" altLang="en-US" sz="1650">
                <a:ln w="9525">
                  <a:solidFill>
                    <a:schemeClr val="dk1"/>
                  </a:solidFill>
                </a:ln>
                <a:solidFill>
                  <a:schemeClr val="dk1"/>
                </a:solidFill>
                <a:latin typeface="KoPub돋움체 Light"/>
                <a:ea typeface="KoPub돋움체 Light"/>
                <a:cs typeface="+mn-cs"/>
                <a:hlinkClick r:id="rId3"/>
              </a:rPr>
              <a:t>https://www.youtube.com/watch?v=MTN5ArbfuFQ</a:t>
            </a:r>
            <a:endParaRPr lang="ko-KR" altLang="en-US" sz="1650">
              <a:ln w="9525">
                <a:solidFill>
                  <a:schemeClr val="dk1"/>
                </a:solidFill>
              </a:ln>
              <a:solidFill>
                <a:schemeClr val="dk1"/>
              </a:solidFill>
              <a:latin typeface="KoPub돋움체 Light"/>
              <a:ea typeface="KoPub돋움체 Light"/>
              <a:cs typeface="+mn-cs"/>
            </a:endParaRPr>
          </a:p>
        </p:txBody>
      </p:sp>
      <p:sp>
        <p:nvSpPr>
          <p:cNvPr id="117" name="Google Shape;68;p15"/>
          <p:cNvSpPr txBox="1">
            <a:spLocks noGrp="1"/>
          </p:cNvSpPr>
          <p:nvPr/>
        </p:nvSpPr>
        <p:spPr>
          <a:xfrm>
            <a:off x="149867" y="0"/>
            <a:ext cx="8844266" cy="295272"/>
          </a:xfrm>
          <a:prstGeom prst="rect">
            <a:avLst/>
          </a:prstGeom>
          <a:solidFill>
            <a:srgbClr val="0B0B1A">
              <a:alpha val="100000"/>
            </a:srgbClr>
          </a:solidFill>
        </p:spPr>
        <p:txBody>
          <a:bodyPr vert="horz" wrap="square" lIns="91424" tIns="91424" rIns="91424" bIns="91424" anchor="t" anchorCtr="0">
            <a:noAutofit/>
          </a:bodyPr>
          <a:lstStyle/>
          <a:p>
            <a:pPr marL="68580" lvl="0" indent="0" algn="l" defTabSz="685800" rtl="0" eaLnBrk="1" latinLnBrk="1" hangingPunct="1">
              <a:lnSpc>
                <a:spcPct val="90000"/>
              </a:lnSpc>
              <a:spcBef>
                <a:spcPts val="0"/>
              </a:spcBef>
              <a:spcAft>
                <a:spcPts val="0"/>
              </a:spcAft>
              <a:buSzPct val="100000"/>
              <a:buNone/>
              <a:defRPr/>
            </a:pPr>
            <a:r>
              <a:rPr kumimoji="0" lang="en-US" altLang="ko-KR" sz="1600" b="1" i="0" u="none" strike="noStrike" kern="1200" cap="none" spc="0" normalizeH="0" baseline="0">
                <a:solidFill>
                  <a:srgbClr val="FFFFFF"/>
                </a:solidFill>
                <a:latin typeface="KoPub돋움체 Light"/>
                <a:ea typeface="KoPub돋움체 Light"/>
                <a:cs typeface="Corbel"/>
              </a:rPr>
              <a:t>11.</a:t>
            </a:r>
            <a:r>
              <a:rPr kumimoji="0" lang="ko-KR" altLang="en-US" sz="1600" b="1" i="0" u="none" strike="noStrike" kern="1200" cap="none" spc="0" normalizeH="0" baseline="0">
                <a:solidFill>
                  <a:srgbClr val="FFFFFF"/>
                </a:solidFill>
                <a:latin typeface="KoPub돋움체 Light"/>
                <a:ea typeface="KoPub돋움체 Light"/>
                <a:cs typeface="맑은 고딕"/>
              </a:rPr>
              <a:t> 시연 영상</a:t>
            </a:r>
          </a:p>
        </p:txBody>
      </p:sp>
    </p:spTree>
  </p:cSld>
  <p:clrMapOvr>
    <a:masterClrMapping/>
  </p:clrMapOvr>
  <mc:AlternateContent xmlns:mc="http://schemas.openxmlformats.org/markup-compatibility/2006" xmlns:p14="http://schemas.microsoft.com/office/powerpoint/2010/main">
    <mc:Choice Requires="p14">
      <p:transition/>
    </mc:Choice>
    <mc:Fallback xmlns="" xmlns:c="http://schemas.openxmlformats.org/drawingml/2006/chart" xmlns:dgm="http://schemas.openxmlformats.org/drawingml/2006/diagram" xmlns:dsp="http://schemas.microsoft.com/office/drawing/2008/diagram">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 name="Google Shape;106;p20"/>
          <p:cNvSpPr txBox="1">
            <a:spLocks noGrp="1"/>
          </p:cNvSpPr>
          <p:nvPr>
            <p:ph type="sldNum" idx="12"/>
          </p:nvPr>
        </p:nvSpPr>
        <p:spPr>
          <a:prstGeom prst="rect">
            <a:avLst/>
          </a:prstGeom>
        </p:spPr>
        <p:txBody>
          <a:bodyPr wrap="square" lIns="91424" tIns="91424" rIns="91424" bIns="91424" anchor="ctr" anchorCtr="0">
            <a:normAutofit/>
          </a:bodyPr>
          <a:lstStyle/>
          <a:p>
            <a:pPr marL="0" lvl="0" indent="0" algn="r" rtl="0">
              <a:spcBef>
                <a:spcPts val="0"/>
              </a:spcBef>
              <a:spcAft>
                <a:spcPts val="0"/>
              </a:spcAft>
              <a:buNone/>
              <a:defRPr/>
            </a:pPr>
            <a:fld id="{00000000-1234-1234-1234-123412341234}" type="slidenum">
              <a:rPr lang="en-US" altLang="ko">
                <a:latin typeface="KoPub돋움체 Light"/>
                <a:ea typeface="KoPub돋움체 Light"/>
                <a:cs typeface="+mn-cs"/>
              </a:rPr>
              <a:pPr marL="0" lvl="0" indent="0" algn="r" rtl="0">
                <a:spcBef>
                  <a:spcPts val="0"/>
                </a:spcBef>
                <a:spcAft>
                  <a:spcPts val="0"/>
                </a:spcAft>
                <a:buNone/>
                <a:defRPr/>
              </a:pPr>
              <a:t>30</a:t>
            </a:fld>
            <a:endParaRPr lang="en-US" altLang="ko">
              <a:latin typeface="KoPub돋움체 Light"/>
              <a:ea typeface="KoPub돋움체 Light"/>
              <a:cs typeface="+mn-cs"/>
            </a:endParaRPr>
          </a:p>
        </p:txBody>
      </p:sp>
      <p:sp>
        <p:nvSpPr>
          <p:cNvPr id="114" name="직사각형 113"/>
          <p:cNvSpPr/>
          <p:nvPr/>
        </p:nvSpPr>
        <p:spPr>
          <a:xfrm>
            <a:off x="170155" y="181252"/>
            <a:ext cx="8803690" cy="4780995"/>
          </a:xfrm>
          <a:prstGeom prst="rect">
            <a:avLst/>
          </a:prstGeom>
          <a:solidFill>
            <a:schemeClr val="lt1"/>
          </a:solidFill>
        </p:spPr>
        <p:style>
          <a:lnRef idx="2">
            <a:schemeClr val="accent1">
              <a:shade val="20000"/>
            </a:schemeClr>
          </a:lnRef>
          <a:fillRef idx="1">
            <a:schemeClr val="accent1"/>
          </a:fillRef>
          <a:effectRef idx="0">
            <a:schemeClr val="accent1"/>
          </a:effectRef>
          <a:fontRef idx="minor">
            <a:schemeClr val="lt1"/>
          </a:fontRef>
        </p:style>
        <p:txBody>
          <a:bodyPr anchor="ctr"/>
          <a:lstStyle/>
          <a:p>
            <a:pPr algn="ctr">
              <a:defRPr/>
            </a:pPr>
            <a:endParaRPr lang="ko-KR" altLang="en-US"/>
          </a:p>
        </p:txBody>
      </p:sp>
      <p:sp>
        <p:nvSpPr>
          <p:cNvPr id="116" name="Google Shape;55;p13"/>
          <p:cNvSpPr txBox="1">
            <a:spLocks noGrp="1"/>
          </p:cNvSpPr>
          <p:nvPr/>
        </p:nvSpPr>
        <p:spPr>
          <a:xfrm>
            <a:off x="368978" y="1272465"/>
            <a:ext cx="8226322" cy="3412356"/>
          </a:xfrm>
          <a:prstGeom prst="rect">
            <a:avLst/>
          </a:prstGeom>
        </p:spPr>
        <p:txBody>
          <a:bodyPr vert="horz" wrap="square" lIns="91424" tIns="91424" rIns="91424" bIns="91424" anchor="t" anchorCtr="0">
            <a:normAutofit fontScale="85000" lnSpcReduction="10000"/>
          </a:bodyPr>
          <a:lstStyle/>
          <a:p>
            <a:pPr marL="0" lvl="0" indent="0" defTabSz="685800" rtl="0" eaLnBrk="1" latinLnBrk="1" hangingPunct="1">
              <a:lnSpc>
                <a:spcPct val="160000"/>
              </a:lnSpc>
              <a:spcBef>
                <a:spcPts val="0"/>
              </a:spcBef>
              <a:spcAft>
                <a:spcPts val="0"/>
              </a:spcAft>
              <a:buClr>
                <a:schemeClr val="accent1"/>
              </a:buClr>
              <a:buSzPct val="80000"/>
              <a:buFont typeface="Corbel"/>
              <a:buNone/>
              <a:defRPr/>
            </a:pPr>
            <a:r>
              <a:rPr kumimoji="0" lang="ko-KR" altLang="en-US" sz="1400" b="0" i="0" u="none" strike="noStrike" kern="1200" cap="none" spc="0" normalizeH="0" baseline="0">
                <a:solidFill>
                  <a:srgbClr val="000000"/>
                </a:solidFill>
                <a:latin typeface="KoPub돋움체 Light"/>
                <a:ea typeface="KoPub돋움체 Light"/>
                <a:cs typeface="+mn-cs"/>
              </a:rPr>
              <a:t> 이 프로젝트는 제가 지난 </a:t>
            </a:r>
            <a:r>
              <a:rPr kumimoji="0" lang="en-US" altLang="ko-KR" sz="1400" b="0" i="0" u="none" strike="noStrike" kern="1200" cap="none" spc="0" normalizeH="0" baseline="0">
                <a:solidFill>
                  <a:srgbClr val="000000"/>
                </a:solidFill>
                <a:latin typeface="KoPub돋움체 Light"/>
                <a:ea typeface="KoPub돋움체 Light"/>
                <a:cs typeface="+mn-cs"/>
              </a:rPr>
              <a:t>8</a:t>
            </a:r>
            <a:r>
              <a:rPr kumimoji="0" lang="ko-KR" altLang="en-US" sz="1400" b="0" i="0" u="none" strike="noStrike" kern="1200" cap="none" spc="0" normalizeH="0" baseline="0">
                <a:solidFill>
                  <a:srgbClr val="000000"/>
                </a:solidFill>
                <a:latin typeface="KoPub돋움체 Light"/>
                <a:ea typeface="KoPub돋움체 Light"/>
                <a:cs typeface="+mn-cs"/>
              </a:rPr>
              <a:t>개월 간 소프트웨어 개발자로서 교육을 받으며 수행했던 마지막 프로젝트입니다</a:t>
            </a:r>
            <a:r>
              <a:rPr kumimoji="0" lang="en-US" altLang="ko-KR" sz="1400" b="0" i="0" u="none" strike="noStrike" kern="1200" cap="none" spc="0" normalizeH="0" baseline="0">
                <a:solidFill>
                  <a:srgbClr val="000000"/>
                </a:solidFill>
                <a:latin typeface="KoPub돋움체 Light"/>
                <a:ea typeface="KoPub돋움체 Light"/>
                <a:cs typeface="+mn-cs"/>
              </a:rPr>
              <a:t>.</a:t>
            </a:r>
          </a:p>
          <a:p>
            <a:pPr marL="0" lvl="0" indent="0" defTabSz="685800" rtl="0" eaLnBrk="1" latinLnBrk="1" hangingPunct="1">
              <a:lnSpc>
                <a:spcPct val="160000"/>
              </a:lnSpc>
              <a:spcBef>
                <a:spcPts val="0"/>
              </a:spcBef>
              <a:spcAft>
                <a:spcPts val="0"/>
              </a:spcAft>
              <a:buClr>
                <a:schemeClr val="accent1"/>
              </a:buClr>
              <a:buSzPct val="80000"/>
              <a:buFont typeface="Corbel"/>
              <a:buNone/>
              <a:defRPr/>
            </a:pPr>
            <a:r>
              <a:rPr lang="ko-KR" altLang="en-US" sz="1400">
                <a:solidFill>
                  <a:srgbClr val="000000"/>
                </a:solidFill>
                <a:latin typeface="KoPub돋움체 Light"/>
                <a:ea typeface="KoPub돋움체 Light"/>
                <a:cs typeface="+mn-cs"/>
              </a:rPr>
              <a:t> 팀장을 맡다 보니 막상 </a:t>
            </a:r>
            <a:r>
              <a:rPr lang="en-US" altLang="ko-KR" sz="1400">
                <a:solidFill>
                  <a:srgbClr val="000000"/>
                </a:solidFill>
                <a:latin typeface="KoPub돋움체 Light"/>
                <a:ea typeface="KoPub돋움체 Light"/>
                <a:cs typeface="+mn-cs"/>
              </a:rPr>
              <a:t>AI </a:t>
            </a:r>
            <a:r>
              <a:rPr lang="ko-KR" altLang="en-US" sz="1400">
                <a:solidFill>
                  <a:srgbClr val="000000"/>
                </a:solidFill>
                <a:latin typeface="KoPub돋움체 Light"/>
                <a:ea typeface="KoPub돋움체 Light"/>
                <a:cs typeface="+mn-cs"/>
              </a:rPr>
              <a:t>기술보다 다른 작업에 대부분의 시간을 보낸 것이 개인적으로는 아쉬웠습니다</a:t>
            </a:r>
            <a:r>
              <a:rPr lang="en-US" altLang="ko-KR" sz="1400">
                <a:solidFill>
                  <a:srgbClr val="000000"/>
                </a:solidFill>
                <a:latin typeface="KoPub돋움체 Light"/>
                <a:ea typeface="KoPub돋움체 Light"/>
                <a:cs typeface="+mn-cs"/>
              </a:rPr>
              <a:t>. </a:t>
            </a:r>
            <a:r>
              <a:rPr lang="ko-KR" altLang="en-US" sz="1400">
                <a:solidFill>
                  <a:srgbClr val="000000"/>
                </a:solidFill>
                <a:latin typeface="KoPub돋움체 Light"/>
                <a:ea typeface="KoPub돋움체 Light"/>
                <a:cs typeface="+mn-cs"/>
              </a:rPr>
              <a:t>그래도 </a:t>
            </a:r>
            <a:r>
              <a:rPr kumimoji="0" lang="ko-KR" altLang="en-US" sz="1400" b="0" i="0" u="none" strike="noStrike" kern="1200" cap="none" spc="0" normalizeH="0" baseline="0">
                <a:solidFill>
                  <a:srgbClr val="000000"/>
                </a:solidFill>
                <a:latin typeface="KoPub돋움체 Light"/>
                <a:ea typeface="KoPub돋움체 Light"/>
                <a:cs typeface="+mn-cs"/>
              </a:rPr>
              <a:t>평소에 관심있던 </a:t>
            </a:r>
            <a:r>
              <a:rPr kumimoji="0" lang="en-US" altLang="ko-KR" sz="1400" b="0" i="0" u="none" strike="noStrike" kern="1200" cap="none" spc="0" normalizeH="0" baseline="0">
                <a:solidFill>
                  <a:srgbClr val="000000"/>
                </a:solidFill>
                <a:latin typeface="KoPub돋움체 Light"/>
                <a:ea typeface="KoPub돋움체 Light"/>
                <a:cs typeface="+mn-cs"/>
              </a:rPr>
              <a:t>AI </a:t>
            </a:r>
            <a:r>
              <a:rPr kumimoji="0" lang="ko-KR" altLang="en-US" sz="1400" b="0" i="0" u="none" strike="noStrike" kern="1200" cap="none" spc="0" normalizeH="0" baseline="0">
                <a:solidFill>
                  <a:srgbClr val="000000"/>
                </a:solidFill>
                <a:latin typeface="KoPub돋움체 Light"/>
                <a:ea typeface="KoPub돋움체 Light"/>
                <a:cs typeface="+mn-cs"/>
              </a:rPr>
              <a:t>기술을 주제로 </a:t>
            </a:r>
            <a:r>
              <a:rPr lang="ko-KR" altLang="en-US" sz="1400">
                <a:solidFill>
                  <a:srgbClr val="000000"/>
                </a:solidFill>
                <a:latin typeface="KoPub돋움체 Light"/>
                <a:ea typeface="KoPub돋움체 Light"/>
                <a:cs typeface="+mn-cs"/>
              </a:rPr>
              <a:t>결과물을 완성한 것은 앞으로의 경력에 큰 자산이 될 것이라 생각합니다</a:t>
            </a:r>
            <a:r>
              <a:rPr lang="en-US" altLang="ko-KR" sz="1400">
                <a:solidFill>
                  <a:srgbClr val="000000"/>
                </a:solidFill>
                <a:latin typeface="KoPub돋움체 Light"/>
                <a:ea typeface="KoPub돋움체 Light"/>
                <a:cs typeface="+mn-cs"/>
              </a:rPr>
              <a:t>.</a:t>
            </a:r>
          </a:p>
          <a:p>
            <a:pPr marL="0" lvl="0" indent="0" defTabSz="685800" rtl="0" eaLnBrk="1" latinLnBrk="1" hangingPunct="1">
              <a:lnSpc>
                <a:spcPct val="160000"/>
              </a:lnSpc>
              <a:spcBef>
                <a:spcPts val="0"/>
              </a:spcBef>
              <a:spcAft>
                <a:spcPts val="0"/>
              </a:spcAft>
              <a:buClr>
                <a:schemeClr val="accent1"/>
              </a:buClr>
              <a:buSzPct val="80000"/>
              <a:buFont typeface="Corbel"/>
              <a:buNone/>
              <a:defRPr/>
            </a:pPr>
            <a:endParaRPr lang="en-US" altLang="ko-KR" sz="1400">
              <a:solidFill>
                <a:srgbClr val="000000"/>
              </a:solidFill>
              <a:latin typeface="KoPub돋움체 Light"/>
              <a:ea typeface="KoPub돋움체 Light"/>
              <a:cs typeface="+mn-cs"/>
            </a:endParaRPr>
          </a:p>
          <a:p>
            <a:pPr marL="0" lvl="0" indent="0" defTabSz="685800" rtl="0" eaLnBrk="1" latinLnBrk="1" hangingPunct="1">
              <a:lnSpc>
                <a:spcPct val="160000"/>
              </a:lnSpc>
              <a:spcBef>
                <a:spcPts val="0"/>
              </a:spcBef>
              <a:spcAft>
                <a:spcPts val="0"/>
              </a:spcAft>
              <a:buClr>
                <a:schemeClr val="accent1"/>
              </a:buClr>
              <a:buSzPct val="80000"/>
              <a:buFont typeface="Corbel"/>
              <a:buNone/>
              <a:defRPr/>
            </a:pPr>
            <a:r>
              <a:rPr kumimoji="0" lang="ko-KR" altLang="en-US" sz="1400" b="0" i="0" u="none" strike="noStrike" kern="1200" cap="none" spc="0" normalizeH="0" baseline="0">
                <a:solidFill>
                  <a:srgbClr val="000000"/>
                </a:solidFill>
                <a:latin typeface="KoPub돋움체 Light"/>
                <a:ea typeface="KoPub돋움체 Light"/>
                <a:cs typeface="+mn-cs"/>
              </a:rPr>
              <a:t> 교육과정 동안 프로젝트를 할 때마다 팀장을 맡아왔습니다</a:t>
            </a:r>
            <a:r>
              <a:rPr kumimoji="0" lang="en-US" altLang="ko-KR" sz="1400" b="0" i="0" u="none" strike="noStrike" kern="1200" cap="none" spc="0" normalizeH="0" baseline="0">
                <a:solidFill>
                  <a:srgbClr val="000000"/>
                </a:solidFill>
                <a:latin typeface="KoPub돋움체 Light"/>
                <a:ea typeface="KoPub돋움체 Light"/>
                <a:cs typeface="+mn-cs"/>
              </a:rPr>
              <a:t>.</a:t>
            </a:r>
          </a:p>
          <a:p>
            <a:pPr marL="0" lvl="0" indent="0" defTabSz="685800" rtl="0" eaLnBrk="1" latinLnBrk="1" hangingPunct="1">
              <a:lnSpc>
                <a:spcPct val="160000"/>
              </a:lnSpc>
              <a:spcBef>
                <a:spcPts val="0"/>
              </a:spcBef>
              <a:spcAft>
                <a:spcPts val="0"/>
              </a:spcAft>
              <a:buClr>
                <a:schemeClr val="accent1"/>
              </a:buClr>
              <a:buSzPct val="80000"/>
              <a:buFont typeface="Corbel"/>
              <a:buNone/>
              <a:defRPr/>
            </a:pPr>
            <a:r>
              <a:rPr lang="ko-KR" altLang="en-US" sz="1400">
                <a:solidFill>
                  <a:srgbClr val="000000"/>
                </a:solidFill>
                <a:latin typeface="KoPub돋움체 Light"/>
                <a:ea typeface="KoPub돋움체 Light"/>
                <a:cs typeface="+mn-cs"/>
              </a:rPr>
              <a:t> 할 때마다 느끼는 거지만</a:t>
            </a:r>
            <a:r>
              <a:rPr lang="en-US" altLang="ko-KR" sz="1400">
                <a:solidFill>
                  <a:srgbClr val="000000"/>
                </a:solidFill>
                <a:latin typeface="KoPub돋움체 Light"/>
                <a:ea typeface="KoPub돋움체 Light"/>
                <a:cs typeface="+mn-cs"/>
              </a:rPr>
              <a:t>, </a:t>
            </a:r>
            <a:r>
              <a:rPr lang="ko-KR" altLang="en-US" sz="1400">
                <a:solidFill>
                  <a:srgbClr val="000000"/>
                </a:solidFill>
                <a:latin typeface="KoPub돋움체 Light"/>
                <a:ea typeface="KoPub돋움체 Light"/>
                <a:cs typeface="+mn-cs"/>
              </a:rPr>
              <a:t>인화</a:t>
            </a:r>
            <a:r>
              <a:rPr lang="en-US" altLang="ko-KR" sz="1400">
                <a:solidFill>
                  <a:srgbClr val="000000"/>
                </a:solidFill>
                <a:latin typeface="KoPub돋움체 Light"/>
                <a:ea typeface="KoPub돋움체 Light"/>
                <a:cs typeface="+mn-cs"/>
              </a:rPr>
              <a:t>(</a:t>
            </a:r>
            <a:r>
              <a:rPr lang="ko-KR" altLang="en-US" sz="1400">
                <a:solidFill>
                  <a:srgbClr val="000000"/>
                </a:solidFill>
                <a:latin typeface="KoPub돋움체 Light"/>
                <a:ea typeface="KoPub돋움체 Light"/>
                <a:cs typeface="+mn-cs"/>
              </a:rPr>
              <a:t>人和</a:t>
            </a:r>
            <a:r>
              <a:rPr lang="en-US" altLang="ko-KR" sz="1400">
                <a:solidFill>
                  <a:srgbClr val="000000"/>
                </a:solidFill>
                <a:latin typeface="KoPub돋움체 Light"/>
                <a:ea typeface="KoPub돋움체 Light"/>
                <a:cs typeface="+mn-cs"/>
              </a:rPr>
              <a:t>)</a:t>
            </a:r>
            <a:r>
              <a:rPr lang="ko-KR" altLang="en-US" sz="1400">
                <a:solidFill>
                  <a:srgbClr val="000000"/>
                </a:solidFill>
                <a:latin typeface="KoPub돋움체 Light"/>
                <a:ea typeface="KoPub돋움체 Light"/>
                <a:cs typeface="+mn-cs"/>
              </a:rPr>
              <a:t>라는 것은 참 어렵습니다</a:t>
            </a:r>
            <a:r>
              <a:rPr lang="en-US" altLang="ko-KR" sz="1400">
                <a:solidFill>
                  <a:srgbClr val="000000"/>
                </a:solidFill>
                <a:latin typeface="KoPub돋움체 Light"/>
                <a:ea typeface="KoPub돋움체 Light"/>
                <a:cs typeface="+mn-cs"/>
              </a:rPr>
              <a:t>.</a:t>
            </a:r>
          </a:p>
          <a:p>
            <a:pPr marL="0" lvl="0" indent="0" defTabSz="685800" rtl="0" eaLnBrk="1" latinLnBrk="1" hangingPunct="1">
              <a:lnSpc>
                <a:spcPct val="160000"/>
              </a:lnSpc>
              <a:spcBef>
                <a:spcPts val="0"/>
              </a:spcBef>
              <a:spcAft>
                <a:spcPts val="0"/>
              </a:spcAft>
              <a:buClr>
                <a:schemeClr val="accent1"/>
              </a:buClr>
              <a:buSzPct val="80000"/>
              <a:buFont typeface="Corbel"/>
              <a:buNone/>
              <a:defRPr/>
            </a:pPr>
            <a:r>
              <a:rPr kumimoji="0" lang="en-US" altLang="ko-KR" sz="1400" b="0" i="0" u="none" strike="noStrike" kern="1200" cap="none" spc="0" normalizeH="0" baseline="0">
                <a:solidFill>
                  <a:srgbClr val="000000"/>
                </a:solidFill>
                <a:latin typeface="KoPub돋움체 Light"/>
                <a:ea typeface="KoPub돋움체 Light"/>
                <a:cs typeface="+mn-cs"/>
              </a:rPr>
              <a:t> </a:t>
            </a:r>
            <a:r>
              <a:rPr kumimoji="0" lang="ko-KR" altLang="en-US" sz="1400" b="0" i="0" u="none" strike="noStrike" kern="1200" cap="none" spc="0" normalizeH="0" baseline="0">
                <a:solidFill>
                  <a:srgbClr val="000000"/>
                </a:solidFill>
                <a:latin typeface="KoPub돋움체 Light"/>
                <a:ea typeface="KoPub돋움체 Light"/>
                <a:cs typeface="+mn-cs"/>
              </a:rPr>
              <a:t>나이 차이가 많이 나는</a:t>
            </a:r>
            <a:r>
              <a:rPr kumimoji="0" lang="en-US" altLang="ko-KR" sz="1400" b="0" i="0" u="none" strike="noStrike" kern="1200" cap="none" spc="0" normalizeH="0" baseline="0">
                <a:solidFill>
                  <a:srgbClr val="000000"/>
                </a:solidFill>
                <a:latin typeface="KoPub돋움체 Light"/>
                <a:ea typeface="KoPub돋움체 Light"/>
                <a:cs typeface="+mn-cs"/>
              </a:rPr>
              <a:t>, </a:t>
            </a:r>
            <a:r>
              <a:rPr kumimoji="0" lang="ko-KR" altLang="en-US" sz="1400" b="0" i="0" u="none" strike="noStrike" kern="1200" cap="none" spc="0" normalizeH="0" baseline="0">
                <a:solidFill>
                  <a:srgbClr val="000000"/>
                </a:solidFill>
                <a:latin typeface="KoPub돋움체 Light"/>
                <a:ea typeface="KoPub돋움체 Light"/>
                <a:cs typeface="+mn-cs"/>
              </a:rPr>
              <a:t>그래서 가치관과 관점</a:t>
            </a:r>
            <a:r>
              <a:rPr kumimoji="0" lang="en-US" altLang="ko-KR" sz="1400" b="0" i="0" u="none" strike="noStrike" kern="1200" cap="none" spc="0" normalizeH="0" baseline="0">
                <a:solidFill>
                  <a:srgbClr val="000000"/>
                </a:solidFill>
                <a:latin typeface="KoPub돋움체 Light"/>
                <a:ea typeface="KoPub돋움체 Light"/>
                <a:cs typeface="+mn-cs"/>
              </a:rPr>
              <a:t>, </a:t>
            </a:r>
            <a:r>
              <a:rPr kumimoji="0" lang="ko-KR" altLang="en-US" sz="1400" b="0" i="0" u="none" strike="noStrike" kern="1200" cap="none" spc="0" normalizeH="0" baseline="0">
                <a:solidFill>
                  <a:srgbClr val="000000"/>
                </a:solidFill>
                <a:latin typeface="KoPub돋움체 Light"/>
                <a:ea typeface="KoPub돋움체 Light"/>
                <a:cs typeface="+mn-cs"/>
              </a:rPr>
              <a:t>그리고 일에 임하는 자세도 </a:t>
            </a:r>
            <a:r>
              <a:rPr lang="ko-KR" altLang="en-US" sz="1400">
                <a:solidFill>
                  <a:srgbClr val="000000"/>
                </a:solidFill>
                <a:latin typeface="KoPub돋움체 Light"/>
                <a:ea typeface="KoPub돋움체 Light"/>
                <a:cs typeface="+mn-cs"/>
              </a:rPr>
              <a:t>많이 다른</a:t>
            </a:r>
            <a:r>
              <a:rPr lang="en-US" altLang="ko-KR" sz="1400">
                <a:solidFill>
                  <a:srgbClr val="000000"/>
                </a:solidFill>
                <a:latin typeface="KoPub돋움체 Light"/>
                <a:ea typeface="KoPub돋움체 Light"/>
                <a:cs typeface="+mn-cs"/>
              </a:rPr>
              <a:t>, </a:t>
            </a:r>
            <a:r>
              <a:rPr lang="ko-KR" altLang="en-US" sz="1400">
                <a:solidFill>
                  <a:srgbClr val="000000"/>
                </a:solidFill>
                <a:latin typeface="KoPub돋움체 Light"/>
                <a:ea typeface="KoPub돋움체 Light"/>
                <a:cs typeface="+mn-cs"/>
              </a:rPr>
              <a:t>그런 사람들과 협력하는 것은 더욱 그렇습니다</a:t>
            </a:r>
            <a:r>
              <a:rPr lang="en-US" altLang="ko-KR" sz="1400">
                <a:solidFill>
                  <a:srgbClr val="000000"/>
                </a:solidFill>
                <a:latin typeface="KoPub돋움체 Light"/>
                <a:ea typeface="KoPub돋움체 Light"/>
                <a:cs typeface="+mn-cs"/>
              </a:rPr>
              <a:t>.</a:t>
            </a:r>
          </a:p>
          <a:p>
            <a:pPr marL="0" lvl="0" indent="0" defTabSz="685800" rtl="0" eaLnBrk="1" latinLnBrk="1" hangingPunct="1">
              <a:lnSpc>
                <a:spcPct val="160000"/>
              </a:lnSpc>
              <a:spcBef>
                <a:spcPts val="0"/>
              </a:spcBef>
              <a:spcAft>
                <a:spcPts val="0"/>
              </a:spcAft>
              <a:buClr>
                <a:schemeClr val="accent1"/>
              </a:buClr>
              <a:buSzPct val="80000"/>
              <a:buFont typeface="Corbel"/>
              <a:buNone/>
              <a:defRPr/>
            </a:pPr>
            <a:r>
              <a:rPr kumimoji="0" lang="en-US" altLang="ko-KR" sz="1400" b="0" i="0" u="none" strike="noStrike" kern="1200" cap="none" spc="0" normalizeH="0" baseline="0">
                <a:solidFill>
                  <a:srgbClr val="000000"/>
                </a:solidFill>
                <a:latin typeface="KoPub돋움체 Light"/>
                <a:ea typeface="KoPub돋움체 Light"/>
                <a:cs typeface="+mn-cs"/>
              </a:rPr>
              <a:t> </a:t>
            </a:r>
            <a:r>
              <a:rPr kumimoji="0" lang="ko-KR" altLang="en-US" sz="1400" b="0" i="0" u="none" strike="noStrike" kern="1200" cap="none" spc="0" normalizeH="0" baseline="0">
                <a:solidFill>
                  <a:srgbClr val="000000"/>
                </a:solidFill>
                <a:latin typeface="KoPub돋움체 Light"/>
                <a:ea typeface="KoPub돋움체 Light"/>
                <a:cs typeface="+mn-cs"/>
              </a:rPr>
              <a:t>그럼에도 부족한 부분을 더 많은 시간을 들여</a:t>
            </a:r>
            <a:r>
              <a:rPr kumimoji="0" lang="en-US" altLang="ko-KR" sz="1400" b="0" i="0" u="none" strike="noStrike" kern="1200" cap="none" spc="0" normalizeH="0" baseline="0">
                <a:solidFill>
                  <a:srgbClr val="000000"/>
                </a:solidFill>
                <a:latin typeface="KoPub돋움체 Light"/>
                <a:ea typeface="KoPub돋움체 Light"/>
                <a:cs typeface="+mn-cs"/>
              </a:rPr>
              <a:t>, </a:t>
            </a:r>
            <a:r>
              <a:rPr kumimoji="0" lang="ko-KR" altLang="en-US" sz="1400" b="0" i="0" u="none" strike="noStrike" kern="1200" cap="none" spc="0" normalizeH="0" baseline="0">
                <a:solidFill>
                  <a:srgbClr val="000000"/>
                </a:solidFill>
                <a:latin typeface="KoPub돋움체 Light"/>
                <a:ea typeface="KoPub돋움체 Light"/>
                <a:cs typeface="+mn-cs"/>
              </a:rPr>
              <a:t>더 많은 정성을 들여 채워 나가며 이렇게 소감이나마 남길 수 있어 다행입니다</a:t>
            </a:r>
            <a:r>
              <a:rPr kumimoji="0" lang="en-US" altLang="ko-KR" sz="1400" b="0" i="0" u="none" strike="noStrike" kern="1200" cap="none" spc="0" normalizeH="0" baseline="0">
                <a:solidFill>
                  <a:srgbClr val="000000"/>
                </a:solidFill>
                <a:latin typeface="KoPub돋움체 Light"/>
                <a:ea typeface="KoPub돋움체 Light"/>
                <a:cs typeface="+mn-cs"/>
              </a:rPr>
              <a:t>.</a:t>
            </a:r>
          </a:p>
          <a:p>
            <a:pPr marL="0" lvl="0" indent="0" defTabSz="685800" rtl="0" eaLnBrk="1" latinLnBrk="1" hangingPunct="1">
              <a:lnSpc>
                <a:spcPct val="160000"/>
              </a:lnSpc>
              <a:spcBef>
                <a:spcPts val="0"/>
              </a:spcBef>
              <a:spcAft>
                <a:spcPts val="0"/>
              </a:spcAft>
              <a:buClr>
                <a:schemeClr val="accent1"/>
              </a:buClr>
              <a:buSzPct val="80000"/>
              <a:buFont typeface="Corbel"/>
              <a:buNone/>
              <a:defRPr/>
            </a:pPr>
            <a:r>
              <a:rPr lang="en-US" altLang="ko-KR" sz="1400">
                <a:solidFill>
                  <a:srgbClr val="000000"/>
                </a:solidFill>
                <a:latin typeface="KoPub돋움체 Light"/>
                <a:ea typeface="KoPub돋움체 Light"/>
                <a:cs typeface="+mn-cs"/>
              </a:rPr>
              <a:t> </a:t>
            </a:r>
            <a:r>
              <a:rPr lang="ko-KR" altLang="en-US" sz="1400">
                <a:solidFill>
                  <a:srgbClr val="000000"/>
                </a:solidFill>
                <a:latin typeface="KoPub돋움체 Light"/>
                <a:ea typeface="KoPub돋움체 Light"/>
                <a:cs typeface="+mn-cs"/>
              </a:rPr>
              <a:t>스스로를 게으른 편이라 생각했던 제가 성실히 일할 수 있는 역량을 기른 것 역시 이번 프로젝트의 성과로 거두어 갑니다</a:t>
            </a:r>
            <a:r>
              <a:rPr lang="en-US" altLang="ko-KR" sz="1400">
                <a:solidFill>
                  <a:srgbClr val="000000"/>
                </a:solidFill>
                <a:latin typeface="KoPub돋움체 Light"/>
                <a:ea typeface="KoPub돋움체 Light"/>
                <a:cs typeface="+mn-cs"/>
              </a:rPr>
              <a:t>.</a:t>
            </a:r>
          </a:p>
          <a:p>
            <a:pPr marL="0" lvl="0" indent="0" defTabSz="685800" rtl="0" eaLnBrk="1" latinLnBrk="1" hangingPunct="1">
              <a:lnSpc>
                <a:spcPct val="160000"/>
              </a:lnSpc>
              <a:spcBef>
                <a:spcPts val="0"/>
              </a:spcBef>
              <a:spcAft>
                <a:spcPts val="0"/>
              </a:spcAft>
              <a:buClr>
                <a:schemeClr val="accent1"/>
              </a:buClr>
              <a:buSzPct val="80000"/>
              <a:buFont typeface="Corbel"/>
              <a:buNone/>
              <a:defRPr/>
            </a:pPr>
            <a:endParaRPr kumimoji="0" lang="en-US" altLang="ko-KR" sz="1400" b="0" i="0" u="none" strike="noStrike" kern="1200" cap="none" spc="0" normalizeH="0" baseline="0">
              <a:solidFill>
                <a:srgbClr val="000000"/>
              </a:solidFill>
              <a:latin typeface="KoPub돋움체 Light"/>
              <a:ea typeface="KoPub돋움체 Light"/>
              <a:cs typeface="+mn-cs"/>
            </a:endParaRPr>
          </a:p>
          <a:p>
            <a:pPr marL="0" lvl="0" indent="0" defTabSz="685800" rtl="0" eaLnBrk="1" latinLnBrk="1" hangingPunct="1">
              <a:lnSpc>
                <a:spcPct val="160000"/>
              </a:lnSpc>
              <a:spcBef>
                <a:spcPts val="0"/>
              </a:spcBef>
              <a:spcAft>
                <a:spcPts val="0"/>
              </a:spcAft>
              <a:buClr>
                <a:schemeClr val="accent1"/>
              </a:buClr>
              <a:buSzPct val="80000"/>
              <a:buFont typeface="Corbel"/>
              <a:buNone/>
              <a:defRPr/>
            </a:pPr>
            <a:r>
              <a:rPr lang="en-US" altLang="ko-KR" sz="1400">
                <a:solidFill>
                  <a:srgbClr val="000000"/>
                </a:solidFill>
                <a:latin typeface="KoPub돋움체 Light"/>
                <a:ea typeface="KoPub돋움체 Light"/>
                <a:cs typeface="+mn-cs"/>
              </a:rPr>
              <a:t> </a:t>
            </a:r>
            <a:r>
              <a:rPr lang="ko-KR" altLang="en-US" sz="1400">
                <a:solidFill>
                  <a:srgbClr val="000000"/>
                </a:solidFill>
                <a:latin typeface="KoPub돋움체 Light"/>
                <a:ea typeface="KoPub돋움체 Light"/>
                <a:cs typeface="+mn-cs"/>
              </a:rPr>
              <a:t>프로젝트 완성을 위해 도움을 주신 팀원들에게도 감사를 표합니다</a:t>
            </a:r>
            <a:r>
              <a:rPr lang="en-US" altLang="ko-KR" sz="1400">
                <a:solidFill>
                  <a:srgbClr val="000000"/>
                </a:solidFill>
                <a:latin typeface="KoPub돋움체 Light"/>
                <a:ea typeface="KoPub돋움체 Light"/>
                <a:cs typeface="+mn-cs"/>
              </a:rPr>
              <a:t>.</a:t>
            </a:r>
            <a:endParaRPr kumimoji="0" lang="en-US" altLang="ko-KR" sz="1400" b="0" i="0" u="none" strike="noStrike" kern="1200" cap="none" spc="0" normalizeH="0" baseline="0">
              <a:solidFill>
                <a:srgbClr val="000000"/>
              </a:solidFill>
              <a:latin typeface="KoPub돋움체 Light"/>
              <a:ea typeface="KoPub돋움체 Light"/>
              <a:cs typeface="+mn-cs"/>
            </a:endParaRPr>
          </a:p>
        </p:txBody>
      </p:sp>
      <p:sp>
        <p:nvSpPr>
          <p:cNvPr id="7" name="직사각형 6"/>
          <p:cNvSpPr/>
          <p:nvPr/>
        </p:nvSpPr>
        <p:spPr>
          <a:xfrm>
            <a:off x="368978" y="458679"/>
            <a:ext cx="943252" cy="536359"/>
          </a:xfrm>
          <a:prstGeom prst="rect">
            <a:avLst/>
          </a:prstGeom>
          <a:solidFill>
            <a:schemeClr val="dk1"/>
          </a:solidFill>
          <a:ln>
            <a:solidFill>
              <a:schemeClr val="dk1"/>
            </a:solidFill>
          </a:ln>
        </p:spPr>
        <p:style>
          <a:lnRef idx="2">
            <a:schemeClr val="accent1">
              <a:shade val="20000"/>
            </a:schemeClr>
          </a:lnRef>
          <a:fillRef idx="1">
            <a:schemeClr val="accent1"/>
          </a:fillRef>
          <a:effectRef idx="0">
            <a:schemeClr val="accent1"/>
          </a:effectRef>
          <a:fontRef idx="minor">
            <a:schemeClr val="lt1"/>
          </a:fontRef>
        </p:style>
        <p:txBody>
          <a:bodyPr anchor="ctr"/>
          <a:lstStyle/>
          <a:p>
            <a:pPr algn="ctr">
              <a:defRPr/>
            </a:pPr>
            <a:r>
              <a:rPr lang="ko-KR" altLang="en-US" b="1">
                <a:latin typeface="KoPub돋움체 Bold"/>
                <a:ea typeface="KoPub돋움체 Bold"/>
              </a:rPr>
              <a:t>소감</a:t>
            </a:r>
          </a:p>
        </p:txBody>
      </p:sp>
      <p:sp>
        <p:nvSpPr>
          <p:cNvPr id="117" name="Google Shape;68;p15"/>
          <p:cNvSpPr txBox="1">
            <a:spLocks noGrp="1"/>
          </p:cNvSpPr>
          <p:nvPr/>
        </p:nvSpPr>
        <p:spPr>
          <a:xfrm>
            <a:off x="149867" y="0"/>
            <a:ext cx="8844266" cy="295272"/>
          </a:xfrm>
          <a:prstGeom prst="rect">
            <a:avLst/>
          </a:prstGeom>
          <a:solidFill>
            <a:srgbClr val="0B0B1A">
              <a:alpha val="100000"/>
            </a:srgbClr>
          </a:solidFill>
        </p:spPr>
        <p:txBody>
          <a:bodyPr vert="horz" wrap="square" lIns="91424" tIns="91424" rIns="91424" bIns="91424" anchor="t" anchorCtr="0">
            <a:noAutofit/>
          </a:bodyPr>
          <a:lstStyle/>
          <a:p>
            <a:pPr marL="68580" lvl="0" indent="0" algn="l" defTabSz="685800" rtl="0" eaLnBrk="1" latinLnBrk="1" hangingPunct="1">
              <a:lnSpc>
                <a:spcPct val="90000"/>
              </a:lnSpc>
              <a:spcBef>
                <a:spcPts val="0"/>
              </a:spcBef>
              <a:spcAft>
                <a:spcPts val="0"/>
              </a:spcAft>
              <a:buSzPct val="100000"/>
              <a:buNone/>
              <a:defRPr/>
            </a:pPr>
            <a:r>
              <a:rPr kumimoji="0" lang="en-US" altLang="ko-KR" sz="1600" b="1" i="0" u="none" strike="noStrike" kern="1200" cap="none" spc="0" normalizeH="0" baseline="0">
                <a:solidFill>
                  <a:srgbClr val="FFFFFF"/>
                </a:solidFill>
                <a:latin typeface="KoPub돋움체 Light"/>
                <a:ea typeface="KoPub돋움체 Light"/>
                <a:cs typeface="Corbel"/>
              </a:rPr>
              <a:t>12.</a:t>
            </a:r>
            <a:r>
              <a:rPr kumimoji="0" lang="ko-KR" altLang="en-US" sz="1600" b="1" i="0" u="none" strike="noStrike" kern="1200" cap="none" spc="0" normalizeH="0" baseline="0">
                <a:solidFill>
                  <a:srgbClr val="FFFFFF"/>
                </a:solidFill>
                <a:latin typeface="KoPub돋움체 Light"/>
                <a:ea typeface="KoPub돋움체 Light"/>
                <a:cs typeface="맑은 고딕"/>
              </a:rPr>
              <a:t> 소감</a:t>
            </a:r>
          </a:p>
        </p:txBody>
      </p:sp>
    </p:spTree>
  </p:cSld>
  <p:clrMapOvr>
    <a:masterClrMapping/>
  </p:clrMapOvr>
  <mc:AlternateContent xmlns:mc="http://schemas.openxmlformats.org/markup-compatibility/2006" xmlns:p14="http://schemas.microsoft.com/office/powerpoint/2010/main">
    <mc:Choice Requires="p14">
      <p:transition/>
    </mc:Choice>
    <mc:Fallback xmlns="" xmlns:c="http://schemas.openxmlformats.org/drawingml/2006/chart" xmlns:dgm="http://schemas.openxmlformats.org/drawingml/2006/diagram" xmlns:dsp="http://schemas.microsoft.com/office/drawing/2008/diagram">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 name="Google Shape;106;p20"/>
          <p:cNvSpPr txBox="1">
            <a:spLocks noGrp="1"/>
          </p:cNvSpPr>
          <p:nvPr>
            <p:ph type="sldNum" idx="12"/>
          </p:nvPr>
        </p:nvSpPr>
        <p:spPr>
          <a:prstGeom prst="rect">
            <a:avLst/>
          </a:prstGeom>
        </p:spPr>
        <p:txBody>
          <a:bodyPr wrap="square" lIns="91424" tIns="91424" rIns="91424" bIns="91424" anchor="ctr" anchorCtr="0">
            <a:normAutofit/>
          </a:bodyPr>
          <a:lstStyle/>
          <a:p>
            <a:pPr marL="0" lvl="0" indent="0" algn="r" rtl="0">
              <a:spcBef>
                <a:spcPts val="0"/>
              </a:spcBef>
              <a:spcAft>
                <a:spcPts val="0"/>
              </a:spcAft>
              <a:buNone/>
              <a:defRPr/>
            </a:pPr>
            <a:fld id="{00000000-1234-1234-1234-123412341234}" type="slidenum">
              <a:rPr lang="en-US" altLang="ko">
                <a:latin typeface="KoPub돋움체 Light"/>
                <a:ea typeface="KoPub돋움체 Light"/>
                <a:cs typeface="+mn-cs"/>
              </a:rPr>
              <a:pPr marL="0" lvl="0" indent="0" algn="r" rtl="0">
                <a:spcBef>
                  <a:spcPts val="0"/>
                </a:spcBef>
                <a:spcAft>
                  <a:spcPts val="0"/>
                </a:spcAft>
                <a:buNone/>
                <a:defRPr/>
              </a:pPr>
              <a:t>31</a:t>
            </a:fld>
            <a:endParaRPr lang="en-US" altLang="ko">
              <a:latin typeface="KoPub돋움체 Light"/>
              <a:ea typeface="KoPub돋움체 Light"/>
              <a:cs typeface="+mn-cs"/>
            </a:endParaRPr>
          </a:p>
        </p:txBody>
      </p:sp>
      <p:sp>
        <p:nvSpPr>
          <p:cNvPr id="114" name="직사각형 113"/>
          <p:cNvSpPr/>
          <p:nvPr/>
        </p:nvSpPr>
        <p:spPr>
          <a:xfrm>
            <a:off x="170155" y="181252"/>
            <a:ext cx="8803690" cy="4780995"/>
          </a:xfrm>
          <a:prstGeom prst="rect">
            <a:avLst/>
          </a:prstGeom>
          <a:solidFill>
            <a:schemeClr val="lt1"/>
          </a:solidFill>
        </p:spPr>
        <p:style>
          <a:lnRef idx="2">
            <a:schemeClr val="accent1">
              <a:shade val="20000"/>
            </a:schemeClr>
          </a:lnRef>
          <a:fillRef idx="1">
            <a:schemeClr val="accent1"/>
          </a:fillRef>
          <a:effectRef idx="0">
            <a:schemeClr val="accent1"/>
          </a:effectRef>
          <a:fontRef idx="minor">
            <a:schemeClr val="lt1"/>
          </a:fontRef>
        </p:style>
        <p:txBody>
          <a:bodyPr anchor="ctr"/>
          <a:lstStyle/>
          <a:p>
            <a:pPr algn="ctr">
              <a:defRPr/>
            </a:pPr>
            <a:endParaRPr lang="ko-KR" altLang="en-US"/>
          </a:p>
        </p:txBody>
      </p:sp>
      <p:sp>
        <p:nvSpPr>
          <p:cNvPr id="115" name="Google Shape;162;p28"/>
          <p:cNvSpPr txBox="1">
            <a:spLocks noGrp="1"/>
          </p:cNvSpPr>
          <p:nvPr/>
        </p:nvSpPr>
        <p:spPr>
          <a:xfrm>
            <a:off x="311708" y="744575"/>
            <a:ext cx="8520600" cy="2052600"/>
          </a:xfrm>
          <a:prstGeom prst="rect">
            <a:avLst/>
          </a:prstGeom>
        </p:spPr>
        <p:txBody>
          <a:bodyPr vert="horz" wrap="square" lIns="91424" tIns="91424" rIns="91424" bIns="91424" anchor="t" anchorCtr="0">
            <a:normAutofit/>
          </a:bodyPr>
          <a:lstStyle/>
          <a:p>
            <a:pPr marL="0" lvl="0" indent="0" algn="ctr" defTabSz="685800" rtl="0" eaLnBrk="1" latinLnBrk="1" hangingPunct="1">
              <a:lnSpc>
                <a:spcPct val="85000"/>
              </a:lnSpc>
              <a:spcBef>
                <a:spcPts val="0"/>
              </a:spcBef>
              <a:spcAft>
                <a:spcPts val="0"/>
              </a:spcAft>
              <a:buNone/>
              <a:defRPr/>
            </a:pPr>
            <a:endParaRPr kumimoji="0" lang="ko" sz="4800" b="1" i="0" u="none" strike="noStrike" kern="1200" cap="all" spc="0" normalizeH="0" baseline="0">
              <a:solidFill>
                <a:schemeClr val="tx1"/>
              </a:solidFill>
              <a:latin typeface="KoPub돋움체 Medium"/>
              <a:ea typeface="KoPub돋움체 Medium"/>
            </a:endParaRPr>
          </a:p>
          <a:p>
            <a:pPr marL="0" lvl="0" indent="0" algn="ctr" defTabSz="685800" rtl="0" eaLnBrk="1" latinLnBrk="1" hangingPunct="1">
              <a:lnSpc>
                <a:spcPct val="85000"/>
              </a:lnSpc>
              <a:spcBef>
                <a:spcPts val="0"/>
              </a:spcBef>
              <a:spcAft>
                <a:spcPts val="0"/>
              </a:spcAft>
              <a:buNone/>
              <a:defRPr/>
            </a:pPr>
            <a:r>
              <a:rPr kumimoji="0" lang="ko-KR" altLang="en-US" sz="4800" b="1" i="0" u="none" strike="noStrike" kern="1200" cap="all" spc="0" normalizeH="0" baseline="0">
                <a:solidFill>
                  <a:schemeClr val="tx1"/>
                </a:solidFill>
                <a:latin typeface="KoPub돋움체 Medium"/>
                <a:ea typeface="KoPub돋움체 Medium"/>
              </a:rPr>
              <a:t>감사합니다</a:t>
            </a:r>
          </a:p>
        </p:txBody>
      </p:sp>
      <p:sp>
        <p:nvSpPr>
          <p:cNvPr id="116" name="Google Shape;55;p13"/>
          <p:cNvSpPr txBox="1">
            <a:spLocks noGrp="1"/>
          </p:cNvSpPr>
          <p:nvPr/>
        </p:nvSpPr>
        <p:spPr>
          <a:xfrm>
            <a:off x="1282148" y="2902226"/>
            <a:ext cx="6575895" cy="1041124"/>
          </a:xfrm>
          <a:prstGeom prst="rect">
            <a:avLst/>
          </a:prstGeom>
        </p:spPr>
        <p:txBody>
          <a:bodyPr vert="horz" wrap="square" lIns="91424" tIns="91424" rIns="91424" bIns="91424" anchor="t" anchorCtr="0">
            <a:normAutofit/>
          </a:bodyPr>
          <a:lstStyle/>
          <a:p>
            <a:pPr marL="0" lvl="0" indent="0" algn="ctr" defTabSz="685800" rtl="0" eaLnBrk="1" latinLnBrk="1" hangingPunct="1">
              <a:lnSpc>
                <a:spcPct val="90000"/>
              </a:lnSpc>
              <a:spcBef>
                <a:spcPts val="0"/>
              </a:spcBef>
              <a:spcAft>
                <a:spcPts val="0"/>
              </a:spcAft>
              <a:buClr>
                <a:schemeClr val="accent1"/>
              </a:buClr>
              <a:buSzPct val="80000"/>
              <a:buFont typeface="Corbel"/>
              <a:buNone/>
              <a:defRPr/>
            </a:pPr>
            <a:r>
              <a:rPr kumimoji="0" lang="en-US" altLang="ko-KR" sz="1650" b="0" i="0" u="none" strike="noStrike" kern="1200" cap="none" spc="0" normalizeH="0" baseline="0">
                <a:solidFill>
                  <a:srgbClr val="000000"/>
                </a:solidFill>
                <a:latin typeface="KoPub돋움체 Light"/>
                <a:ea typeface="KoPub돋움체 Light"/>
                <a:cs typeface="+mn-cs"/>
              </a:rPr>
              <a:t>GitHub </a:t>
            </a:r>
            <a:r>
              <a:rPr kumimoji="0" lang="ko-KR" altLang="en-US" sz="1650" b="0" i="0" u="none" strike="noStrike" kern="1200" cap="none" spc="0" normalizeH="0" baseline="0">
                <a:solidFill>
                  <a:srgbClr val="000000"/>
                </a:solidFill>
                <a:latin typeface="KoPub돋움체 Light"/>
                <a:ea typeface="KoPub돋움체 Light"/>
                <a:cs typeface="+mn-cs"/>
              </a:rPr>
              <a:t>주소</a:t>
            </a:r>
          </a:p>
          <a:p>
            <a:pPr marL="0" lvl="0" indent="0" algn="ctr" defTabSz="685800" rtl="0" eaLnBrk="1" latinLnBrk="1" hangingPunct="1">
              <a:lnSpc>
                <a:spcPct val="90000"/>
              </a:lnSpc>
              <a:spcBef>
                <a:spcPts val="0"/>
              </a:spcBef>
              <a:spcAft>
                <a:spcPts val="0"/>
              </a:spcAft>
              <a:buClr>
                <a:schemeClr val="accent1"/>
              </a:buClr>
              <a:buSzPct val="80000"/>
              <a:buFont typeface="Corbel"/>
              <a:buNone/>
              <a:defRPr/>
            </a:pPr>
            <a:r>
              <a:rPr kumimoji="0" lang="en-US" altLang="en-US" sz="1650" b="0" i="0" u="none" strike="noStrike" kern="1200" cap="none" spc="0" normalizeH="0" baseline="0">
                <a:ln w="9525">
                  <a:solidFill>
                    <a:schemeClr val="dk1"/>
                  </a:solidFill>
                </a:ln>
                <a:solidFill>
                  <a:schemeClr val="dk1"/>
                </a:solidFill>
                <a:latin typeface="KoPub돋움체 Light"/>
                <a:ea typeface="KoPub돋움체 Light"/>
                <a:cs typeface="+mn-cs"/>
                <a:hlinkClick r:id="rId3"/>
              </a:rPr>
              <a:t>https://github.com/jpminlak/AI_bracket2/tree/jpminlak</a:t>
            </a:r>
            <a:endParaRPr kumimoji="0" lang="en-US" altLang="en-US" sz="1650" b="0" i="0" u="none" strike="noStrike" kern="1200" cap="none" spc="0" normalizeH="0" baseline="0">
              <a:ln w="9525">
                <a:solidFill>
                  <a:schemeClr val="dk1"/>
                </a:solidFill>
              </a:ln>
              <a:solidFill>
                <a:schemeClr val="dk1"/>
              </a:solidFill>
              <a:latin typeface="KoPub돋움체 Light"/>
              <a:ea typeface="KoPub돋움체 Light"/>
              <a:cs typeface="+mn-cs"/>
            </a:endParaRPr>
          </a:p>
        </p:txBody>
      </p:sp>
    </p:spTree>
  </p:cSld>
  <p:clrMapOvr>
    <a:masterClrMapping/>
  </p:clrMapOvr>
  <mc:AlternateContent xmlns:mc="http://schemas.openxmlformats.org/markup-compatibility/2006" xmlns:p14="http://schemas.microsoft.com/office/powerpoint/2010/main">
    <mc:Choice Requires="p14">
      <p:transition/>
    </mc:Choice>
    <mc:Fallback xmlns="" xmlns:c="http://schemas.openxmlformats.org/drawingml/2006/chart" xmlns:dgm="http://schemas.openxmlformats.org/drawingml/2006/diagram" xmlns:dsp="http://schemas.microsoft.com/office/drawing/2008/diagram">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 name="Google Shape;106;p20"/>
          <p:cNvSpPr txBox="1">
            <a:spLocks noGrp="1"/>
          </p:cNvSpPr>
          <p:nvPr>
            <p:ph type="sldNum" idx="12"/>
          </p:nvPr>
        </p:nvSpPr>
        <p:spPr>
          <a:prstGeom prst="rect">
            <a:avLst/>
          </a:prstGeom>
        </p:spPr>
        <p:txBody>
          <a:bodyPr wrap="square" lIns="91424" tIns="91424" rIns="91424" bIns="91424" anchor="ctr" anchorCtr="0">
            <a:normAutofit/>
          </a:bodyPr>
          <a:lstStyle/>
          <a:p>
            <a:pPr marL="0" lvl="0" indent="0" algn="r" rtl="0">
              <a:spcBef>
                <a:spcPts val="0"/>
              </a:spcBef>
              <a:spcAft>
                <a:spcPts val="0"/>
              </a:spcAft>
              <a:buNone/>
              <a:defRPr/>
            </a:pPr>
            <a:fld id="{00000000-1234-1234-1234-123412341234}" type="slidenum">
              <a:rPr lang="en-US" altLang="ko">
                <a:latin typeface="KoPub돋움체 Light"/>
                <a:ea typeface="KoPub돋움체 Light"/>
                <a:cs typeface="+mn-cs"/>
              </a:rPr>
              <a:pPr marL="0" lvl="0" indent="0" algn="r" rtl="0">
                <a:spcBef>
                  <a:spcPts val="0"/>
                </a:spcBef>
                <a:spcAft>
                  <a:spcPts val="0"/>
                </a:spcAft>
                <a:buNone/>
                <a:defRPr/>
              </a:pPr>
              <a:t>32</a:t>
            </a:fld>
            <a:endParaRPr lang="en-US" altLang="ko">
              <a:latin typeface="KoPub돋움체 Light"/>
              <a:ea typeface="KoPub돋움체 Light"/>
              <a:cs typeface="+mn-cs"/>
            </a:endParaRPr>
          </a:p>
        </p:txBody>
      </p:sp>
      <p:sp>
        <p:nvSpPr>
          <p:cNvPr id="114" name="직사각형 113"/>
          <p:cNvSpPr/>
          <p:nvPr/>
        </p:nvSpPr>
        <p:spPr>
          <a:xfrm>
            <a:off x="170155" y="181252"/>
            <a:ext cx="8803690" cy="4780995"/>
          </a:xfrm>
          <a:prstGeom prst="rect">
            <a:avLst/>
          </a:prstGeom>
          <a:solidFill>
            <a:schemeClr val="lt1"/>
          </a:solidFill>
        </p:spPr>
        <p:style>
          <a:lnRef idx="2">
            <a:schemeClr val="accent1">
              <a:shade val="20000"/>
            </a:schemeClr>
          </a:lnRef>
          <a:fillRef idx="1">
            <a:schemeClr val="accent1"/>
          </a:fillRef>
          <a:effectRef idx="0">
            <a:schemeClr val="accent1"/>
          </a:effectRef>
          <a:fontRef idx="minor">
            <a:schemeClr val="lt1"/>
          </a:fontRef>
        </p:style>
        <p:txBody>
          <a:bodyPr anchor="ctr"/>
          <a:lstStyle/>
          <a:p>
            <a:pPr algn="ctr">
              <a:defRPr/>
            </a:pPr>
            <a:endParaRPr lang="ko-KR" altLang="en-US"/>
          </a:p>
        </p:txBody>
      </p:sp>
      <p:sp>
        <p:nvSpPr>
          <p:cNvPr id="116" name="Google Shape;162;p28"/>
          <p:cNvSpPr txBox="1">
            <a:spLocks noGrp="1"/>
          </p:cNvSpPr>
          <p:nvPr/>
        </p:nvSpPr>
        <p:spPr>
          <a:xfrm>
            <a:off x="311708" y="744575"/>
            <a:ext cx="8520600" cy="2052600"/>
          </a:xfrm>
          <a:prstGeom prst="rect">
            <a:avLst/>
          </a:prstGeom>
        </p:spPr>
        <p:txBody>
          <a:bodyPr vert="horz" wrap="square" lIns="91424" tIns="91424" rIns="91424" bIns="91424" anchor="t" anchorCtr="0">
            <a:normAutofit/>
          </a:bodyPr>
          <a:lstStyle/>
          <a:p>
            <a:pPr marL="0" lvl="0" indent="0" algn="ctr" defTabSz="685800" rtl="0" eaLnBrk="1" latinLnBrk="1" hangingPunct="1">
              <a:lnSpc>
                <a:spcPct val="85000"/>
              </a:lnSpc>
              <a:spcBef>
                <a:spcPts val="0"/>
              </a:spcBef>
              <a:spcAft>
                <a:spcPts val="0"/>
              </a:spcAft>
              <a:buNone/>
              <a:defRPr/>
            </a:pPr>
            <a:endParaRPr kumimoji="0" lang="ko" sz="4800" b="1" i="0" u="none" strike="noStrike" kern="1200" cap="all" spc="0" normalizeH="0" baseline="0">
              <a:solidFill>
                <a:schemeClr val="tx1"/>
              </a:solidFill>
              <a:latin typeface="KoPub돋움체 Medium"/>
              <a:ea typeface="KoPub돋움체 Medium"/>
            </a:endParaRPr>
          </a:p>
          <a:p>
            <a:pPr marL="0" lvl="0" indent="0" algn="ctr" defTabSz="685800" rtl="0" eaLnBrk="1" latinLnBrk="1" hangingPunct="1">
              <a:lnSpc>
                <a:spcPct val="85000"/>
              </a:lnSpc>
              <a:spcBef>
                <a:spcPts val="0"/>
              </a:spcBef>
              <a:spcAft>
                <a:spcPts val="0"/>
              </a:spcAft>
              <a:buNone/>
              <a:defRPr/>
            </a:pPr>
            <a:r>
              <a:rPr kumimoji="0" lang="ko-KR" altLang="en-US" sz="4800" b="1" i="0" u="none" strike="noStrike" kern="1200" cap="all" spc="0" normalizeH="0" baseline="0">
                <a:solidFill>
                  <a:schemeClr val="tx1"/>
                </a:solidFill>
                <a:latin typeface="KoPub돋움체 Medium"/>
                <a:ea typeface="KoPub돋움체 Medium"/>
              </a:rPr>
              <a:t>부록</a:t>
            </a:r>
          </a:p>
        </p:txBody>
      </p:sp>
      <p:sp>
        <p:nvSpPr>
          <p:cNvPr id="5" name="Google Shape;55;p13">
            <a:extLst>
              <a:ext uri="{FF2B5EF4-FFF2-40B4-BE49-F238E27FC236}">
                <a16:creationId xmlns:a16="http://schemas.microsoft.com/office/drawing/2014/main" id="{795A838D-17D5-4FAB-989D-BDECC097E016}"/>
              </a:ext>
            </a:extLst>
          </p:cNvPr>
          <p:cNvSpPr txBox="1">
            <a:spLocks noGrp="1"/>
          </p:cNvSpPr>
          <p:nvPr/>
        </p:nvSpPr>
        <p:spPr>
          <a:xfrm>
            <a:off x="1282148" y="2902226"/>
            <a:ext cx="6575895" cy="1041124"/>
          </a:xfrm>
          <a:prstGeom prst="rect">
            <a:avLst/>
          </a:prstGeom>
        </p:spPr>
        <p:txBody>
          <a:bodyPr vert="horz" wrap="square" lIns="91424" tIns="91424" rIns="91424" bIns="91424" anchor="t" anchorCtr="0">
            <a:normAutofit/>
          </a:bodyPr>
          <a:lstStyle/>
          <a:p>
            <a:pPr marL="0" lvl="0" indent="0" algn="ctr" defTabSz="685800" rtl="0" eaLnBrk="1" latinLnBrk="1" hangingPunct="1">
              <a:lnSpc>
                <a:spcPct val="90000"/>
              </a:lnSpc>
              <a:spcBef>
                <a:spcPts val="0"/>
              </a:spcBef>
              <a:spcAft>
                <a:spcPts val="0"/>
              </a:spcAft>
              <a:buClr>
                <a:schemeClr val="accent1"/>
              </a:buClr>
              <a:buSzPct val="80000"/>
              <a:buFont typeface="Corbel"/>
              <a:buNone/>
              <a:defRPr/>
            </a:pPr>
            <a:r>
              <a:rPr kumimoji="0" lang="en-US" altLang="ko-KR" sz="1650" b="0" i="0" u="none" strike="noStrike" kern="1200" cap="none" spc="0" normalizeH="0" baseline="0" dirty="0">
                <a:solidFill>
                  <a:srgbClr val="000000"/>
                </a:solidFill>
                <a:latin typeface="KoPub돋움체 Light"/>
                <a:ea typeface="KoPub돋움체 Light"/>
              </a:rPr>
              <a:t>(</a:t>
            </a:r>
            <a:r>
              <a:rPr kumimoji="0" lang="ko-KR" altLang="en-US" sz="1650" b="0" i="0" u="none" strike="noStrike" kern="1200" cap="none" spc="0" normalizeH="0" baseline="0" dirty="0">
                <a:solidFill>
                  <a:srgbClr val="000000"/>
                </a:solidFill>
                <a:latin typeface="KoPub돋움체 Light"/>
                <a:ea typeface="KoPub돋움체 Light"/>
              </a:rPr>
              <a:t>별첨 파일 참조</a:t>
            </a:r>
            <a:r>
              <a:rPr kumimoji="0" lang="en-US" altLang="ko-KR" sz="1650" b="0" i="0" u="none" strike="noStrike" kern="1200" cap="none" spc="0" normalizeH="0" baseline="0" dirty="0">
                <a:solidFill>
                  <a:srgbClr val="000000"/>
                </a:solidFill>
                <a:latin typeface="KoPub돋움체 Light"/>
                <a:ea typeface="KoPub돋움체 Light"/>
              </a:rPr>
              <a:t>)</a:t>
            </a:r>
          </a:p>
        </p:txBody>
      </p:sp>
    </p:spTree>
  </p:cSld>
  <p:clrMapOvr>
    <a:masterClrMapping/>
  </p:clrMapOvr>
  <mc:AlternateContent xmlns:mc="http://schemas.openxmlformats.org/markup-compatibility/2006" xmlns:p14="http://schemas.microsoft.com/office/powerpoint/2010/main">
    <mc:Choice Requires="p14">
      <p:transition/>
    </mc:Choice>
    <mc:Fallback xmlns:dsp="http://schemas.microsoft.com/office/drawing/2008/diagram" xmlns:dgm="http://schemas.openxmlformats.org/drawingml/2006/diagram" xmlns:c="http://schemas.openxmlformats.org/drawingml/2006/chart" xmlns="">
      <p:transition/>
    </mc:Fallback>
  </mc:AlternateContent>
</p:sld>
</file>

<file path=ppt/theme/theme1.xml><?xml version="1.0" encoding="utf-8"?>
<a:theme xmlns:a="http://schemas.openxmlformats.org/drawingml/2006/main" name="기본">
  <a:themeElements>
    <a:clrScheme name="기본">
      <a:dk1>
        <a:srgbClr val="000000"/>
      </a:dk1>
      <a:lt1>
        <a:srgbClr val="FFFFFF"/>
      </a:lt1>
      <a:dk2>
        <a:srgbClr val="565349"/>
      </a:dk2>
      <a:lt2>
        <a:srgbClr val="DDDDDD"/>
      </a:lt2>
      <a:accent1>
        <a:srgbClr val="A6B727"/>
      </a:accent1>
      <a:accent2>
        <a:srgbClr val="DF5327"/>
      </a:accent2>
      <a:accent3>
        <a:srgbClr val="FE9E00"/>
      </a:accent3>
      <a:accent4>
        <a:srgbClr val="418AB3"/>
      </a:accent4>
      <a:accent5>
        <a:srgbClr val="D7D447"/>
      </a:accent5>
      <a:accent6>
        <a:srgbClr val="818183"/>
      </a:accent6>
      <a:hlink>
        <a:srgbClr val="F59E00"/>
      </a:hlink>
      <a:folHlink>
        <a:srgbClr val="B2B2B2"/>
      </a:folHlink>
    </a:clrScheme>
    <a:fontScheme name="기본">
      <a:majorFont>
        <a:latin typeface="Corbel" panose="21474836470000000000"/>
        <a:ea typeface=""/>
        <a:cs typeface=""/>
        <a:font script="Jpan" typeface="MS Gothic"/>
        <a:font script="Hang" typeface="맑은 고딕"/>
        <a:font script="Hans" typeface="SimSun"/>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orbel" panose="21474836470000000000"/>
        <a:ea typeface=""/>
        <a:cs typeface=""/>
        <a:font script="Jpan" typeface="MS Gothic"/>
        <a:font script="Hang" typeface="맑은 고딕"/>
        <a:font script="Hans" typeface="SimSun"/>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기본">
      <a:fillStyleLst>
        <a:solidFill>
          <a:schemeClr val="phClr"/>
        </a:solidFill>
        <a:solidFill>
          <a:schemeClr val="phClr">
            <a:tint val="55000"/>
            <a:satMod val="130000"/>
          </a:schemeClr>
        </a:solidFill>
        <a:gradFill rotWithShape="1">
          <a:gsLst>
            <a:gs pos="0">
              <a:schemeClr val="phClr"/>
            </a:gs>
            <a:gs pos="90000">
              <a:schemeClr val="phClr">
                <a:shade val="100000"/>
                <a:satMod val="105000"/>
              </a:schemeClr>
            </a:gs>
            <a:gs pos="100000">
              <a:schemeClr val="phClr">
                <a:shade val="80000"/>
                <a:satMod val="120000"/>
              </a:schemeClr>
            </a:gs>
          </a:gsLst>
          <a:path path="circle">
            <a:fillToRect l="100000" t="100000" r="100000" b="100000"/>
          </a:path>
        </a:gradFill>
      </a:fillStyleLst>
      <a:lnStyleLst>
        <a:ln w="10000" cap="flat" cmpd="sng" algn="ctr">
          <a:solidFill>
            <a:schemeClr val="phClr"/>
          </a:solidFill>
          <a:prstDash val="solid"/>
        </a:ln>
        <a:ln w="19050" cap="flat" cmpd="sng" algn="ctr">
          <a:solidFill>
            <a:schemeClr val="phClr"/>
          </a:solidFill>
          <a:prstDash val="solid"/>
        </a:ln>
        <a:ln w="53975" cap="flat" cmpd="dbl"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38100" dist="25400" dir="5400000" rotWithShape="0">
              <a:srgbClr val="000000">
                <a:alpha val="45000"/>
              </a:srgbClr>
            </a:outerShdw>
          </a:effectLst>
          <a:scene3d>
            <a:camera prst="orthographicFront">
              <a:rot lat="0" lon="0" rev="0"/>
            </a:camera>
            <a:lightRig rig="brightRoom" dir="t"/>
          </a:scene3d>
          <a:sp3d extrusionH="12700" contourW="25400" prstMaterial="flat">
            <a:bevelT w="63500" h="152400" prst="angle"/>
            <a:contourClr>
              <a:schemeClr val="phClr">
                <a:shade val="27000"/>
                <a:satMod val="120000"/>
              </a:schemeClr>
            </a:contourClr>
          </a:sp3d>
        </a:effectStyle>
      </a:effectStyleLst>
      <a:bgFillStyleLst>
        <a:solidFill>
          <a:schemeClr val="phClr"/>
        </a:solidFill>
        <a:solidFill>
          <a:schemeClr val="phClr">
            <a:tint val="95000"/>
            <a:shade val="95000"/>
            <a:satMod val="140000"/>
          </a:schemeClr>
        </a:solidFill>
        <a:solidFill>
          <a:schemeClr val="phClr">
            <a:tint val="90000"/>
            <a:shade val="85000"/>
            <a:satMod val="160000"/>
            <a:lumMod val="110000"/>
          </a:schemeClr>
        </a:soli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MS PGothic"/>
        <a:font script="Hang" typeface="맑은 고딕"/>
        <a:font script="Hans" typeface="SimSun"/>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MS PGothic"/>
        <a:font script="Hang" typeface="맑은 고딕"/>
        <a:font script="Hans" typeface="SimSu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24</TotalTime>
  <Words>2698</Words>
  <Application>Microsoft Office PowerPoint</Application>
  <PresentationFormat>화면 슬라이드 쇼(16:9)</PresentationFormat>
  <Paragraphs>540</Paragraphs>
  <Slides>32</Slides>
  <Notes>29</Notes>
  <HiddenSlides>0</HiddenSlides>
  <MMClips>0</MMClips>
  <ScaleCrop>false</ScaleCrop>
  <HeadingPairs>
    <vt:vector size="6" baseType="variant">
      <vt:variant>
        <vt:lpstr>사용한 글꼴</vt:lpstr>
      </vt:variant>
      <vt:variant>
        <vt:i4>6</vt:i4>
      </vt:variant>
      <vt:variant>
        <vt:lpstr>테마</vt:lpstr>
      </vt:variant>
      <vt:variant>
        <vt:i4>1</vt:i4>
      </vt:variant>
      <vt:variant>
        <vt:lpstr>슬라이드 제목</vt:lpstr>
      </vt:variant>
      <vt:variant>
        <vt:i4>32</vt:i4>
      </vt:variant>
    </vt:vector>
  </HeadingPairs>
  <TitlesOfParts>
    <vt:vector size="39" baseType="lpstr">
      <vt:lpstr>KoPub돋움체 Bold</vt:lpstr>
      <vt:lpstr>KoPub돋움체 Light</vt:lpstr>
      <vt:lpstr>KoPub돋움체 Medium</vt:lpstr>
      <vt:lpstr>Arial</vt:lpstr>
      <vt:lpstr>Corbel</vt:lpstr>
      <vt:lpstr>Wingdings</vt:lpstr>
      <vt:lpstr>기본</vt:lpstr>
      <vt:lpstr>스마트 음식 영양 분석 &amp;  식단 추천 프로젝트</vt:lpstr>
      <vt:lpstr>PowerPoint 프레젠테이션</vt:lpstr>
      <vt:lpstr>1. 개요 및 현황</vt:lpstr>
      <vt:lpstr>2. 팀원별 역할 분담</vt:lpstr>
      <vt:lpstr>3. 개발 환경 (1/2)</vt:lpstr>
      <vt:lpstr>3. 개발 환경 (2/2)</vt:lpstr>
      <vt:lpstr>4. 프로젝트 일정</vt:lpstr>
      <vt:lpstr>5. 프로젝트 구조도</vt:lpstr>
      <vt:lpstr>6. 메뉴 구조도 (사이트맵)</vt:lpstr>
      <vt:lpstr>7. 업무 흐름도</vt:lpstr>
      <vt:lpstr>8. ERD (1/2)</vt:lpstr>
      <vt:lpstr>8. ERD (2/2)</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  텍스트 감정 분석의 이해    ●  KoBERT 모델 활용    한국어에 최적화된 BERT 모델인 KoBERT를 사용했습니다.  이 모델은 텍스트를 분석하여 '공포, 놀람, 분노, 슬픔, 중립, 행복, 혐오' 7가지 감정 중 하나로 분류합니다.  모델은 이미 학습이 완료된 상태이므로, 별도의 학습 없이 바로 추천 서비스에 활용할 수 있습니다.</vt:lpstr>
      <vt:lpstr>■  데이터 전처리    ●  모델이 이해하는 언어  토크나이저(Tokenizer): 문장을 숫자로 변환  사용자가 입력한 문장을 모델이 이해할 수 있는 숫자(토큰) 배열로 변환합니다.  모든 문장 길이를 256자로 통일하고(padding &amp; truncation), 모델이 읽을 수 있는 최종 데이터 형식인 텐서(Tensor)로 만듭니다. </vt:lpstr>
      <vt:lpstr>■  정확도 향상 전략    ●  예측의 신뢰도를 높이는 방법  규칙 기반 보정:  모델이 예측한 감정 결과에 키워드와 규칙을 적용하여 정확도를 높였습니다.  예를 들어, "너무 무섭지 않아"라는 문장에서 '무섭'이라는 키워드를 감지하고, 뒤에 따라오는 '않아'와 같은 부정어를 인식하여 정확한 감정(중립이나 슬픔)으로 보정합니다.  아래 코드가 감정 예측과 보정 로직을 보여줍니다.  </vt:lpstr>
      <vt:lpstr>■  음식 추천 로직    ●  감정과 음식을 연결하는 기술  벡터 데이터베이스 (Vector DB):  각 감정별로 미리 정의된 설명을 **숫자 형태(벡터)**로 저장해 둔 데이터베이스입니다.  RAG (검색 증강 생성): 사용자의 감정(예: '행복')을 분석하면, 이 감정과 가장 유사한 벡터를 데이터베이스에서 검색합니다.  검색된 감정 설명(예: "행복은 만족감, 기쁨을 느끼는 감정입니다.")을 Gemini에게 전달하여 프롬프트를 만듭니다.  아래 코드가 Gemini API를 호출하여 음식 추천을 받는 부분입니다.Gemini는 이 정보를 바탕으로 감정에 맞는 음식 3가지를 추천해 줍니다.</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스마트 음식 영양 분석 &amp;  식단 추천 프로젝트</dc:title>
  <dc:creator>ppp2</dc:creator>
  <cp:lastModifiedBy>1</cp:lastModifiedBy>
  <cp:revision>633</cp:revision>
  <dcterms:modified xsi:type="dcterms:W3CDTF">2025-09-29T07:43:58Z</dcterms:modified>
  <cp:version>1000.0000.01</cp:version>
</cp:coreProperties>
</file>